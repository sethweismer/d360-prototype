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theme/themeOverride1.xml" ContentType="application/vnd.openxmlformats-officedocument.themeOverride+xml"/>
  <Override PartName="/ppt/notesSlides/notesSlide3.xml" ContentType="application/vnd.openxmlformats-officedocument.presentationml.notesSlide+xml"/>
  <Override PartName="/ppt/charts/chart2.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2.xml" ContentType="application/vnd.openxmlformats-officedocument.themeOverride+xml"/>
  <Override PartName="/ppt/charts/chart3.xml" ContentType="application/vnd.openxmlformats-officedocument.drawingml.chart+xml"/>
  <Override PartName="/ppt/theme/themeOverride3.xml" ContentType="application/vnd.openxmlformats-officedocument.themeOverride+xml"/>
  <Override PartName="/ppt/charts/chart4.xml" ContentType="application/vnd.openxmlformats-officedocument.drawingml.chart+xml"/>
  <Override PartName="/ppt/theme/themeOverride4.xml" ContentType="application/vnd.openxmlformats-officedocument.themeOverride+xml"/>
  <Override PartName="/ppt/charts/chart5.xml" ContentType="application/vnd.openxmlformats-officedocument.drawingml.chart+xml"/>
  <Override PartName="/ppt/theme/themeOverride5.xml" ContentType="application/vnd.openxmlformats-officedocument.themeOverride+xml"/>
  <Override PartName="/ppt/charts/chart6.xml" ContentType="application/vnd.openxmlformats-officedocument.drawingml.chart+xml"/>
  <Override PartName="/ppt/theme/themeOverride6.xml" ContentType="application/vnd.openxmlformats-officedocument.themeOverride+xml"/>
  <Override PartName="/ppt/charts/chart7.xml" ContentType="application/vnd.openxmlformats-officedocument.drawingml.chart+xml"/>
  <Override PartName="/ppt/theme/themeOverride7.xml" ContentType="application/vnd.openxmlformats-officedocument.themeOverr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68" r:id="rId4"/>
  </p:sldMasterIdLst>
  <p:notesMasterIdLst>
    <p:notesMasterId r:id="rId69"/>
  </p:notesMasterIdLst>
  <p:handoutMasterIdLst>
    <p:handoutMasterId r:id="rId70"/>
  </p:handoutMasterIdLst>
  <p:sldIdLst>
    <p:sldId id="2147309558" r:id="rId5"/>
    <p:sldId id="2147310109" r:id="rId6"/>
    <p:sldId id="2147483553" r:id="rId7"/>
    <p:sldId id="2147483557" r:id="rId8"/>
    <p:sldId id="2147483570" r:id="rId9"/>
    <p:sldId id="2147483554" r:id="rId10"/>
    <p:sldId id="2147483568" r:id="rId11"/>
    <p:sldId id="2147483551" r:id="rId12"/>
    <p:sldId id="8716" r:id="rId13"/>
    <p:sldId id="2147480081" r:id="rId14"/>
    <p:sldId id="2147483561" r:id="rId15"/>
    <p:sldId id="2147483566" r:id="rId16"/>
    <p:sldId id="2147483558" r:id="rId17"/>
    <p:sldId id="2147483562" r:id="rId18"/>
    <p:sldId id="2147483563" r:id="rId19"/>
    <p:sldId id="2147483564" r:id="rId20"/>
    <p:sldId id="2147483567" r:id="rId21"/>
    <p:sldId id="2147483565" r:id="rId22"/>
    <p:sldId id="2147483569" r:id="rId23"/>
    <p:sldId id="2147309567" r:id="rId24"/>
    <p:sldId id="2147309573" r:id="rId25"/>
    <p:sldId id="2147309627" r:id="rId26"/>
    <p:sldId id="2147309670" r:id="rId27"/>
    <p:sldId id="2147309575" r:id="rId28"/>
    <p:sldId id="2147309576" r:id="rId29"/>
    <p:sldId id="2147309577" r:id="rId30"/>
    <p:sldId id="2147309578" r:id="rId31"/>
    <p:sldId id="2147309580" r:id="rId32"/>
    <p:sldId id="2147309970" r:id="rId33"/>
    <p:sldId id="2147309976" r:id="rId34"/>
    <p:sldId id="2147309675" r:id="rId35"/>
    <p:sldId id="2147309672" r:id="rId36"/>
    <p:sldId id="2147309586" r:id="rId37"/>
    <p:sldId id="2147309674" r:id="rId38"/>
    <p:sldId id="2147309591" r:id="rId39"/>
    <p:sldId id="2147309592" r:id="rId40"/>
    <p:sldId id="2147309594" r:id="rId41"/>
    <p:sldId id="2147309676" r:id="rId42"/>
    <p:sldId id="2147309597" r:id="rId43"/>
    <p:sldId id="2147309625" r:id="rId44"/>
    <p:sldId id="2147309643" r:id="rId45"/>
    <p:sldId id="2147309598" r:id="rId46"/>
    <p:sldId id="2147309599" r:id="rId47"/>
    <p:sldId id="2147309626" r:id="rId48"/>
    <p:sldId id="2147309600" r:id="rId49"/>
    <p:sldId id="2147309601" r:id="rId50"/>
    <p:sldId id="2147309603" r:id="rId51"/>
    <p:sldId id="2147310107" r:id="rId52"/>
    <p:sldId id="2147310108" r:id="rId53"/>
    <p:sldId id="2147310103" r:id="rId54"/>
    <p:sldId id="2147310104" r:id="rId55"/>
    <p:sldId id="2147309604" r:id="rId56"/>
    <p:sldId id="2147309605" r:id="rId57"/>
    <p:sldId id="2147309622" r:id="rId58"/>
    <p:sldId id="315" r:id="rId59"/>
    <p:sldId id="2147309624" r:id="rId60"/>
    <p:sldId id="2147309607" r:id="rId61"/>
    <p:sldId id="2147309608" r:id="rId62"/>
    <p:sldId id="2147309609" r:id="rId63"/>
    <p:sldId id="2147309610" r:id="rId64"/>
    <p:sldId id="2147309777" r:id="rId65"/>
    <p:sldId id="2147309612" r:id="rId66"/>
    <p:sldId id="2147309613" r:id="rId67"/>
    <p:sldId id="2147309614" r:id="rId68"/>
  </p:sldIdLst>
  <p:sldSz cx="12188825" cy="6858000"/>
  <p:notesSz cx="9144000" cy="6858000"/>
  <p:defaultTextStyle>
    <a:defPPr>
      <a:defRPr lang="en-US"/>
    </a:defPPr>
    <a:lvl1pPr marL="0" indent="0" algn="l" defTabSz="457200" rtl="0" eaLnBrk="1" latinLnBrk="0" hangingPunct="1">
      <a:buClrTx/>
      <a:buFont typeface="Arial"/>
      <a:buNone/>
      <a:defRPr sz="1500" b="0" kern="1200">
        <a:solidFill>
          <a:schemeClr val="tx2"/>
        </a:solidFill>
        <a:latin typeface="+mn-lt"/>
        <a:ea typeface="+mn-ea"/>
        <a:cs typeface="+mn-cs"/>
      </a:defRPr>
    </a:lvl1pPr>
    <a:lvl2pPr marL="457200" algn="l" defTabSz="914400" rtl="0" eaLnBrk="1" fontAlgn="ctr" latinLnBrk="0" hangingPunct="1">
      <a:defRPr sz="1800" kern="1200">
        <a:solidFill>
          <a:schemeClr val="tx1"/>
        </a:solidFill>
        <a:latin typeface="+mn-lt"/>
        <a:ea typeface="+mn-ea"/>
        <a:cs typeface="+mn-cs"/>
      </a:defRPr>
    </a:lvl2pPr>
    <a:lvl3pPr marL="914400" algn="l" defTabSz="914400" rtl="0" eaLnBrk="1" fontAlgn="ctr" latinLnBrk="0" hangingPunct="1">
      <a:defRPr sz="1800" kern="1200">
        <a:solidFill>
          <a:schemeClr val="tx1"/>
        </a:solidFill>
        <a:latin typeface="+mn-lt"/>
        <a:ea typeface="+mn-ea"/>
        <a:cs typeface="+mn-cs"/>
      </a:defRPr>
    </a:lvl3pPr>
    <a:lvl4pPr marL="1371600" algn="l" defTabSz="914400" rtl="0" eaLnBrk="1" fontAlgn="ctr" latinLnBrk="0" hangingPunct="1">
      <a:defRPr sz="1800" kern="1200">
        <a:solidFill>
          <a:schemeClr val="tx1"/>
        </a:solidFill>
        <a:latin typeface="+mn-lt"/>
        <a:ea typeface="+mn-ea"/>
        <a:cs typeface="+mn-cs"/>
      </a:defRPr>
    </a:lvl4pPr>
    <a:lvl5pPr marL="1828800" algn="l" defTabSz="914400" rtl="0" eaLnBrk="1" fontAlgn="ctr" latinLnBrk="0" hangingPunct="1">
      <a:defRPr sz="1800" kern="1200">
        <a:solidFill>
          <a:schemeClr val="tx1"/>
        </a:solidFill>
        <a:latin typeface="+mn-lt"/>
        <a:ea typeface="+mn-ea"/>
        <a:cs typeface="+mn-cs"/>
      </a:defRPr>
    </a:lvl5pPr>
    <a:lvl6pPr marL="2286000" algn="l" defTabSz="914400" rtl="0" eaLnBrk="1" fontAlgn="ctr" latinLnBrk="0" hangingPunct="1">
      <a:defRPr sz="1800" kern="1200">
        <a:solidFill>
          <a:schemeClr val="tx1"/>
        </a:solidFill>
        <a:latin typeface="+mn-lt"/>
        <a:ea typeface="+mn-ea"/>
        <a:cs typeface="+mn-cs"/>
      </a:defRPr>
    </a:lvl6pPr>
    <a:lvl7pPr marL="2743200" algn="l" defTabSz="914400" rtl="0" eaLnBrk="1" fontAlgn="ctr" latinLnBrk="0" hangingPunct="1">
      <a:defRPr sz="1800" kern="1200">
        <a:solidFill>
          <a:schemeClr val="tx1"/>
        </a:solidFill>
        <a:latin typeface="+mn-lt"/>
        <a:ea typeface="+mn-ea"/>
        <a:cs typeface="+mn-cs"/>
      </a:defRPr>
    </a:lvl7pPr>
    <a:lvl8pPr marL="3200400" algn="l" defTabSz="914400" rtl="0" eaLnBrk="1" fontAlgn="ctr" latinLnBrk="0" hangingPunct="1">
      <a:defRPr sz="1800" kern="1200">
        <a:solidFill>
          <a:schemeClr val="tx1"/>
        </a:solidFill>
        <a:latin typeface="+mn-lt"/>
        <a:ea typeface="+mn-ea"/>
        <a:cs typeface="+mn-cs"/>
      </a:defRPr>
    </a:lvl8pPr>
    <a:lvl9pPr marL="3657600" algn="l" defTabSz="914400" rtl="0" eaLnBrk="1" fontAlgn="ctr"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8369B0F1-4AEE-475E-A9EB-62761CA7EC96}">
          <p14:sldIdLst>
            <p14:sldId id="2147309558"/>
            <p14:sldId id="2147310109"/>
            <p14:sldId id="2147483553"/>
            <p14:sldId id="2147483557"/>
            <p14:sldId id="2147483570"/>
          </p14:sldIdLst>
        </p14:section>
        <p14:section name="ARCHIVE &gt;&gt; Requirements Discussions" id="{C69C93A3-BF81-4C65-8DBD-A721C472885C}">
          <p14:sldIdLst>
            <p14:sldId id="2147483554"/>
            <p14:sldId id="2147483568"/>
            <p14:sldId id="2147483551"/>
            <p14:sldId id="8716"/>
            <p14:sldId id="2147480081"/>
          </p14:sldIdLst>
        </p14:section>
        <p14:section name="GRAVEYARD" id="{5DFCCC5C-EFE3-4E5C-8ED4-1C2D51AE2BC1}">
          <p14:sldIdLst>
            <p14:sldId id="2147483561"/>
            <p14:sldId id="2147483566"/>
            <p14:sldId id="2147483558"/>
            <p14:sldId id="2147483562"/>
            <p14:sldId id="2147483563"/>
            <p14:sldId id="2147483564"/>
            <p14:sldId id="2147483567"/>
            <p14:sldId id="2147483565"/>
            <p14:sldId id="2147483569"/>
            <p14:sldId id="2147309567"/>
            <p14:sldId id="2147309573"/>
            <p14:sldId id="2147309627"/>
            <p14:sldId id="2147309670"/>
            <p14:sldId id="2147309575"/>
            <p14:sldId id="2147309576"/>
            <p14:sldId id="2147309577"/>
            <p14:sldId id="2147309578"/>
            <p14:sldId id="2147309580"/>
            <p14:sldId id="2147309970"/>
            <p14:sldId id="2147309976"/>
            <p14:sldId id="2147309675"/>
            <p14:sldId id="2147309672"/>
            <p14:sldId id="2147309586"/>
            <p14:sldId id="2147309674"/>
            <p14:sldId id="2147309591"/>
            <p14:sldId id="2147309592"/>
            <p14:sldId id="2147309594"/>
            <p14:sldId id="2147309676"/>
            <p14:sldId id="2147309597"/>
            <p14:sldId id="2147309625"/>
            <p14:sldId id="2147309643"/>
            <p14:sldId id="2147309598"/>
            <p14:sldId id="2147309599"/>
            <p14:sldId id="2147309626"/>
            <p14:sldId id="2147309600"/>
            <p14:sldId id="2147309601"/>
            <p14:sldId id="2147309603"/>
            <p14:sldId id="2147310107"/>
            <p14:sldId id="2147310108"/>
            <p14:sldId id="2147310103"/>
            <p14:sldId id="2147310104"/>
            <p14:sldId id="2147309604"/>
            <p14:sldId id="2147309605"/>
            <p14:sldId id="2147309622"/>
            <p14:sldId id="315"/>
            <p14:sldId id="2147309624"/>
            <p14:sldId id="2147309607"/>
            <p14:sldId id="2147309608"/>
            <p14:sldId id="2147309609"/>
            <p14:sldId id="2147309610"/>
            <p14:sldId id="2147309777"/>
            <p14:sldId id="2147309612"/>
            <p14:sldId id="2147309613"/>
            <p14:sldId id="2147309614"/>
          </p14:sldIdLst>
        </p14:section>
      </p14:sectionLst>
    </p:ext>
    <p:ext uri="{2D200454-40CA-4A62-9FC3-DE9A4176ACB9}">
      <p15:notesGuideLst xmlns:p15="http://schemas.microsoft.com/office/powerpoint/2012/main">
        <p15:guide id="1" orient="horz" pos="2160" userDrawn="1">
          <p15:clr>
            <a:srgbClr val="A4A3A4"/>
          </p15:clr>
        </p15:guide>
        <p15:guide id="2" pos="2880"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F30C7BA-F862-0071-FA17-5A81E8DE9763}" name="Frank, Sarah" initials="FS" userId="S::sarah.frank2@aetna.com::70b06712-a6a3-44de-8a6e-f325e70bd758"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Brown, Shelley K" initials="BSK" lastIdx="6" clrIdx="0">
    <p:extLst>
      <p:ext uri="{19B8F6BF-5375-455C-9EA6-DF929625EA0E}">
        <p15:presenceInfo xmlns:p15="http://schemas.microsoft.com/office/powerpoint/2012/main" userId="S::BrownS17@aetna.com::a4ba3ad5-6974-47f1-ad5f-cc4c3e428943" providerId="AD"/>
      </p:ext>
    </p:extLst>
  </p:cmAuthor>
  <p:cmAuthor id="2" name="Malhotra, Nidhi" initials="MN" lastIdx="10" clrIdx="1">
    <p:extLst>
      <p:ext uri="{19B8F6BF-5375-455C-9EA6-DF929625EA0E}">
        <p15:presenceInfo xmlns:p15="http://schemas.microsoft.com/office/powerpoint/2012/main" userId="S::MalhotraN1@aetna.com::cc07d14a-f33a-4c83-9c94-808eb70661c7" providerId="AD"/>
      </p:ext>
    </p:extLst>
  </p:cmAuthor>
  <p:cmAuthor id="3" name="Scott" initials="S" lastIdx="2" clrIdx="2">
    <p:extLst>
      <p:ext uri="{19B8F6BF-5375-455C-9EA6-DF929625EA0E}">
        <p15:presenceInfo xmlns:p15="http://schemas.microsoft.com/office/powerpoint/2012/main" userId="S::Scott.Davis3@CVSHealth.com::cbaf7703-d0d5-492d-9d43-8a5eda984ced"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0790956-4825-8448-27EC-0D6038D0EEDC}" v="7" dt="2026-05-18T19:18:59.423"/>
    <p1510:client id="{2730C047-62E0-4595-8E5D-955738A5AFF6}" v="703" dt="2026-05-18T13:32:46.235"/>
  </p1510:revLst>
</p1510:revInfo>
</file>

<file path=ppt/tableStyles.xml><?xml version="1.0" encoding="utf-8"?>
<a:tblStyleLst xmlns:a="http://schemas.openxmlformats.org/drawingml/2006/main" def="{9F4BECD3-1946-49B8-A077-205F1168E22D}">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F4BECD3-1946-49B8-A077-205F1168E22D}" styleName="CVS Table 1">
    <a:wholeTbl>
      <a:tcTxStyle>
        <a:fontRef idx="minor">
          <a:prstClr val="black"/>
        </a:fontRef>
        <a:schemeClr val="tx2"/>
      </a:tcTxStyle>
      <a:tcStyle>
        <a:tcBdr>
          <a:left>
            <a:ln w="0" cmpd="sng">
              <a:noFill/>
            </a:ln>
          </a:left>
          <a:right>
            <a:ln w="0" cmpd="sng">
              <a:noFill/>
            </a:ln>
          </a:right>
          <a:top>
            <a:ln w="0" cmpd="sng">
              <a:noFill/>
            </a:ln>
          </a:top>
          <a:bottom>
            <a:ln w="0" cmpd="sng">
              <a:noFill/>
            </a:ln>
          </a:bottom>
          <a:insideH>
            <a:ln w="12700" cmpd="sng">
              <a:solidFill>
                <a:schemeClr val="bg2"/>
              </a:solidFill>
            </a:ln>
          </a:insideH>
          <a:insideV>
            <a:ln w="0" cmpd="sng">
              <a:noFill/>
            </a:ln>
          </a:insideV>
        </a:tcBdr>
        <a:fill>
          <a:noFill/>
        </a:fill>
      </a:tcStyle>
    </a:wholeTbl>
    <a:band1H>
      <a:tcStyle>
        <a:tcBdr/>
      </a:tcStyle>
    </a:band1H>
    <a:band2H>
      <a:tcStyle>
        <a:tcBdr/>
      </a:tcStyle>
    </a:band2H>
    <a:band1V>
      <a:tcStyle>
        <a:tcBdr/>
      </a:tcStyle>
    </a:band1V>
    <a:band2V>
      <a:tcStyle>
        <a:tcBdr/>
      </a:tcStyle>
    </a:band2V>
    <a:lastCol>
      <a:tcTxStyle b="on">
        <a:fontRef idx="minor">
          <a:prstClr val="black"/>
        </a:fontRef>
        <a:schemeClr val="tx2"/>
      </a:tcTxStyle>
      <a:tcStyle>
        <a:tcBdr/>
        <a:fill>
          <a:solidFill>
            <a:srgbClr val="E9E9E9"/>
          </a:solidFill>
        </a:fill>
      </a:tcStyle>
    </a:lastCol>
    <a:firstCol>
      <a:tcTxStyle b="on">
        <a:fontRef idx="minor">
          <a:prstClr val="black"/>
        </a:fontRef>
        <a:schemeClr val="tx2"/>
      </a:tcTxStyle>
      <a:tcStyle>
        <a:tcBdr/>
      </a:tcStyle>
    </a:firstCol>
    <a:lastRow>
      <a:tcTxStyle b="on">
        <a:fontRef idx="minor">
          <a:prstClr val="black"/>
        </a:fontRef>
        <a:schemeClr val="tx2"/>
      </a:tcTxStyle>
      <a:tcStyle>
        <a:tcBdr/>
        <a:fill>
          <a:solidFill>
            <a:srgbClr val="E9E9E9"/>
          </a:solidFill>
        </a:fill>
      </a:tcStyle>
    </a:lastRow>
    <a:firstRow>
      <a:tcTxStyle b="on">
        <a:fontRef idx="minor">
          <a:prstClr val="black"/>
        </a:fontRef>
        <a:schemeClr val="tx2"/>
      </a:tcTxStyle>
      <a:tcStyle>
        <a:tcBdr>
          <a:bottom>
            <a:ln w="12700" cmpd="sng">
              <a:solidFill>
                <a:schemeClr val="accent6"/>
              </a:solidFill>
            </a:ln>
          </a:bottom>
        </a:tcBdr>
      </a:tcStyle>
    </a:firstRow>
  </a:tblStyle>
  <a:tblStyle styleId="{C0B4EDBA-67D5-4435-A0B7-D5753C67F26B}" styleName="CVS Table 2">
    <a:wholeTbl>
      <a:tcTxStyle>
        <a:fontRef idx="minor">
          <a:prstClr val="black"/>
        </a:fontRef>
        <a:schemeClr val="tx2"/>
      </a:tcTxStyle>
      <a:tcStyle>
        <a:tcBdr>
          <a:left>
            <a:ln w="0" cmpd="sng">
              <a:noFill/>
            </a:ln>
          </a:left>
          <a:right>
            <a:ln w="0" cmpd="sng">
              <a:noFill/>
            </a:ln>
          </a:right>
          <a:top>
            <a:ln w="0" cmpd="sng">
              <a:noFill/>
            </a:ln>
          </a:top>
          <a:bottom>
            <a:ln w="0" cmpd="sng">
              <a:noFill/>
            </a:ln>
          </a:bottom>
          <a:insideH>
            <a:ln w="12700" cmpd="sng">
              <a:solidFill>
                <a:schemeClr val="bg2"/>
              </a:solidFill>
            </a:ln>
          </a:insideH>
          <a:insideV>
            <a:ln w="0" cmpd="sng">
              <a:noFill/>
            </a:ln>
          </a:insideV>
        </a:tcBdr>
        <a:fill>
          <a:noFill/>
        </a:fill>
      </a:tcStyle>
    </a:wholeTbl>
    <a:band1H>
      <a:tcStyle>
        <a:tcBdr/>
      </a:tcStyle>
    </a:band1H>
    <a:band2H>
      <a:tcStyle>
        <a:tcBdr/>
      </a:tcStyle>
    </a:band2H>
    <a:band1V>
      <a:tcStyle>
        <a:tcBdr/>
      </a:tcStyle>
    </a:band1V>
    <a:band2V>
      <a:tcStyle>
        <a:tcBdr/>
      </a:tcStyle>
    </a:band2V>
    <a:lastCol>
      <a:tcTxStyle b="on">
        <a:fontRef idx="minor">
          <a:prstClr val="black"/>
        </a:fontRef>
        <a:schemeClr val="tx2"/>
      </a:tcTxStyle>
      <a:tcStyle>
        <a:tcBdr/>
        <a:fill>
          <a:solidFill>
            <a:srgbClr val="E9E9E9"/>
          </a:solidFill>
        </a:fill>
      </a:tcStyle>
    </a:lastCol>
    <a:firstCol>
      <a:tcTxStyle b="on">
        <a:fontRef idx="minor">
          <a:prstClr val="black"/>
        </a:fontRef>
        <a:schemeClr val="tx2"/>
      </a:tcTxStyle>
      <a:tcStyle>
        <a:tcBdr/>
      </a:tcStyle>
    </a:firstCol>
    <a:lastRow>
      <a:tcTxStyle b="on">
        <a:fontRef idx="minor">
          <a:prstClr val="black"/>
        </a:fontRef>
        <a:schemeClr val="tx2"/>
      </a:tcTxStyle>
      <a:tcStyle>
        <a:tcBdr/>
        <a:fill>
          <a:solidFill>
            <a:srgbClr val="E9E9E9"/>
          </a:solidFill>
        </a:fill>
      </a:tcStyle>
    </a:lastRow>
    <a:firstRow>
      <a:tcTxStyle b="on">
        <a:fontRef idx="minor">
          <a:prstClr val="black"/>
        </a:fontRef>
        <a:schemeClr val="tx2"/>
      </a:tcTxStyle>
      <a:tcStyle>
        <a:tcBdr>
          <a:bottom>
            <a:ln w="12700" cmpd="sng">
              <a:solidFill>
                <a:schemeClr val="accent2"/>
              </a:solidFill>
            </a:ln>
          </a:bottom>
        </a:tcBdr>
      </a:tcStyle>
    </a:firstRow>
  </a:tblStyle>
  <a:tblStyle styleId="{16486439-AC5F-4A27-B78C-A0BE22C8523E}" styleName="CVS Table 3">
    <a:wholeTbl>
      <a:tcTxStyle>
        <a:fontRef idx="minor">
          <a:prstClr val="black"/>
        </a:fontRef>
        <a:schemeClr val="tx2"/>
      </a:tcTxStyle>
      <a:tcStyle>
        <a:tcBdr>
          <a:left>
            <a:ln w="0" cmpd="sng">
              <a:noFill/>
            </a:ln>
          </a:left>
          <a:right>
            <a:ln w="0" cmpd="sng">
              <a:noFill/>
            </a:ln>
          </a:right>
          <a:top>
            <a:ln w="0" cmpd="sng">
              <a:noFill/>
            </a:ln>
          </a:top>
          <a:bottom>
            <a:ln w="0" cmpd="sng">
              <a:noFill/>
            </a:ln>
          </a:bottom>
          <a:insideH>
            <a:ln w="12700" cmpd="sng">
              <a:solidFill>
                <a:schemeClr val="bg2"/>
              </a:solidFill>
            </a:ln>
          </a:insideH>
          <a:insideV>
            <a:ln w="0" cmpd="sng">
              <a:noFill/>
            </a:ln>
          </a:insideV>
        </a:tcBdr>
        <a:fill>
          <a:noFill/>
        </a:fill>
      </a:tcStyle>
    </a:wholeTbl>
    <a:band1H>
      <a:tcStyle>
        <a:tcBdr/>
      </a:tcStyle>
    </a:band1H>
    <a:band2H>
      <a:tcStyle>
        <a:tcBdr/>
      </a:tcStyle>
    </a:band2H>
    <a:band1V>
      <a:tcStyle>
        <a:tcBdr/>
      </a:tcStyle>
    </a:band1V>
    <a:band2V>
      <a:tcStyle>
        <a:tcBdr/>
      </a:tcStyle>
    </a:band2V>
    <a:lastCol>
      <a:tcTxStyle b="on">
        <a:fontRef idx="minor">
          <a:prstClr val="black"/>
        </a:fontRef>
        <a:schemeClr val="tx2"/>
      </a:tcTxStyle>
      <a:tcStyle>
        <a:tcBdr/>
        <a:fill>
          <a:solidFill>
            <a:srgbClr val="E9E9E9"/>
          </a:solidFill>
        </a:fill>
      </a:tcStyle>
    </a:lastCol>
    <a:firstCol>
      <a:tcTxStyle b="on">
        <a:fontRef idx="minor">
          <a:prstClr val="black"/>
        </a:fontRef>
        <a:schemeClr val="tx2"/>
      </a:tcTxStyle>
      <a:tcStyle>
        <a:tcBdr/>
      </a:tcStyle>
    </a:firstCol>
    <a:lastRow>
      <a:tcTxStyle b="on">
        <a:fontRef idx="minor">
          <a:prstClr val="black"/>
        </a:fontRef>
        <a:schemeClr val="tx2"/>
      </a:tcTxStyle>
      <a:tcStyle>
        <a:tcBdr/>
        <a:fill>
          <a:solidFill>
            <a:srgbClr val="E9E9E9"/>
          </a:solidFill>
        </a:fill>
      </a:tcStyle>
    </a:lastRow>
    <a:firstRow>
      <a:tcTxStyle b="on">
        <a:fontRef idx="minor">
          <a:prstClr val="red"/>
        </a:fontRef>
        <a:schemeClr val="accent2"/>
      </a:tcTxStyle>
      <a:tcStyle>
        <a:tcBdr>
          <a:bottom>
            <a:ln w="12700" cmpd="sng">
              <a:solidFill>
                <a:schemeClr val="accent6"/>
              </a:solidFill>
            </a:ln>
          </a:bottom>
        </a:tcBdr>
      </a:tcStyle>
    </a:firstRow>
  </a:tblStyle>
  <a:tblStyle styleId="{45550388-6236-4824-97A7-F25172F56FC5}" styleName="CVS Table 4">
    <a:wholeTbl>
      <a:tcTxStyle>
        <a:fontRef idx="minor">
          <a:prstClr val="black"/>
        </a:fontRef>
        <a:schemeClr val="tx2"/>
      </a:tcTxStyle>
      <a:tcStyle>
        <a:tcBdr>
          <a:left>
            <a:ln w="0" cmpd="sng">
              <a:noFill/>
            </a:ln>
          </a:left>
          <a:right>
            <a:ln w="0" cmpd="sng">
              <a:noFill/>
            </a:ln>
          </a:right>
          <a:top>
            <a:ln w="0" cmpd="sng">
              <a:noFill/>
            </a:ln>
          </a:top>
          <a:bottom>
            <a:ln w="0" cmpd="sng">
              <a:noFill/>
            </a:ln>
          </a:bottom>
          <a:insideH>
            <a:ln w="12700" cmpd="sng">
              <a:solidFill>
                <a:schemeClr val="bg2"/>
              </a:solidFill>
            </a:ln>
          </a:insideH>
          <a:insideV>
            <a:ln w="0" cmpd="sng">
              <a:noFill/>
            </a:ln>
          </a:insideV>
        </a:tcBdr>
        <a:fill>
          <a:noFill/>
        </a:fill>
      </a:tcStyle>
    </a:wholeTbl>
    <a:band1H>
      <a:tcStyle>
        <a:tcBdr/>
      </a:tcStyle>
    </a:band1H>
    <a:band2H>
      <a:tcStyle>
        <a:tcBdr/>
      </a:tcStyle>
    </a:band2H>
    <a:band1V>
      <a:tcStyle>
        <a:tcBdr/>
      </a:tcStyle>
    </a:band1V>
    <a:band2V>
      <a:tcStyle>
        <a:tcBdr/>
      </a:tcStyle>
    </a:band2V>
    <a:lastCol>
      <a:tcTxStyle b="on">
        <a:fontRef idx="minor">
          <a:prstClr val="black"/>
        </a:fontRef>
        <a:schemeClr val="tx2"/>
      </a:tcTxStyle>
      <a:tcStyle>
        <a:tcBdr/>
        <a:fill>
          <a:solidFill>
            <a:srgbClr val="E9E9E9"/>
          </a:solidFill>
        </a:fill>
      </a:tcStyle>
    </a:lastCol>
    <a:firstCol>
      <a:tcTxStyle b="on">
        <a:fontRef idx="minor">
          <a:prstClr val="black"/>
        </a:fontRef>
        <a:schemeClr val="tx2"/>
      </a:tcTxStyle>
      <a:tcStyle>
        <a:tcBdr/>
      </a:tcStyle>
    </a:firstCol>
    <a:lastRow>
      <a:tcTxStyle b="on">
        <a:fontRef idx="minor">
          <a:prstClr val="black"/>
        </a:fontRef>
        <a:schemeClr val="tx2"/>
      </a:tcTxStyle>
      <a:tcStyle>
        <a:tcBdr/>
        <a:fill>
          <a:solidFill>
            <a:srgbClr val="E9E9E9"/>
          </a:solidFill>
        </a:fill>
      </a:tcStyle>
    </a:lastRow>
    <a:firstRow>
      <a:tcTxStyle b="on">
        <a:fontRef idx="minor">
          <a:prstClr val="blue"/>
        </a:fontRef>
        <a:srgbClr val="0A4B8C"/>
      </a:tcTxStyle>
      <a:tcStyle>
        <a:tcBdr>
          <a:bottom>
            <a:ln w="12700" cmpd="sng">
              <a:solidFill>
                <a:schemeClr val="accent6"/>
              </a:solidFill>
            </a:ln>
          </a:bottom>
        </a:tcBdr>
      </a:tcStyle>
    </a:firstRow>
  </a:tblStyle>
  <a:tblStyle styleId="{2268F375-FF24-489F-8BCC-F0714B050B05}" styleName="CVS Table 5">
    <a:wholeTbl>
      <a:tcTxStyle>
        <a:fontRef idx="minor">
          <a:prstClr val="black"/>
        </a:fontRef>
        <a:schemeClr val="tx2"/>
      </a:tcTxStyle>
      <a:tcStyle>
        <a:tcBdr>
          <a:left>
            <a:ln w="0" cmpd="sng">
              <a:noFill/>
            </a:ln>
          </a:left>
          <a:right>
            <a:ln w="0" cmpd="sng">
              <a:noFill/>
            </a:ln>
          </a:right>
          <a:top>
            <a:ln w="0" cmpd="sng">
              <a:noFill/>
            </a:ln>
          </a:top>
          <a:bottom>
            <a:ln w="0" cmpd="sng">
              <a:noFill/>
            </a:ln>
          </a:bottom>
          <a:insideH>
            <a:ln w="12700" cmpd="sng">
              <a:solidFill>
                <a:schemeClr val="bg2"/>
              </a:solidFill>
            </a:ln>
          </a:insideH>
          <a:insideV>
            <a:ln w="0" cmpd="sng">
              <a:noFill/>
            </a:ln>
          </a:insideV>
        </a:tcBdr>
        <a:fill>
          <a:noFill/>
        </a:fill>
      </a:tcStyle>
    </a:wholeTbl>
    <a:band1H>
      <a:tcStyle>
        <a:tcBdr/>
      </a:tcStyle>
    </a:band1H>
    <a:band2H>
      <a:tcStyle>
        <a:tcBdr/>
        <a:fill>
          <a:solidFill>
            <a:srgbClr val="E9E9E9"/>
          </a:solidFill>
        </a:fill>
      </a:tcStyle>
    </a:band2H>
    <a:band1V>
      <a:tcStyle>
        <a:tcBdr/>
      </a:tcStyle>
    </a:band1V>
    <a:band2V>
      <a:tcStyle>
        <a:tcBdr/>
        <a:fill>
          <a:solidFill>
            <a:srgbClr val="E9E9E9"/>
          </a:solidFill>
        </a:fill>
      </a:tcStyle>
    </a:band2V>
    <a:lastCol>
      <a:tcStyle>
        <a:tcBdr/>
      </a:tcStyle>
    </a:lastCol>
    <a:firstCol>
      <a:tcTxStyle b="on">
        <a:fontRef idx="minor">
          <a:prstClr val="black"/>
        </a:fontRef>
        <a:schemeClr val="tx2"/>
      </a:tcTxStyle>
      <a:tcStyle>
        <a:tcBdr/>
      </a:tcStyle>
    </a:firstCol>
    <a:lastRow>
      <a:tcTxStyle b="on">
        <a:fontRef idx="minor">
          <a:prstClr val="brown"/>
        </a:fontRef>
        <a:schemeClr val="accent1"/>
      </a:tcTxStyle>
      <a:tcStyle>
        <a:tcBdr/>
      </a:tcStyle>
    </a:lastRow>
    <a:firstRow>
      <a:tcTxStyle b="on">
        <a:fontRef idx="minor">
          <a:prstClr val="black"/>
        </a:fontRef>
        <a:schemeClr val="tx2"/>
      </a:tcTxStyle>
      <a:tcStyle>
        <a:tcBdr>
          <a:bottom>
            <a:ln w="12700" cmpd="sng">
              <a:solidFill>
                <a:schemeClr val="accent6"/>
              </a:solidFill>
            </a:ln>
          </a:bottom>
        </a:tcBdr>
        <a:fill>
          <a:solidFill>
            <a:srgbClr val="E9E9E9"/>
          </a:solidFill>
        </a:fill>
      </a:tcStyle>
    </a:firstRow>
  </a:tblStyle>
  <a:tblStyle styleId="{5B16CA05-3835-4193-AC71-686F5E0D2453}" styleName="CVS Table 6">
    <a:wholeTbl>
      <a:tcTxStyle>
        <a:fontRef idx="minor">
          <a:prstClr val="black"/>
        </a:fontRef>
        <a:schemeClr val="tx2"/>
      </a:tcTxStyle>
      <a:tcStyle>
        <a:tcBdr>
          <a:left>
            <a:ln w="0" cmpd="sng">
              <a:noFill/>
            </a:ln>
          </a:left>
          <a:right>
            <a:ln w="0" cmpd="sng">
              <a:noFill/>
            </a:ln>
          </a:right>
          <a:top>
            <a:ln w="0" cmpd="sng">
              <a:noFill/>
            </a:ln>
          </a:top>
          <a:bottom>
            <a:ln w="0" cmpd="sng">
              <a:noFill/>
            </a:ln>
          </a:bottom>
          <a:insideH>
            <a:ln w="12700" cmpd="sng">
              <a:solidFill>
                <a:schemeClr val="bg2"/>
              </a:solidFill>
            </a:ln>
          </a:insideH>
          <a:insideV>
            <a:ln w="0" cmpd="sng">
              <a:noFill/>
            </a:ln>
          </a:insideV>
        </a:tcBdr>
        <a:fill>
          <a:noFill/>
        </a:fill>
      </a:tcStyle>
    </a:wholeTbl>
    <a:band1H>
      <a:tcStyle>
        <a:tcBdr/>
      </a:tcStyle>
    </a:band1H>
    <a:band2H>
      <a:tcStyle>
        <a:tcBdr/>
        <a:fill>
          <a:solidFill>
            <a:srgbClr val="E9E9E9"/>
          </a:solidFill>
        </a:fill>
      </a:tcStyle>
    </a:band2H>
    <a:band1V>
      <a:tcStyle>
        <a:tcBdr/>
      </a:tcStyle>
    </a:band1V>
    <a:band2V>
      <a:tcStyle>
        <a:tcBdr/>
        <a:fill>
          <a:solidFill>
            <a:srgbClr val="E9E9E9"/>
          </a:solidFill>
        </a:fill>
      </a:tcStyle>
    </a:band2V>
    <a:lastCol>
      <a:tcStyle>
        <a:tcBdr/>
      </a:tcStyle>
    </a:lastCol>
    <a:firstCol>
      <a:tcTxStyle b="on">
        <a:fontRef idx="minor">
          <a:prstClr val="black"/>
        </a:fontRef>
        <a:schemeClr val="tx2"/>
      </a:tcTxStyle>
      <a:tcStyle>
        <a:tcBdr/>
      </a:tcStyle>
    </a:firstCol>
    <a:lastRow>
      <a:tcTxStyle b="on">
        <a:fontRef idx="minor">
          <a:prstClr val="black"/>
        </a:fontRef>
        <a:schemeClr val="tx2"/>
      </a:tcTxStyle>
      <a:tcStyle>
        <a:tcBdr/>
      </a:tcStyle>
    </a:lastRow>
    <a:firstRow>
      <a:tcTxStyle b="on">
        <a:fontRef idx="minor">
          <a:prstClr val="black"/>
        </a:fontRef>
        <a:schemeClr val="tx2"/>
      </a:tcTxStyle>
      <a:tcStyle>
        <a:tcBdr>
          <a:bottom>
            <a:ln w="12700" cmpd="sng">
              <a:solidFill>
                <a:schemeClr val="accent2"/>
              </a:solidFill>
            </a:ln>
          </a:bottom>
        </a:tcBdr>
        <a:fill>
          <a:solidFill>
            <a:srgbClr val="E9E9E9"/>
          </a:solidFill>
        </a:fill>
      </a:tcStyle>
    </a:firstRow>
  </a:tblStyle>
  <a:tblStyle styleId="{FA0B3A61-A383-473F-9F12-C45DFEE99176}" styleName="CVS Table 7">
    <a:wholeTbl>
      <a:tcTxStyle>
        <a:fontRef idx="minor">
          <a:prstClr val="black"/>
        </a:fontRef>
        <a:schemeClr val="tx2"/>
      </a:tcTxStyle>
      <a:tcStyle>
        <a:tcBdr>
          <a:left>
            <a:ln w="0" cmpd="sng">
              <a:noFill/>
            </a:ln>
          </a:left>
          <a:right>
            <a:ln w="0" cmpd="sng">
              <a:noFill/>
            </a:ln>
          </a:right>
          <a:top>
            <a:ln w="0" cmpd="sng">
              <a:noFill/>
            </a:ln>
          </a:top>
          <a:bottom>
            <a:ln w="0" cmpd="sng">
              <a:noFill/>
            </a:ln>
          </a:bottom>
          <a:insideH>
            <a:ln w="12700" cmpd="sng">
              <a:solidFill>
                <a:schemeClr val="bg2"/>
              </a:solidFill>
            </a:ln>
          </a:insideH>
          <a:insideV>
            <a:ln w="0" cmpd="sng">
              <a:noFill/>
            </a:ln>
          </a:insideV>
        </a:tcBdr>
        <a:fill>
          <a:noFill/>
        </a:fill>
      </a:tcStyle>
    </a:wholeTbl>
    <a:band1H>
      <a:tcStyle>
        <a:tcBdr/>
      </a:tcStyle>
    </a:band1H>
    <a:band2H>
      <a:tcStyle>
        <a:tcBdr/>
        <a:fill>
          <a:solidFill>
            <a:srgbClr val="E9E9E9"/>
          </a:solidFill>
        </a:fill>
      </a:tcStyle>
    </a:band2H>
    <a:band1V>
      <a:tcStyle>
        <a:tcBdr/>
      </a:tcStyle>
    </a:band1V>
    <a:band2V>
      <a:tcStyle>
        <a:tcBdr/>
        <a:fill>
          <a:solidFill>
            <a:srgbClr val="E9E9E9"/>
          </a:solidFill>
        </a:fill>
      </a:tcStyle>
    </a:band2V>
    <a:lastCol>
      <a:tcStyle>
        <a:tcBdr/>
      </a:tcStyle>
    </a:lastCol>
    <a:firstCol>
      <a:tcTxStyle b="on">
        <a:fontRef idx="minor">
          <a:prstClr val="black"/>
        </a:fontRef>
        <a:schemeClr val="tx2"/>
      </a:tcTxStyle>
      <a:tcStyle>
        <a:tcBdr/>
      </a:tcStyle>
    </a:firstCol>
    <a:lastRow>
      <a:tcTxStyle b="on">
        <a:fontRef idx="minor">
          <a:prstClr val="black"/>
        </a:fontRef>
        <a:schemeClr val="tx2"/>
      </a:tcTxStyle>
      <a:tcStyle>
        <a:tcBdr/>
      </a:tcStyle>
    </a:lastRow>
    <a:firstRow>
      <a:tcTxStyle b="on">
        <a:fontRef idx="minor">
          <a:prstClr val="blue"/>
        </a:fontRef>
        <a:srgbClr val="0A4B8C"/>
      </a:tcTxStyle>
      <a:tcStyle>
        <a:tcBdr>
          <a:bottom>
            <a:ln w="12700" cmpd="sng">
              <a:solidFill>
                <a:schemeClr val="accent6"/>
              </a:solidFill>
            </a:ln>
          </a:bottom>
        </a:tcBdr>
        <a:fill>
          <a:solidFill>
            <a:srgbClr val="E9E9E9"/>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tesViewPr>
    <p:cSldViewPr snapToGrid="0">
      <p:cViewPr>
        <p:scale>
          <a:sx n="1" d="2"/>
          <a:sy n="1" d="2"/>
        </p:scale>
        <p:origin x="0" y="0"/>
      </p:cViewPr>
      <p:guideLst>
        <p:guide orient="horz" pos="2160"/>
        <p:guide pos="288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16" Type="http://schemas.openxmlformats.org/officeDocument/2006/relationships/slide" Target="slides/slide1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74" Type="http://schemas.openxmlformats.org/officeDocument/2006/relationships/theme" Target="theme/theme1.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notesMaster" Target="notesMasters/notesMaster1.xml"/><Relationship Id="rId77" Type="http://schemas.microsoft.com/office/2015/10/relationships/revisionInfo" Target="revisionInfo.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handoutMaster" Target="handoutMasters/handoutMaster1.xml"/><Relationship Id="rId75"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viewProps" Target="viewProps.xml"/><Relationship Id="rId78"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microsoft.com/office/2016/11/relationships/changesInfo" Target="changesInfos/changesInfo1.xml"/><Relationship Id="rId7" Type="http://schemas.openxmlformats.org/officeDocument/2006/relationships/slide" Target="slides/slide3.xml"/><Relationship Id="rId71" Type="http://schemas.openxmlformats.org/officeDocument/2006/relationships/commentAuthors" Target="commentAuthors.xml"/><Relationship Id="rId2" Type="http://schemas.openxmlformats.org/officeDocument/2006/relationships/customXml" Target="../customXml/item2.xml"/><Relationship Id="rId29" Type="http://schemas.openxmlformats.org/officeDocument/2006/relationships/slide" Target="slides/slide2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onevytsky, Allie" userId="S::allie.sonevytsky@aetna.com::e9625fb8-dabf-48ce-a190-a9783de515e5" providerId="AD" clId="Web-{1DA6A98C-03C0-C780-7F80-D97861AFD94C}"/>
    <pc:docChg chg="addSld modSld modSection">
      <pc:chgData name="Sonevytsky, Allie" userId="S::allie.sonevytsky@aetna.com::e9625fb8-dabf-48ce-a190-a9783de515e5" providerId="AD" clId="Web-{1DA6A98C-03C0-C780-7F80-D97861AFD94C}" dt="2026-05-04T17:47:44.284" v="51" actId="20577"/>
      <pc:docMkLst>
        <pc:docMk/>
      </pc:docMkLst>
      <pc:sldChg chg="modSp add replId">
        <pc:chgData name="Sonevytsky, Allie" userId="S::allie.sonevytsky@aetna.com::e9625fb8-dabf-48ce-a190-a9783de515e5" providerId="AD" clId="Web-{1DA6A98C-03C0-C780-7F80-D97861AFD94C}" dt="2026-05-04T17:47:44.284" v="51" actId="20577"/>
        <pc:sldMkLst>
          <pc:docMk/>
          <pc:sldMk cId="1425307004" sldId="2147483557"/>
        </pc:sldMkLst>
        <pc:spChg chg="mod">
          <ac:chgData name="Sonevytsky, Allie" userId="S::allie.sonevytsky@aetna.com::e9625fb8-dabf-48ce-a190-a9783de515e5" providerId="AD" clId="Web-{1DA6A98C-03C0-C780-7F80-D97861AFD94C}" dt="2026-05-04T17:47:44.284" v="51" actId="20577"/>
          <ac:spMkLst>
            <pc:docMk/>
            <pc:sldMk cId="1425307004" sldId="2147483557"/>
            <ac:spMk id="3" creationId="{41C4C8EB-63DF-2F92-6396-BBB64A7F6595}"/>
          </ac:spMkLst>
        </pc:spChg>
      </pc:sldChg>
    </pc:docChg>
  </pc:docChgLst>
  <pc:docChgLst>
    <pc:chgData name="Sonevytsky, Allie" userId="e9625fb8-dabf-48ce-a190-a9783de515e5" providerId="ADAL" clId="{BB618384-4613-465A-A30D-39F5A46CEE22}"/>
    <pc:docChg chg="undo custSel addSld delSld modSld sldOrd addSection modSection">
      <pc:chgData name="Sonevytsky, Allie" userId="e9625fb8-dabf-48ce-a190-a9783de515e5" providerId="ADAL" clId="{BB618384-4613-465A-A30D-39F5A46CEE22}" dt="2026-05-18T13:32:46.235" v="7282" actId="14734"/>
      <pc:docMkLst>
        <pc:docMk/>
      </pc:docMkLst>
      <pc:sldChg chg="addSp delSp modSp mod">
        <pc:chgData name="Sonevytsky, Allie" userId="e9625fb8-dabf-48ce-a190-a9783de515e5" providerId="ADAL" clId="{BB618384-4613-465A-A30D-39F5A46CEE22}" dt="2026-05-15T20:17:48.335" v="6915" actId="1076"/>
        <pc:sldMkLst>
          <pc:docMk/>
          <pc:sldMk cId="3780303661" sldId="2147309558"/>
        </pc:sldMkLst>
        <pc:spChg chg="mod">
          <ac:chgData name="Sonevytsky, Allie" userId="e9625fb8-dabf-48ce-a190-a9783de515e5" providerId="ADAL" clId="{BB618384-4613-465A-A30D-39F5A46CEE22}" dt="2026-05-15T20:17:10.034" v="6903" actId="20577"/>
          <ac:spMkLst>
            <pc:docMk/>
            <pc:sldMk cId="3780303661" sldId="2147309558"/>
            <ac:spMk id="4" creationId="{00000000-0000-0000-0000-000000000000}"/>
          </ac:spMkLst>
        </pc:spChg>
        <pc:spChg chg="add mod">
          <ac:chgData name="Sonevytsky, Allie" userId="e9625fb8-dabf-48ce-a190-a9783de515e5" providerId="ADAL" clId="{BB618384-4613-465A-A30D-39F5A46CEE22}" dt="2026-05-15T20:17:48.335" v="6915" actId="1076"/>
          <ac:spMkLst>
            <pc:docMk/>
            <pc:sldMk cId="3780303661" sldId="2147309558"/>
            <ac:spMk id="5" creationId="{0EE242C7-E5B9-7AA3-5B49-7C53B7CC824A}"/>
          </ac:spMkLst>
        </pc:spChg>
        <pc:picChg chg="mod">
          <ac:chgData name="Sonevytsky, Allie" userId="e9625fb8-dabf-48ce-a190-a9783de515e5" providerId="ADAL" clId="{BB618384-4613-465A-A30D-39F5A46CEE22}" dt="2026-05-15T20:17:46.022" v="6914" actId="1076"/>
          <ac:picMkLst>
            <pc:docMk/>
            <pc:sldMk cId="3780303661" sldId="2147309558"/>
            <ac:picMk id="8" creationId="{7E353B3A-DF59-48C3-8D8B-F54EE4D4B6F0}"/>
          </ac:picMkLst>
        </pc:picChg>
      </pc:sldChg>
      <pc:sldChg chg="addSp delSp modSp add mod ord modCm">
        <pc:chgData name="Sonevytsky, Allie" userId="e9625fb8-dabf-48ce-a190-a9783de515e5" providerId="ADAL" clId="{BB618384-4613-465A-A30D-39F5A46CEE22}" dt="2026-05-05T17:54:44.272" v="2386" actId="13926"/>
        <pc:sldMkLst>
          <pc:docMk/>
          <pc:sldMk cId="3196038844" sldId="2147310109"/>
        </pc:sldMkLst>
        <pc:spChg chg="mod">
          <ac:chgData name="Sonevytsky, Allie" userId="e9625fb8-dabf-48ce-a190-a9783de515e5" providerId="ADAL" clId="{BB618384-4613-465A-A30D-39F5A46CEE22}" dt="2026-05-01T21:13:03.580" v="368" actId="207"/>
          <ac:spMkLst>
            <pc:docMk/>
            <pc:sldMk cId="3196038844" sldId="2147310109"/>
            <ac:spMk id="2" creationId="{13F057AA-9B91-FA52-0C97-38188585F016}"/>
          </ac:spMkLst>
        </pc:spChg>
        <pc:spChg chg="mod">
          <ac:chgData name="Sonevytsky, Allie" userId="e9625fb8-dabf-48ce-a190-a9783de515e5" providerId="ADAL" clId="{BB618384-4613-465A-A30D-39F5A46CEE22}" dt="2026-05-05T17:54:44.272" v="2386" actId="13926"/>
          <ac:spMkLst>
            <pc:docMk/>
            <pc:sldMk cId="3196038844" sldId="2147310109"/>
            <ac:spMk id="3" creationId="{A5E5AE17-E655-E3A5-A4BB-5547A3E8C8F9}"/>
          </ac:spMkLst>
        </pc:spChg>
        <pc:picChg chg="add mod">
          <ac:chgData name="Sonevytsky, Allie" userId="e9625fb8-dabf-48ce-a190-a9783de515e5" providerId="ADAL" clId="{BB618384-4613-465A-A30D-39F5A46CEE22}" dt="2026-05-01T21:13:38.590" v="378" actId="1076"/>
          <ac:picMkLst>
            <pc:docMk/>
            <pc:sldMk cId="3196038844" sldId="2147310109"/>
            <ac:picMk id="7" creationId="{26067C80-8C24-8A3C-EB4D-0E54D6AFF1AD}"/>
          </ac:picMkLst>
        </pc:picChg>
        <pc:picChg chg="add mod">
          <ac:chgData name="Sonevytsky, Allie" userId="e9625fb8-dabf-48ce-a190-a9783de515e5" providerId="ADAL" clId="{BB618384-4613-465A-A30D-39F5A46CEE22}" dt="2026-05-01T21:13:38.905" v="379" actId="1076"/>
          <ac:picMkLst>
            <pc:docMk/>
            <pc:sldMk cId="3196038844" sldId="2147310109"/>
            <ac:picMk id="8" creationId="{9AAE84C9-C11E-D77E-A7C0-F63C1E2EB509}"/>
          </ac:picMkLst>
        </pc:picChg>
        <pc:picChg chg="add mod">
          <ac:chgData name="Sonevytsky, Allie" userId="e9625fb8-dabf-48ce-a190-a9783de515e5" providerId="ADAL" clId="{BB618384-4613-465A-A30D-39F5A46CEE22}" dt="2026-05-01T21:13:39.222" v="380" actId="1076"/>
          <ac:picMkLst>
            <pc:docMk/>
            <pc:sldMk cId="3196038844" sldId="2147310109"/>
            <ac:picMk id="9" creationId="{7BA86D2C-AD9E-6AAE-E8D0-3393180B60EE}"/>
          </ac:picMkLst>
        </pc:picChg>
        <pc:extLst>
          <p:ext xmlns:p="http://schemas.openxmlformats.org/presentationml/2006/main" uri="{D6D511B9-2390-475A-947B-AFAB55BFBCF1}">
            <pc226:cmChg xmlns:pc226="http://schemas.microsoft.com/office/powerpoint/2022/06/main/command" chg="mod">
              <pc226:chgData name="Sonevytsky, Allie" userId="e9625fb8-dabf-48ce-a190-a9783de515e5" providerId="ADAL" clId="{BB618384-4613-465A-A30D-39F5A46CEE22}" dt="2026-05-01T21:09:42.324" v="173" actId="20577"/>
              <pc2:cmMkLst xmlns:pc2="http://schemas.microsoft.com/office/powerpoint/2019/9/main/command">
                <pc:docMk/>
                <pc:sldMk cId="3196038844" sldId="2147310109"/>
                <pc2:cmMk id="{F3F8E8F3-327E-49B5-AB24-A761BC29690B}"/>
              </pc2:cmMkLst>
            </pc226:cmChg>
          </p:ext>
        </pc:extLst>
      </pc:sldChg>
      <pc:sldChg chg="add">
        <pc:chgData name="Sonevytsky, Allie" userId="e9625fb8-dabf-48ce-a190-a9783de515e5" providerId="ADAL" clId="{BB618384-4613-465A-A30D-39F5A46CEE22}" dt="2026-04-30T14:09:32.461" v="66"/>
        <pc:sldMkLst>
          <pc:docMk/>
          <pc:sldMk cId="2081557546" sldId="2147483551"/>
        </pc:sldMkLst>
      </pc:sldChg>
      <pc:sldChg chg="addSp modSp mod">
        <pc:chgData name="Sonevytsky, Allie" userId="e9625fb8-dabf-48ce-a190-a9783de515e5" providerId="ADAL" clId="{BB618384-4613-465A-A30D-39F5A46CEE22}" dt="2026-05-14T16:31:12.440" v="6431" actId="1076"/>
        <pc:sldMkLst>
          <pc:docMk/>
          <pc:sldMk cId="366026979" sldId="2147483553"/>
        </pc:sldMkLst>
        <pc:spChg chg="mod">
          <ac:chgData name="Sonevytsky, Allie" userId="e9625fb8-dabf-48ce-a190-a9783de515e5" providerId="ADAL" clId="{BB618384-4613-465A-A30D-39F5A46CEE22}" dt="2026-05-01T21:13:05.996" v="369" actId="207"/>
          <ac:spMkLst>
            <pc:docMk/>
            <pc:sldMk cId="366026979" sldId="2147483553"/>
            <ac:spMk id="2" creationId="{A0DD7EA4-16EB-AB6F-8AFC-20D73A692BED}"/>
          </ac:spMkLst>
        </pc:spChg>
        <pc:spChg chg="mod">
          <ac:chgData name="Sonevytsky, Allie" userId="e9625fb8-dabf-48ce-a190-a9783de515e5" providerId="ADAL" clId="{BB618384-4613-465A-A30D-39F5A46CEE22}" dt="2026-05-14T16:31:03.660" v="6429" actId="20577"/>
          <ac:spMkLst>
            <pc:docMk/>
            <pc:sldMk cId="366026979" sldId="2147483553"/>
            <ac:spMk id="3" creationId="{E311AD99-5092-A483-55A0-6DF85D0B8F31}"/>
          </ac:spMkLst>
        </pc:spChg>
        <pc:picChg chg="add mod">
          <ac:chgData name="Sonevytsky, Allie" userId="e9625fb8-dabf-48ce-a190-a9783de515e5" providerId="ADAL" clId="{BB618384-4613-465A-A30D-39F5A46CEE22}" dt="2026-04-30T19:03:10.271" v="135"/>
          <ac:picMkLst>
            <pc:docMk/>
            <pc:sldMk cId="366026979" sldId="2147483553"/>
            <ac:picMk id="4" creationId="{6C5EB7ED-0F50-D02A-C694-F3E5253F1FDA}"/>
          </ac:picMkLst>
        </pc:picChg>
        <pc:picChg chg="add mod">
          <ac:chgData name="Sonevytsky, Allie" userId="e9625fb8-dabf-48ce-a190-a9783de515e5" providerId="ADAL" clId="{BB618384-4613-465A-A30D-39F5A46CEE22}" dt="2026-05-14T16:31:11.256" v="6430" actId="1076"/>
          <ac:picMkLst>
            <pc:docMk/>
            <pc:sldMk cId="366026979" sldId="2147483553"/>
            <ac:picMk id="6" creationId="{5F9BFBDB-6C84-BF84-9BD3-13E67B812ABA}"/>
          </ac:picMkLst>
        </pc:picChg>
        <pc:picChg chg="add mod">
          <ac:chgData name="Sonevytsky, Allie" userId="e9625fb8-dabf-48ce-a190-a9783de515e5" providerId="ADAL" clId="{BB618384-4613-465A-A30D-39F5A46CEE22}" dt="2026-05-14T16:31:12.440" v="6431" actId="1076"/>
          <ac:picMkLst>
            <pc:docMk/>
            <pc:sldMk cId="366026979" sldId="2147483553"/>
            <ac:picMk id="7" creationId="{A29716A8-B49C-38AF-8D29-027528660C7F}"/>
          </ac:picMkLst>
        </pc:picChg>
      </pc:sldChg>
      <pc:sldChg chg="addSp delSp modSp mod ord modShow">
        <pc:chgData name="Sonevytsky, Allie" userId="e9625fb8-dabf-48ce-a190-a9783de515e5" providerId="ADAL" clId="{BB618384-4613-465A-A30D-39F5A46CEE22}" dt="2026-05-15T20:24:00.585" v="7260"/>
        <pc:sldMkLst>
          <pc:docMk/>
          <pc:sldMk cId="1148812452" sldId="2147483554"/>
        </pc:sldMkLst>
        <pc:spChg chg="mod">
          <ac:chgData name="Sonevytsky, Allie" userId="e9625fb8-dabf-48ce-a190-a9783de515e5" providerId="ADAL" clId="{BB618384-4613-465A-A30D-39F5A46CEE22}" dt="2026-05-11T21:06:06.846" v="5583" actId="20577"/>
          <ac:spMkLst>
            <pc:docMk/>
            <pc:sldMk cId="1148812452" sldId="2147483554"/>
            <ac:spMk id="2" creationId="{9A5D6C36-B621-2552-1D56-8B24CCE6DB3C}"/>
          </ac:spMkLst>
        </pc:spChg>
        <pc:spChg chg="add mod">
          <ac:chgData name="Sonevytsky, Allie" userId="e9625fb8-dabf-48ce-a190-a9783de515e5" providerId="ADAL" clId="{BB618384-4613-465A-A30D-39F5A46CEE22}" dt="2026-05-11T21:04:23.248" v="5542" actId="208"/>
          <ac:spMkLst>
            <pc:docMk/>
            <pc:sldMk cId="1148812452" sldId="2147483554"/>
            <ac:spMk id="4" creationId="{52AE7482-F412-8EDA-2428-DA26C3EA8A97}"/>
          </ac:spMkLst>
        </pc:spChg>
        <pc:spChg chg="add del mod">
          <ac:chgData name="Sonevytsky, Allie" userId="e9625fb8-dabf-48ce-a190-a9783de515e5" providerId="ADAL" clId="{BB618384-4613-465A-A30D-39F5A46CEE22}" dt="2026-05-14T17:10:55.861" v="6505" actId="20577"/>
          <ac:spMkLst>
            <pc:docMk/>
            <pc:sldMk cId="1148812452" sldId="2147483554"/>
            <ac:spMk id="5" creationId="{25FEF284-6051-7F71-8B4F-443683DD41E4}"/>
          </ac:spMkLst>
        </pc:spChg>
        <pc:graphicFrameChg chg="add mod modGraphic">
          <ac:chgData name="Sonevytsky, Allie" userId="e9625fb8-dabf-48ce-a190-a9783de515e5" providerId="ADAL" clId="{BB618384-4613-465A-A30D-39F5A46CEE22}" dt="2026-05-14T17:24:18.765" v="6511" actId="207"/>
          <ac:graphicFrameMkLst>
            <pc:docMk/>
            <pc:sldMk cId="1148812452" sldId="2147483554"/>
            <ac:graphicFrameMk id="3" creationId="{78AA036E-7FCF-41C6-F4A1-9A419576D8EC}"/>
          </ac:graphicFrameMkLst>
        </pc:graphicFrameChg>
      </pc:sldChg>
      <pc:sldChg chg="addSp delSp modSp mod ord">
        <pc:chgData name="Sonevytsky, Allie" userId="e9625fb8-dabf-48ce-a190-a9783de515e5" providerId="ADAL" clId="{BB618384-4613-465A-A30D-39F5A46CEE22}" dt="2026-05-14T16:31:38.391" v="6467" actId="20577"/>
        <pc:sldMkLst>
          <pc:docMk/>
          <pc:sldMk cId="1425307004" sldId="2147483557"/>
        </pc:sldMkLst>
        <pc:spChg chg="mod">
          <ac:chgData name="Sonevytsky, Allie" userId="e9625fb8-dabf-48ce-a190-a9783de515e5" providerId="ADAL" clId="{BB618384-4613-465A-A30D-39F5A46CEE22}" dt="2026-05-05T20:51:59.570" v="3445" actId="207"/>
          <ac:spMkLst>
            <pc:docMk/>
            <pc:sldMk cId="1425307004" sldId="2147483557"/>
            <ac:spMk id="2" creationId="{2ADBB526-608F-0CE5-2BF5-86A374772841}"/>
          </ac:spMkLst>
        </pc:spChg>
        <pc:spChg chg="mod">
          <ac:chgData name="Sonevytsky, Allie" userId="e9625fb8-dabf-48ce-a190-a9783de515e5" providerId="ADAL" clId="{BB618384-4613-465A-A30D-39F5A46CEE22}" dt="2026-05-14T16:31:38.391" v="6467" actId="20577"/>
          <ac:spMkLst>
            <pc:docMk/>
            <pc:sldMk cId="1425307004" sldId="2147483557"/>
            <ac:spMk id="3" creationId="{41C4C8EB-63DF-2F92-6396-BBB64A7F6595}"/>
          </ac:spMkLst>
        </pc:spChg>
        <pc:picChg chg="add mod">
          <ac:chgData name="Sonevytsky, Allie" userId="e9625fb8-dabf-48ce-a190-a9783de515e5" providerId="ADAL" clId="{BB618384-4613-465A-A30D-39F5A46CEE22}" dt="2026-05-05T20:23:27.604" v="3078" actId="1076"/>
          <ac:picMkLst>
            <pc:docMk/>
            <pc:sldMk cId="1425307004" sldId="2147483557"/>
            <ac:picMk id="10" creationId="{DE2EEA10-AA87-97C5-3B0A-2CE00A2A5D4F}"/>
          </ac:picMkLst>
        </pc:picChg>
        <pc:picChg chg="add mod">
          <ac:chgData name="Sonevytsky, Allie" userId="e9625fb8-dabf-48ce-a190-a9783de515e5" providerId="ADAL" clId="{BB618384-4613-465A-A30D-39F5A46CEE22}" dt="2026-05-05T20:23:41.879" v="3125" actId="1038"/>
          <ac:picMkLst>
            <pc:docMk/>
            <pc:sldMk cId="1425307004" sldId="2147483557"/>
            <ac:picMk id="11" creationId="{F1079BE0-5BA6-B01F-B676-2A5B5918355D}"/>
          </ac:picMkLst>
        </pc:picChg>
        <pc:picChg chg="add mod">
          <ac:chgData name="Sonevytsky, Allie" userId="e9625fb8-dabf-48ce-a190-a9783de515e5" providerId="ADAL" clId="{BB618384-4613-465A-A30D-39F5A46CEE22}" dt="2026-05-05T20:23:38.310" v="3117" actId="1035"/>
          <ac:picMkLst>
            <pc:docMk/>
            <pc:sldMk cId="1425307004" sldId="2147483557"/>
            <ac:picMk id="12" creationId="{6665890B-9C7F-97B7-B8D9-128793E5301E}"/>
          </ac:picMkLst>
        </pc:picChg>
        <pc:picChg chg="add mod">
          <ac:chgData name="Sonevytsky, Allie" userId="e9625fb8-dabf-48ce-a190-a9783de515e5" providerId="ADAL" clId="{BB618384-4613-465A-A30D-39F5A46CEE22}" dt="2026-05-05T20:23:34.664" v="3110" actId="1038"/>
          <ac:picMkLst>
            <pc:docMk/>
            <pc:sldMk cId="1425307004" sldId="2147483557"/>
            <ac:picMk id="13" creationId="{10448166-1012-CD75-3DE6-3B87C1E2DC9D}"/>
          </ac:picMkLst>
        </pc:picChg>
      </pc:sldChg>
      <pc:sldChg chg="addSp delSp modSp mod ord">
        <pc:chgData name="Sonevytsky, Allie" userId="e9625fb8-dabf-48ce-a190-a9783de515e5" providerId="ADAL" clId="{BB618384-4613-465A-A30D-39F5A46CEE22}" dt="2026-05-11T14:09:32.074" v="4723" actId="14100"/>
        <pc:sldMkLst>
          <pc:docMk/>
          <pc:sldMk cId="2155364197" sldId="2147483558"/>
        </pc:sldMkLst>
        <pc:spChg chg="mod">
          <ac:chgData name="Sonevytsky, Allie" userId="e9625fb8-dabf-48ce-a190-a9783de515e5" providerId="ADAL" clId="{BB618384-4613-465A-A30D-39F5A46CEE22}" dt="2026-05-11T13:48:12.307" v="4596" actId="20577"/>
          <ac:spMkLst>
            <pc:docMk/>
            <pc:sldMk cId="2155364197" sldId="2147483558"/>
            <ac:spMk id="2" creationId="{C35B824A-7516-4CEA-F791-A7A32766D7CB}"/>
          </ac:spMkLst>
        </pc:spChg>
        <pc:picChg chg="add mod">
          <ac:chgData name="Sonevytsky, Allie" userId="e9625fb8-dabf-48ce-a190-a9783de515e5" providerId="ADAL" clId="{BB618384-4613-465A-A30D-39F5A46CEE22}" dt="2026-05-11T14:09:32.074" v="4723" actId="14100"/>
          <ac:picMkLst>
            <pc:docMk/>
            <pc:sldMk cId="2155364197" sldId="2147483558"/>
            <ac:picMk id="4" creationId="{57276437-DE6E-0656-5033-FFE6A9B6F231}"/>
          </ac:picMkLst>
        </pc:picChg>
      </pc:sldChg>
      <pc:sldChg chg="addSp delSp modSp add mod ord modShow">
        <pc:chgData name="Sonevytsky, Allie" userId="e9625fb8-dabf-48ce-a190-a9783de515e5" providerId="ADAL" clId="{BB618384-4613-465A-A30D-39F5A46CEE22}" dt="2026-05-15T20:19:16.269" v="6959"/>
        <pc:sldMkLst>
          <pc:docMk/>
          <pc:sldMk cId="1572605923" sldId="2147483561"/>
        </pc:sldMkLst>
        <pc:spChg chg="mod">
          <ac:chgData name="Sonevytsky, Allie" userId="e9625fb8-dabf-48ce-a190-a9783de515e5" providerId="ADAL" clId="{BB618384-4613-465A-A30D-39F5A46CEE22}" dt="2026-05-11T21:06:19.555" v="5585"/>
          <ac:spMkLst>
            <pc:docMk/>
            <pc:sldMk cId="1572605923" sldId="2147483561"/>
            <ac:spMk id="2" creationId="{02C4F1F3-8CDC-5A63-ECD6-B4196135E5AD}"/>
          </ac:spMkLst>
        </pc:spChg>
        <pc:spChg chg="add mod">
          <ac:chgData name="Sonevytsky, Allie" userId="e9625fb8-dabf-48ce-a190-a9783de515e5" providerId="ADAL" clId="{BB618384-4613-465A-A30D-39F5A46CEE22}" dt="2026-05-15T16:47:30.437" v="6603" actId="13926"/>
          <ac:spMkLst>
            <pc:docMk/>
            <pc:sldMk cId="1572605923" sldId="2147483561"/>
            <ac:spMk id="3" creationId="{42442FF1-A483-18E9-3A87-DE06A23A6B93}"/>
          </ac:spMkLst>
        </pc:spChg>
        <pc:spChg chg="add mod">
          <ac:chgData name="Sonevytsky, Allie" userId="e9625fb8-dabf-48ce-a190-a9783de515e5" providerId="ADAL" clId="{BB618384-4613-465A-A30D-39F5A46CEE22}" dt="2026-05-11T21:08:40.986" v="5609"/>
          <ac:spMkLst>
            <pc:docMk/>
            <pc:sldMk cId="1572605923" sldId="2147483561"/>
            <ac:spMk id="5" creationId="{F1407144-6C86-08AE-4FA3-530272434907}"/>
          </ac:spMkLst>
        </pc:spChg>
        <pc:graphicFrameChg chg="add mod modGraphic">
          <ac:chgData name="Sonevytsky, Allie" userId="e9625fb8-dabf-48ce-a190-a9783de515e5" providerId="ADAL" clId="{BB618384-4613-465A-A30D-39F5A46CEE22}" dt="2026-05-14T17:44:30.914" v="6548" actId="207"/>
          <ac:graphicFrameMkLst>
            <pc:docMk/>
            <pc:sldMk cId="1572605923" sldId="2147483561"/>
            <ac:graphicFrameMk id="4" creationId="{143D9D5F-75EB-060A-AC9D-FDBB6B04162F}"/>
          </ac:graphicFrameMkLst>
        </pc:graphicFrameChg>
        <pc:graphicFrameChg chg="add mod modGraphic">
          <ac:chgData name="Sonevytsky, Allie" userId="e9625fb8-dabf-48ce-a190-a9783de515e5" providerId="ADAL" clId="{BB618384-4613-465A-A30D-39F5A46CEE22}" dt="2026-05-14T17:45:20.562" v="6579" actId="115"/>
          <ac:graphicFrameMkLst>
            <pc:docMk/>
            <pc:sldMk cId="1572605923" sldId="2147483561"/>
            <ac:graphicFrameMk id="9" creationId="{290F9CAF-598F-9B95-4A0A-D03F3732FF85}"/>
          </ac:graphicFrameMkLst>
        </pc:graphicFrameChg>
      </pc:sldChg>
      <pc:sldChg chg="delSp modSp add mod">
        <pc:chgData name="Sonevytsky, Allie" userId="e9625fb8-dabf-48ce-a190-a9783de515e5" providerId="ADAL" clId="{BB618384-4613-465A-A30D-39F5A46CEE22}" dt="2026-05-11T14:09:46.862" v="4730" actId="14100"/>
        <pc:sldMkLst>
          <pc:docMk/>
          <pc:sldMk cId="1927152711" sldId="2147483562"/>
        </pc:sldMkLst>
        <pc:picChg chg="mod">
          <ac:chgData name="Sonevytsky, Allie" userId="e9625fb8-dabf-48ce-a190-a9783de515e5" providerId="ADAL" clId="{BB618384-4613-465A-A30D-39F5A46CEE22}" dt="2026-05-11T14:09:46.862" v="4730" actId="14100"/>
          <ac:picMkLst>
            <pc:docMk/>
            <pc:sldMk cId="1927152711" sldId="2147483562"/>
            <ac:picMk id="7" creationId="{BD0E76D2-0ED2-50FE-EBEB-4C832A8CAD09}"/>
          </ac:picMkLst>
        </pc:picChg>
      </pc:sldChg>
      <pc:sldChg chg="delSp modSp add mod">
        <pc:chgData name="Sonevytsky, Allie" userId="e9625fb8-dabf-48ce-a190-a9783de515e5" providerId="ADAL" clId="{BB618384-4613-465A-A30D-39F5A46CEE22}" dt="2026-05-11T14:10:02.815" v="4739" actId="14100"/>
        <pc:sldMkLst>
          <pc:docMk/>
          <pc:sldMk cId="2872653240" sldId="2147483563"/>
        </pc:sldMkLst>
        <pc:picChg chg="mod">
          <ac:chgData name="Sonevytsky, Allie" userId="e9625fb8-dabf-48ce-a190-a9783de515e5" providerId="ADAL" clId="{BB618384-4613-465A-A30D-39F5A46CEE22}" dt="2026-05-11T14:10:02.815" v="4739" actId="14100"/>
          <ac:picMkLst>
            <pc:docMk/>
            <pc:sldMk cId="2872653240" sldId="2147483563"/>
            <ac:picMk id="10" creationId="{E95A287E-DDE2-C60C-CDA6-D31EC64213DB}"/>
          </ac:picMkLst>
        </pc:picChg>
      </pc:sldChg>
      <pc:sldChg chg="delSp modSp add mod">
        <pc:chgData name="Sonevytsky, Allie" userId="e9625fb8-dabf-48ce-a190-a9783de515e5" providerId="ADAL" clId="{BB618384-4613-465A-A30D-39F5A46CEE22}" dt="2026-05-11T14:10:16.167" v="4745" actId="478"/>
        <pc:sldMkLst>
          <pc:docMk/>
          <pc:sldMk cId="1232941610" sldId="2147483564"/>
        </pc:sldMkLst>
        <pc:picChg chg="mod">
          <ac:chgData name="Sonevytsky, Allie" userId="e9625fb8-dabf-48ce-a190-a9783de515e5" providerId="ADAL" clId="{BB618384-4613-465A-A30D-39F5A46CEE22}" dt="2026-05-11T14:10:13.872" v="4744" actId="1076"/>
          <ac:picMkLst>
            <pc:docMk/>
            <pc:sldMk cId="1232941610" sldId="2147483564"/>
            <ac:picMk id="16" creationId="{8CC60EFD-8B7E-D054-9819-5421ACFE454B}"/>
          </ac:picMkLst>
        </pc:picChg>
      </pc:sldChg>
      <pc:sldChg chg="addSp delSp modSp add mod">
        <pc:chgData name="Sonevytsky, Allie" userId="e9625fb8-dabf-48ce-a190-a9783de515e5" providerId="ADAL" clId="{BB618384-4613-465A-A30D-39F5A46CEE22}" dt="2026-05-11T14:11:11.415" v="4785" actId="1076"/>
        <pc:sldMkLst>
          <pc:docMk/>
          <pc:sldMk cId="1747885535" sldId="2147483565"/>
        </pc:sldMkLst>
        <pc:spChg chg="add mod">
          <ac:chgData name="Sonevytsky, Allie" userId="e9625fb8-dabf-48ce-a190-a9783de515e5" providerId="ADAL" clId="{BB618384-4613-465A-A30D-39F5A46CEE22}" dt="2026-05-11T14:11:11.415" v="4785" actId="1076"/>
          <ac:spMkLst>
            <pc:docMk/>
            <pc:sldMk cId="1747885535" sldId="2147483565"/>
            <ac:spMk id="3" creationId="{D26C047A-CAA0-600B-102F-3A4343434C4B}"/>
          </ac:spMkLst>
        </pc:spChg>
        <pc:picChg chg="mod">
          <ac:chgData name="Sonevytsky, Allie" userId="e9625fb8-dabf-48ce-a190-a9783de515e5" providerId="ADAL" clId="{BB618384-4613-465A-A30D-39F5A46CEE22}" dt="2026-05-11T14:10:29.212" v="4753" actId="1076"/>
          <ac:picMkLst>
            <pc:docMk/>
            <pc:sldMk cId="1747885535" sldId="2147483565"/>
            <ac:picMk id="14" creationId="{CD18FCFC-1D2E-DF60-59C7-94EF323E3BF3}"/>
          </ac:picMkLst>
        </pc:picChg>
      </pc:sldChg>
      <pc:sldChg chg="addSp delSp modSp mod">
        <pc:chgData name="Sonevytsky, Allie" userId="e9625fb8-dabf-48ce-a190-a9783de515e5" providerId="ADAL" clId="{BB618384-4613-465A-A30D-39F5A46CEE22}" dt="2026-05-14T17:14:33.986" v="6507" actId="1076"/>
        <pc:sldMkLst>
          <pc:docMk/>
          <pc:sldMk cId="4149543091" sldId="2147483566"/>
        </pc:sldMkLst>
        <pc:spChg chg="mod">
          <ac:chgData name="Sonevytsky, Allie" userId="e9625fb8-dabf-48ce-a190-a9783de515e5" providerId="ADAL" clId="{BB618384-4613-465A-A30D-39F5A46CEE22}" dt="2026-05-11T21:06:14.928" v="5584"/>
          <ac:spMkLst>
            <pc:docMk/>
            <pc:sldMk cId="4149543091" sldId="2147483566"/>
            <ac:spMk id="2" creationId="{E4BE96F2-95D7-23EE-AEF1-9E3B042E0ED3}"/>
          </ac:spMkLst>
        </pc:spChg>
        <pc:spChg chg="add mod">
          <ac:chgData name="Sonevytsky, Allie" userId="e9625fb8-dabf-48ce-a190-a9783de515e5" providerId="ADAL" clId="{BB618384-4613-465A-A30D-39F5A46CEE22}" dt="2026-05-11T21:04:29.033" v="5544"/>
          <ac:spMkLst>
            <pc:docMk/>
            <pc:sldMk cId="4149543091" sldId="2147483566"/>
            <ac:spMk id="8" creationId="{2093B040-6C02-7133-EB94-5894BC967290}"/>
          </ac:spMkLst>
        </pc:spChg>
        <pc:picChg chg="add mod">
          <ac:chgData name="Sonevytsky, Allie" userId="e9625fb8-dabf-48ce-a190-a9783de515e5" providerId="ADAL" clId="{BB618384-4613-465A-A30D-39F5A46CEE22}" dt="2026-05-11T21:05:42.658" v="5559" actId="1440"/>
          <ac:picMkLst>
            <pc:docMk/>
            <pc:sldMk cId="4149543091" sldId="2147483566"/>
            <ac:picMk id="7" creationId="{1E2404AA-C337-D277-2687-5BA5F2B0DF6B}"/>
          </ac:picMkLst>
        </pc:picChg>
        <pc:picChg chg="add mod">
          <ac:chgData name="Sonevytsky, Allie" userId="e9625fb8-dabf-48ce-a190-a9783de515e5" providerId="ADAL" clId="{BB618384-4613-465A-A30D-39F5A46CEE22}" dt="2026-05-14T17:14:33.986" v="6507" actId="1076"/>
          <ac:picMkLst>
            <pc:docMk/>
            <pc:sldMk cId="4149543091" sldId="2147483566"/>
            <ac:picMk id="12" creationId="{7434562B-2F47-8083-8A74-C1FE67CD57FB}"/>
          </ac:picMkLst>
        </pc:picChg>
      </pc:sldChg>
      <pc:sldChg chg="addSp modSp mod">
        <pc:chgData name="Sonevytsky, Allie" userId="e9625fb8-dabf-48ce-a190-a9783de515e5" providerId="ADAL" clId="{BB618384-4613-465A-A30D-39F5A46CEE22}" dt="2026-05-12T17:41:44.632" v="5630" actId="1076"/>
        <pc:sldMkLst>
          <pc:docMk/>
          <pc:sldMk cId="344598679" sldId="2147483567"/>
        </pc:sldMkLst>
        <pc:spChg chg="mod">
          <ac:chgData name="Sonevytsky, Allie" userId="e9625fb8-dabf-48ce-a190-a9783de515e5" providerId="ADAL" clId="{BB618384-4613-465A-A30D-39F5A46CEE22}" dt="2026-05-12T17:41:09.844" v="5620" actId="20577"/>
          <ac:spMkLst>
            <pc:docMk/>
            <pc:sldMk cId="344598679" sldId="2147483567"/>
            <ac:spMk id="2" creationId="{B36C2178-1FA9-09AB-1627-FF2190C3906D}"/>
          </ac:spMkLst>
        </pc:spChg>
        <pc:picChg chg="add mod">
          <ac:chgData name="Sonevytsky, Allie" userId="e9625fb8-dabf-48ce-a190-a9783de515e5" providerId="ADAL" clId="{BB618384-4613-465A-A30D-39F5A46CEE22}" dt="2026-05-12T17:41:44.632" v="5630" actId="1076"/>
          <ac:picMkLst>
            <pc:docMk/>
            <pc:sldMk cId="344598679" sldId="2147483567"/>
            <ac:picMk id="4" creationId="{5482F5AE-5535-CBF5-38CA-FFDBBE7F4B25}"/>
          </ac:picMkLst>
        </pc:picChg>
      </pc:sldChg>
      <pc:sldChg chg="addSp delSp modSp add mod">
        <pc:chgData name="Sonevytsky, Allie" userId="e9625fb8-dabf-48ce-a190-a9783de515e5" providerId="ADAL" clId="{BB618384-4613-465A-A30D-39F5A46CEE22}" dt="2026-05-15T20:23:51.327" v="7258" actId="20577"/>
        <pc:sldMkLst>
          <pc:docMk/>
          <pc:sldMk cId="3772468287" sldId="2147483568"/>
        </pc:sldMkLst>
        <pc:spChg chg="mod">
          <ac:chgData name="Sonevytsky, Allie" userId="e9625fb8-dabf-48ce-a190-a9783de515e5" providerId="ADAL" clId="{BB618384-4613-465A-A30D-39F5A46CEE22}" dt="2026-05-15T20:18:43.172" v="6936" actId="20577"/>
          <ac:spMkLst>
            <pc:docMk/>
            <pc:sldMk cId="3772468287" sldId="2147483568"/>
            <ac:spMk id="2" creationId="{5E400B92-0764-F3CD-6764-535BF95FA710}"/>
          </ac:spMkLst>
        </pc:spChg>
        <pc:spChg chg="mod">
          <ac:chgData name="Sonevytsky, Allie" userId="e9625fb8-dabf-48ce-a190-a9783de515e5" providerId="ADAL" clId="{BB618384-4613-465A-A30D-39F5A46CEE22}" dt="2026-05-15T20:23:51.327" v="7258" actId="20577"/>
          <ac:spMkLst>
            <pc:docMk/>
            <pc:sldMk cId="3772468287" sldId="2147483568"/>
            <ac:spMk id="3" creationId="{67FF47C2-E115-619A-7475-1E24F3DEF589}"/>
          </ac:spMkLst>
        </pc:spChg>
        <pc:picChg chg="add mod">
          <ac:chgData name="Sonevytsky, Allie" userId="e9625fb8-dabf-48ce-a190-a9783de515e5" providerId="ADAL" clId="{BB618384-4613-465A-A30D-39F5A46CEE22}" dt="2026-05-15T20:20:00.524" v="6966" actId="1037"/>
          <ac:picMkLst>
            <pc:docMk/>
            <pc:sldMk cId="3772468287" sldId="2147483568"/>
            <ac:picMk id="4" creationId="{61CD17D9-C8A9-ADAE-C32C-9C78CDEC3CA0}"/>
          </ac:picMkLst>
        </pc:picChg>
        <pc:picChg chg="add mod">
          <ac:chgData name="Sonevytsky, Allie" userId="e9625fb8-dabf-48ce-a190-a9783de515e5" providerId="ADAL" clId="{BB618384-4613-465A-A30D-39F5A46CEE22}" dt="2026-05-15T20:20:23.559" v="7001" actId="1036"/>
          <ac:picMkLst>
            <pc:docMk/>
            <pc:sldMk cId="3772468287" sldId="2147483568"/>
            <ac:picMk id="7" creationId="{C24908A6-4CA5-1118-BC07-74F03F1644F1}"/>
          </ac:picMkLst>
        </pc:picChg>
        <pc:picChg chg="add mod">
          <ac:chgData name="Sonevytsky, Allie" userId="e9625fb8-dabf-48ce-a190-a9783de515e5" providerId="ADAL" clId="{BB618384-4613-465A-A30D-39F5A46CEE22}" dt="2026-05-15T20:20:40.772" v="7033" actId="1036"/>
          <ac:picMkLst>
            <pc:docMk/>
            <pc:sldMk cId="3772468287" sldId="2147483568"/>
            <ac:picMk id="8" creationId="{BE906863-EAF9-D500-2883-9138A4DDB58C}"/>
          </ac:picMkLst>
        </pc:picChg>
        <pc:picChg chg="add mod">
          <ac:chgData name="Sonevytsky, Allie" userId="e9625fb8-dabf-48ce-a190-a9783de515e5" providerId="ADAL" clId="{BB618384-4613-465A-A30D-39F5A46CEE22}" dt="2026-05-15T20:20:50.004" v="7078" actId="1038"/>
          <ac:picMkLst>
            <pc:docMk/>
            <pc:sldMk cId="3772468287" sldId="2147483568"/>
            <ac:picMk id="9" creationId="{4843E8E4-F54A-DC52-CA6E-C37EC74AD365}"/>
          </ac:picMkLst>
        </pc:picChg>
      </pc:sldChg>
      <pc:sldChg chg="addSp delSp modSp add mod">
        <pc:chgData name="Sonevytsky, Allie" userId="e9625fb8-dabf-48ce-a190-a9783de515e5" providerId="ADAL" clId="{BB618384-4613-465A-A30D-39F5A46CEE22}" dt="2026-05-13T14:52:03.976" v="6336" actId="1076"/>
        <pc:sldMkLst>
          <pc:docMk/>
          <pc:sldMk cId="1771240105" sldId="2147483569"/>
        </pc:sldMkLst>
        <pc:spChg chg="mod">
          <ac:chgData name="Sonevytsky, Allie" userId="e9625fb8-dabf-48ce-a190-a9783de515e5" providerId="ADAL" clId="{BB618384-4613-465A-A30D-39F5A46CEE22}" dt="2026-05-13T14:50:04.718" v="6303" actId="20577"/>
          <ac:spMkLst>
            <pc:docMk/>
            <pc:sldMk cId="1771240105" sldId="2147483569"/>
            <ac:spMk id="2" creationId="{1770792C-5BB8-1754-FE26-FB2476A615B5}"/>
          </ac:spMkLst>
        </pc:spChg>
        <pc:picChg chg="add mod">
          <ac:chgData name="Sonevytsky, Allie" userId="e9625fb8-dabf-48ce-a190-a9783de515e5" providerId="ADAL" clId="{BB618384-4613-465A-A30D-39F5A46CEE22}" dt="2026-05-13T14:52:03.976" v="6336" actId="1076"/>
          <ac:picMkLst>
            <pc:docMk/>
            <pc:sldMk cId="1771240105" sldId="2147483569"/>
            <ac:picMk id="15" creationId="{6F4754FE-A55F-677D-B558-A7B1043408B1}"/>
          </ac:picMkLst>
        </pc:picChg>
        <pc:picChg chg="add mod">
          <ac:chgData name="Sonevytsky, Allie" userId="e9625fb8-dabf-48ce-a190-a9783de515e5" providerId="ADAL" clId="{BB618384-4613-465A-A30D-39F5A46CEE22}" dt="2026-05-13T14:51:54.843" v="6334" actId="108"/>
          <ac:picMkLst>
            <pc:docMk/>
            <pc:sldMk cId="1771240105" sldId="2147483569"/>
            <ac:picMk id="17" creationId="{512DFF33-9BE8-2A07-43B9-2EE0A6E0FAE9}"/>
          </ac:picMkLst>
        </pc:picChg>
        <pc:picChg chg="add mod">
          <ac:chgData name="Sonevytsky, Allie" userId="e9625fb8-dabf-48ce-a190-a9783de515e5" providerId="ADAL" clId="{BB618384-4613-465A-A30D-39F5A46CEE22}" dt="2026-05-13T14:51:56.575" v="6335" actId="108"/>
          <ac:picMkLst>
            <pc:docMk/>
            <pc:sldMk cId="1771240105" sldId="2147483569"/>
            <ac:picMk id="19" creationId="{92841E03-5076-4494-CC91-53D5E072C131}"/>
          </ac:picMkLst>
        </pc:picChg>
      </pc:sldChg>
      <pc:sldChg chg="addSp delSp modSp add mod ord modShow">
        <pc:chgData name="Sonevytsky, Allie" userId="e9625fb8-dabf-48ce-a190-a9783de515e5" providerId="ADAL" clId="{BB618384-4613-465A-A30D-39F5A46CEE22}" dt="2026-05-18T13:32:46.235" v="7282" actId="14734"/>
        <pc:sldMkLst>
          <pc:docMk/>
          <pc:sldMk cId="3270382493" sldId="2147483570"/>
        </pc:sldMkLst>
        <pc:graphicFrameChg chg="mod modGraphic">
          <ac:chgData name="Sonevytsky, Allie" userId="e9625fb8-dabf-48ce-a190-a9783de515e5" providerId="ADAL" clId="{BB618384-4613-465A-A30D-39F5A46CEE22}" dt="2026-05-18T13:32:46.235" v="7282" actId="14734"/>
          <ac:graphicFrameMkLst>
            <pc:docMk/>
            <pc:sldMk cId="3270382493" sldId="2147483570"/>
            <ac:graphicFrameMk id="4" creationId="{21E97D55-3F15-1B73-59D6-D1B19C347879}"/>
          </ac:graphicFrameMkLst>
        </pc:graphicFrameChg>
      </pc:sldChg>
    </pc:docChg>
  </pc:docChgLst>
  <pc:docChgLst>
    <pc:chgData name="Sonevytsky, Allie" userId="S::allie.sonevytsky@aetna.com::e9625fb8-dabf-48ce-a190-a9783de515e5" providerId="AD" clId="Web-{2C1035F2-B671-111B-358F-0300C83C9D5B}"/>
    <pc:docChg chg="addSld delSld modSld sldOrd modSection">
      <pc:chgData name="Sonevytsky, Allie" userId="S::allie.sonevytsky@aetna.com::e9625fb8-dabf-48ce-a190-a9783de515e5" providerId="AD" clId="Web-{2C1035F2-B671-111B-358F-0300C83C9D5B}" dt="2026-05-15T14:17:22.459" v="645"/>
      <pc:docMkLst>
        <pc:docMk/>
      </pc:docMkLst>
      <pc:sldChg chg="mod ord modShow">
        <pc:chgData name="Sonevytsky, Allie" userId="S::allie.sonevytsky@aetna.com::e9625fb8-dabf-48ce-a190-a9783de515e5" providerId="AD" clId="Web-{2C1035F2-B671-111B-358F-0300C83C9D5B}" dt="2026-05-14T19:45:37.196" v="492"/>
        <pc:sldMkLst>
          <pc:docMk/>
          <pc:sldMk cId="3096953758" sldId="315"/>
        </pc:sldMkLst>
      </pc:sldChg>
      <pc:sldChg chg="addSp modSp">
        <pc:chgData name="Sonevytsky, Allie" userId="S::allie.sonevytsky@aetna.com::e9625fb8-dabf-48ce-a190-a9783de515e5" providerId="AD" clId="Web-{2C1035F2-B671-111B-358F-0300C83C9D5B}" dt="2026-05-15T13:30:47.573" v="537"/>
        <pc:sldMkLst>
          <pc:docMk/>
          <pc:sldMk cId="4282590240" sldId="8716"/>
        </pc:sldMkLst>
        <pc:spChg chg="mod">
          <ac:chgData name="Sonevytsky, Allie" userId="S::allie.sonevytsky@aetna.com::e9625fb8-dabf-48ce-a190-a9783de515e5" providerId="AD" clId="Web-{2C1035F2-B671-111B-358F-0300C83C9D5B}" dt="2026-05-15T13:28:02.125" v="510" actId="20577"/>
          <ac:spMkLst>
            <pc:docMk/>
            <pc:sldMk cId="4282590240" sldId="8716"/>
            <ac:spMk id="26" creationId="{C99A3B27-18EF-8E6A-F9D6-36526986DF9B}"/>
          </ac:spMkLst>
        </pc:spChg>
        <pc:spChg chg="mod">
          <ac:chgData name="Sonevytsky, Allie" userId="S::allie.sonevytsky@aetna.com::e9625fb8-dabf-48ce-a190-a9783de515e5" providerId="AD" clId="Web-{2C1035F2-B671-111B-358F-0300C83C9D5B}" dt="2026-05-15T13:30:47.573" v="537"/>
          <ac:spMkLst>
            <pc:docMk/>
            <pc:sldMk cId="4282590240" sldId="8716"/>
            <ac:spMk id="37" creationId="{2FA5CE24-6FE7-BCED-ED9A-949D39368E6E}"/>
          </ac:spMkLst>
        </pc:spChg>
        <pc:spChg chg="mod">
          <ac:chgData name="Sonevytsky, Allie" userId="S::allie.sonevytsky@aetna.com::e9625fb8-dabf-48ce-a190-a9783de515e5" providerId="AD" clId="Web-{2C1035F2-B671-111B-358F-0300C83C9D5B}" dt="2026-05-15T13:28:21.877" v="518" actId="1076"/>
          <ac:spMkLst>
            <pc:docMk/>
            <pc:sldMk cId="4282590240" sldId="8716"/>
            <ac:spMk id="52" creationId="{1F5B3F21-83EE-7421-1649-DB38AC1DD60C}"/>
          </ac:spMkLst>
        </pc:spChg>
        <pc:spChg chg="mod">
          <ac:chgData name="Sonevytsky, Allie" userId="S::allie.sonevytsky@aetna.com::e9625fb8-dabf-48ce-a190-a9783de515e5" providerId="AD" clId="Web-{2C1035F2-B671-111B-358F-0300C83C9D5B}" dt="2026-05-15T13:28:15.767" v="516" actId="20577"/>
          <ac:spMkLst>
            <pc:docMk/>
            <pc:sldMk cId="4282590240" sldId="8716"/>
            <ac:spMk id="53" creationId="{C7A9B329-690E-4727-3745-3B8A24EC5A2D}"/>
          </ac:spMkLst>
        </pc:spChg>
        <pc:spChg chg="mod">
          <ac:chgData name="Sonevytsky, Allie" userId="S::allie.sonevytsky@aetna.com::e9625fb8-dabf-48ce-a190-a9783de515e5" providerId="AD" clId="Web-{2C1035F2-B671-111B-358F-0300C83C9D5B}" dt="2026-05-15T13:28:37.206" v="526" actId="20577"/>
          <ac:spMkLst>
            <pc:docMk/>
            <pc:sldMk cId="4282590240" sldId="8716"/>
            <ac:spMk id="120" creationId="{A7D6046F-667D-CC8A-4630-D19E04C31DF3}"/>
          </ac:spMkLst>
        </pc:spChg>
        <pc:grpChg chg="add mod">
          <ac:chgData name="Sonevytsky, Allie" userId="S::allie.sonevytsky@aetna.com::e9625fb8-dabf-48ce-a190-a9783de515e5" providerId="AD" clId="Web-{2C1035F2-B671-111B-358F-0300C83C9D5B}" dt="2026-05-15T13:28:32.190" v="520" actId="1076"/>
          <ac:grpSpMkLst>
            <pc:docMk/>
            <pc:sldMk cId="4282590240" sldId="8716"/>
            <ac:grpSpMk id="12" creationId="{733D6119-426A-BE5F-EFB7-058855EAC0D5}"/>
          </ac:grpSpMkLst>
        </pc:grpChg>
        <pc:grpChg chg="add mod">
          <ac:chgData name="Sonevytsky, Allie" userId="S::allie.sonevytsky@aetna.com::e9625fb8-dabf-48ce-a190-a9783de515e5" providerId="AD" clId="Web-{2C1035F2-B671-111B-358F-0300C83C9D5B}" dt="2026-05-15T13:30:04.664" v="532" actId="1076"/>
          <ac:grpSpMkLst>
            <pc:docMk/>
            <pc:sldMk cId="4282590240" sldId="8716"/>
            <ac:grpSpMk id="23" creationId="{3156EB30-E972-4658-0099-EE97C8E62D91}"/>
          </ac:grpSpMkLst>
        </pc:grpChg>
      </pc:sldChg>
      <pc:sldChg chg="mod ord modShow">
        <pc:chgData name="Sonevytsky, Allie" userId="S::allie.sonevytsky@aetna.com::e9625fb8-dabf-48ce-a190-a9783de515e5" providerId="AD" clId="Web-{2C1035F2-B671-111B-358F-0300C83C9D5B}" dt="2026-05-14T19:45:34.165" v="457"/>
        <pc:sldMkLst>
          <pc:docMk/>
          <pc:sldMk cId="313323507" sldId="2147309567"/>
        </pc:sldMkLst>
      </pc:sldChg>
      <pc:sldChg chg="mod ord modShow">
        <pc:chgData name="Sonevytsky, Allie" userId="S::allie.sonevytsky@aetna.com::e9625fb8-dabf-48ce-a190-a9783de515e5" providerId="AD" clId="Web-{2C1035F2-B671-111B-358F-0300C83C9D5B}" dt="2026-05-14T19:45:34.352" v="458"/>
        <pc:sldMkLst>
          <pc:docMk/>
          <pc:sldMk cId="2283721256" sldId="2147309573"/>
        </pc:sldMkLst>
      </pc:sldChg>
      <pc:sldChg chg="mod ord modShow">
        <pc:chgData name="Sonevytsky, Allie" userId="S::allie.sonevytsky@aetna.com::e9625fb8-dabf-48ce-a190-a9783de515e5" providerId="AD" clId="Web-{2C1035F2-B671-111B-358F-0300C83C9D5B}" dt="2026-05-14T19:45:34.602" v="461"/>
        <pc:sldMkLst>
          <pc:docMk/>
          <pc:sldMk cId="827619796" sldId="2147309575"/>
        </pc:sldMkLst>
      </pc:sldChg>
      <pc:sldChg chg="mod ord modShow">
        <pc:chgData name="Sonevytsky, Allie" userId="S::allie.sonevytsky@aetna.com::e9625fb8-dabf-48ce-a190-a9783de515e5" providerId="AD" clId="Web-{2C1035F2-B671-111B-358F-0300C83C9D5B}" dt="2026-05-14T19:45:34.634" v="462"/>
        <pc:sldMkLst>
          <pc:docMk/>
          <pc:sldMk cId="3254416219" sldId="2147309576"/>
        </pc:sldMkLst>
      </pc:sldChg>
      <pc:sldChg chg="mod ord modShow">
        <pc:chgData name="Sonevytsky, Allie" userId="S::allie.sonevytsky@aetna.com::e9625fb8-dabf-48ce-a190-a9783de515e5" providerId="AD" clId="Web-{2C1035F2-B671-111B-358F-0300C83C9D5B}" dt="2026-05-14T19:45:34.681" v="463"/>
        <pc:sldMkLst>
          <pc:docMk/>
          <pc:sldMk cId="1862635191" sldId="2147309577"/>
        </pc:sldMkLst>
      </pc:sldChg>
      <pc:sldChg chg="mod ord modShow">
        <pc:chgData name="Sonevytsky, Allie" userId="S::allie.sonevytsky@aetna.com::e9625fb8-dabf-48ce-a190-a9783de515e5" providerId="AD" clId="Web-{2C1035F2-B671-111B-358F-0300C83C9D5B}" dt="2026-05-14T19:45:34.743" v="464"/>
        <pc:sldMkLst>
          <pc:docMk/>
          <pc:sldMk cId="1618072406" sldId="2147309578"/>
        </pc:sldMkLst>
      </pc:sldChg>
      <pc:sldChg chg="mod ord modShow">
        <pc:chgData name="Sonevytsky, Allie" userId="S::allie.sonevytsky@aetna.com::e9625fb8-dabf-48ce-a190-a9783de515e5" providerId="AD" clId="Web-{2C1035F2-B671-111B-358F-0300C83C9D5B}" dt="2026-05-14T19:45:34.806" v="465"/>
        <pc:sldMkLst>
          <pc:docMk/>
          <pc:sldMk cId="232372005" sldId="2147309580"/>
        </pc:sldMkLst>
      </pc:sldChg>
      <pc:sldChg chg="mod ord modShow">
        <pc:chgData name="Sonevytsky, Allie" userId="S::allie.sonevytsky@aetna.com::e9625fb8-dabf-48ce-a190-a9783de515e5" providerId="AD" clId="Web-{2C1035F2-B671-111B-358F-0300C83C9D5B}" dt="2026-05-14T19:45:35.337" v="470"/>
        <pc:sldMkLst>
          <pc:docMk/>
          <pc:sldMk cId="3632304031" sldId="2147309586"/>
        </pc:sldMkLst>
      </pc:sldChg>
      <pc:sldChg chg="mod ord modShow">
        <pc:chgData name="Sonevytsky, Allie" userId="S::allie.sonevytsky@aetna.com::e9625fb8-dabf-48ce-a190-a9783de515e5" providerId="AD" clId="Web-{2C1035F2-B671-111B-358F-0300C83C9D5B}" dt="2026-05-14T19:45:35.415" v="472"/>
        <pc:sldMkLst>
          <pc:docMk/>
          <pc:sldMk cId="3600108688" sldId="2147309591"/>
        </pc:sldMkLst>
      </pc:sldChg>
      <pc:sldChg chg="mod ord modShow">
        <pc:chgData name="Sonevytsky, Allie" userId="S::allie.sonevytsky@aetna.com::e9625fb8-dabf-48ce-a190-a9783de515e5" providerId="AD" clId="Web-{2C1035F2-B671-111B-358F-0300C83C9D5B}" dt="2026-05-14T19:45:35.462" v="473"/>
        <pc:sldMkLst>
          <pc:docMk/>
          <pc:sldMk cId="2420560209" sldId="2147309592"/>
        </pc:sldMkLst>
      </pc:sldChg>
      <pc:sldChg chg="mod ord modShow">
        <pc:chgData name="Sonevytsky, Allie" userId="S::allie.sonevytsky@aetna.com::e9625fb8-dabf-48ce-a190-a9783de515e5" providerId="AD" clId="Web-{2C1035F2-B671-111B-358F-0300C83C9D5B}" dt="2026-05-14T19:45:35.524" v="474"/>
        <pc:sldMkLst>
          <pc:docMk/>
          <pc:sldMk cId="647799273" sldId="2147309594"/>
        </pc:sldMkLst>
      </pc:sldChg>
      <pc:sldChg chg="mod ord modShow">
        <pc:chgData name="Sonevytsky, Allie" userId="S::allie.sonevytsky@aetna.com::e9625fb8-dabf-48ce-a190-a9783de515e5" providerId="AD" clId="Web-{2C1035F2-B671-111B-358F-0300C83C9D5B}" dt="2026-05-14T19:45:35.587" v="476"/>
        <pc:sldMkLst>
          <pc:docMk/>
          <pc:sldMk cId="3342436747" sldId="2147309597"/>
        </pc:sldMkLst>
      </pc:sldChg>
      <pc:sldChg chg="mod ord modShow">
        <pc:chgData name="Sonevytsky, Allie" userId="S::allie.sonevytsky@aetna.com::e9625fb8-dabf-48ce-a190-a9783de515e5" providerId="AD" clId="Web-{2C1035F2-B671-111B-358F-0300C83C9D5B}" dt="2026-05-14T19:45:35.946" v="479"/>
        <pc:sldMkLst>
          <pc:docMk/>
          <pc:sldMk cId="2696419854" sldId="2147309598"/>
        </pc:sldMkLst>
      </pc:sldChg>
      <pc:sldChg chg="mod ord modShow">
        <pc:chgData name="Sonevytsky, Allie" userId="S::allie.sonevytsky@aetna.com::e9625fb8-dabf-48ce-a190-a9783de515e5" providerId="AD" clId="Web-{2C1035F2-B671-111B-358F-0300C83C9D5B}" dt="2026-05-14T19:45:36.024" v="480"/>
        <pc:sldMkLst>
          <pc:docMk/>
          <pc:sldMk cId="1887015211" sldId="2147309599"/>
        </pc:sldMkLst>
      </pc:sldChg>
      <pc:sldChg chg="mod ord modShow">
        <pc:chgData name="Sonevytsky, Allie" userId="S::allie.sonevytsky@aetna.com::e9625fb8-dabf-48ce-a190-a9783de515e5" providerId="AD" clId="Web-{2C1035F2-B671-111B-358F-0300C83C9D5B}" dt="2026-05-14T19:45:36.212" v="482"/>
        <pc:sldMkLst>
          <pc:docMk/>
          <pc:sldMk cId="2083748392" sldId="2147309600"/>
        </pc:sldMkLst>
      </pc:sldChg>
      <pc:sldChg chg="mod ord modShow">
        <pc:chgData name="Sonevytsky, Allie" userId="S::allie.sonevytsky@aetna.com::e9625fb8-dabf-48ce-a190-a9783de515e5" providerId="AD" clId="Web-{2C1035F2-B671-111B-358F-0300C83C9D5B}" dt="2026-05-14T19:45:36.274" v="483"/>
        <pc:sldMkLst>
          <pc:docMk/>
          <pc:sldMk cId="905417545" sldId="2147309601"/>
        </pc:sldMkLst>
      </pc:sldChg>
      <pc:sldChg chg="mod ord modShow">
        <pc:chgData name="Sonevytsky, Allie" userId="S::allie.sonevytsky@aetna.com::e9625fb8-dabf-48ce-a190-a9783de515e5" providerId="AD" clId="Web-{2C1035F2-B671-111B-358F-0300C83C9D5B}" dt="2026-05-14T19:45:36.571" v="484"/>
        <pc:sldMkLst>
          <pc:docMk/>
          <pc:sldMk cId="2251289459" sldId="2147309603"/>
        </pc:sldMkLst>
      </pc:sldChg>
      <pc:sldChg chg="mod ord modShow">
        <pc:chgData name="Sonevytsky, Allie" userId="S::allie.sonevytsky@aetna.com::e9625fb8-dabf-48ce-a190-a9783de515e5" providerId="AD" clId="Web-{2C1035F2-B671-111B-358F-0300C83C9D5B}" dt="2026-05-14T19:45:36.993" v="489"/>
        <pc:sldMkLst>
          <pc:docMk/>
          <pc:sldMk cId="390171868" sldId="2147309604"/>
        </pc:sldMkLst>
      </pc:sldChg>
      <pc:sldChg chg="mod ord modShow">
        <pc:chgData name="Sonevytsky, Allie" userId="S::allie.sonevytsky@aetna.com::e9625fb8-dabf-48ce-a190-a9783de515e5" providerId="AD" clId="Web-{2C1035F2-B671-111B-358F-0300C83C9D5B}" dt="2026-05-14T19:45:37.056" v="490"/>
        <pc:sldMkLst>
          <pc:docMk/>
          <pc:sldMk cId="192948242" sldId="2147309605"/>
        </pc:sldMkLst>
      </pc:sldChg>
      <pc:sldChg chg="mod ord modShow">
        <pc:chgData name="Sonevytsky, Allie" userId="S::allie.sonevytsky@aetna.com::e9625fb8-dabf-48ce-a190-a9783de515e5" providerId="AD" clId="Web-{2C1035F2-B671-111B-358F-0300C83C9D5B}" dt="2026-05-14T19:45:37.306" v="494"/>
        <pc:sldMkLst>
          <pc:docMk/>
          <pc:sldMk cId="1195851770" sldId="2147309607"/>
        </pc:sldMkLst>
      </pc:sldChg>
      <pc:sldChg chg="mod ord modShow">
        <pc:chgData name="Sonevytsky, Allie" userId="S::allie.sonevytsky@aetna.com::e9625fb8-dabf-48ce-a190-a9783de515e5" providerId="AD" clId="Web-{2C1035F2-B671-111B-358F-0300C83C9D5B}" dt="2026-05-14T19:45:37.321" v="495"/>
        <pc:sldMkLst>
          <pc:docMk/>
          <pc:sldMk cId="635464724" sldId="2147309608"/>
        </pc:sldMkLst>
      </pc:sldChg>
      <pc:sldChg chg="mod ord modShow">
        <pc:chgData name="Sonevytsky, Allie" userId="S::allie.sonevytsky@aetna.com::e9625fb8-dabf-48ce-a190-a9783de515e5" providerId="AD" clId="Web-{2C1035F2-B671-111B-358F-0300C83C9D5B}" dt="2026-05-14T19:45:37.353" v="496"/>
        <pc:sldMkLst>
          <pc:docMk/>
          <pc:sldMk cId="3851987861" sldId="2147309609"/>
        </pc:sldMkLst>
      </pc:sldChg>
      <pc:sldChg chg="mod ord modShow">
        <pc:chgData name="Sonevytsky, Allie" userId="S::allie.sonevytsky@aetna.com::e9625fb8-dabf-48ce-a190-a9783de515e5" providerId="AD" clId="Web-{2C1035F2-B671-111B-358F-0300C83C9D5B}" dt="2026-05-14T19:45:37.368" v="497"/>
        <pc:sldMkLst>
          <pc:docMk/>
          <pc:sldMk cId="1621821027" sldId="2147309610"/>
        </pc:sldMkLst>
      </pc:sldChg>
      <pc:sldChg chg="mod ord modShow">
        <pc:chgData name="Sonevytsky, Allie" userId="S::allie.sonevytsky@aetna.com::e9625fb8-dabf-48ce-a190-a9783de515e5" providerId="AD" clId="Web-{2C1035F2-B671-111B-358F-0300C83C9D5B}" dt="2026-05-14T19:45:37.712" v="499"/>
        <pc:sldMkLst>
          <pc:docMk/>
          <pc:sldMk cId="2889270069" sldId="2147309612"/>
        </pc:sldMkLst>
      </pc:sldChg>
      <pc:sldChg chg="mod ord modShow">
        <pc:chgData name="Sonevytsky, Allie" userId="S::allie.sonevytsky@aetna.com::e9625fb8-dabf-48ce-a190-a9783de515e5" providerId="AD" clId="Web-{2C1035F2-B671-111B-358F-0300C83C9D5B}" dt="2026-05-14T19:45:37.743" v="500"/>
        <pc:sldMkLst>
          <pc:docMk/>
          <pc:sldMk cId="2929440629" sldId="2147309613"/>
        </pc:sldMkLst>
      </pc:sldChg>
      <pc:sldChg chg="mod ord modShow">
        <pc:chgData name="Sonevytsky, Allie" userId="S::allie.sonevytsky@aetna.com::e9625fb8-dabf-48ce-a190-a9783de515e5" providerId="AD" clId="Web-{2C1035F2-B671-111B-358F-0300C83C9D5B}" dt="2026-05-14T19:45:37.775" v="501"/>
        <pc:sldMkLst>
          <pc:docMk/>
          <pc:sldMk cId="3197053842" sldId="2147309614"/>
        </pc:sldMkLst>
      </pc:sldChg>
      <pc:sldChg chg="mod ord modShow">
        <pc:chgData name="Sonevytsky, Allie" userId="S::allie.sonevytsky@aetna.com::e9625fb8-dabf-48ce-a190-a9783de515e5" providerId="AD" clId="Web-{2C1035F2-B671-111B-358F-0300C83C9D5B}" dt="2026-05-14T19:45:37.149" v="491"/>
        <pc:sldMkLst>
          <pc:docMk/>
          <pc:sldMk cId="2316514521" sldId="2147309622"/>
        </pc:sldMkLst>
      </pc:sldChg>
      <pc:sldChg chg="mod ord modShow">
        <pc:chgData name="Sonevytsky, Allie" userId="S::allie.sonevytsky@aetna.com::e9625fb8-dabf-48ce-a190-a9783de515e5" providerId="AD" clId="Web-{2C1035F2-B671-111B-358F-0300C83C9D5B}" dt="2026-05-14T19:45:37.259" v="493"/>
        <pc:sldMkLst>
          <pc:docMk/>
          <pc:sldMk cId="4177081170" sldId="2147309624"/>
        </pc:sldMkLst>
      </pc:sldChg>
      <pc:sldChg chg="mod ord modShow">
        <pc:chgData name="Sonevytsky, Allie" userId="S::allie.sonevytsky@aetna.com::e9625fb8-dabf-48ce-a190-a9783de515e5" providerId="AD" clId="Web-{2C1035F2-B671-111B-358F-0300C83C9D5B}" dt="2026-05-14T19:45:35.743" v="477"/>
        <pc:sldMkLst>
          <pc:docMk/>
          <pc:sldMk cId="3862558274" sldId="2147309625"/>
        </pc:sldMkLst>
      </pc:sldChg>
      <pc:sldChg chg="mod ord modShow">
        <pc:chgData name="Sonevytsky, Allie" userId="S::allie.sonevytsky@aetna.com::e9625fb8-dabf-48ce-a190-a9783de515e5" providerId="AD" clId="Web-{2C1035F2-B671-111B-358F-0300C83C9D5B}" dt="2026-05-14T19:45:36.118" v="481"/>
        <pc:sldMkLst>
          <pc:docMk/>
          <pc:sldMk cId="2611453847" sldId="2147309626"/>
        </pc:sldMkLst>
      </pc:sldChg>
      <pc:sldChg chg="mod ord modShow">
        <pc:chgData name="Sonevytsky, Allie" userId="S::allie.sonevytsky@aetna.com::e9625fb8-dabf-48ce-a190-a9783de515e5" providerId="AD" clId="Web-{2C1035F2-B671-111B-358F-0300C83C9D5B}" dt="2026-05-14T19:45:34.524" v="459"/>
        <pc:sldMkLst>
          <pc:docMk/>
          <pc:sldMk cId="812657930" sldId="2147309627"/>
        </pc:sldMkLst>
      </pc:sldChg>
      <pc:sldChg chg="mod ord modShow">
        <pc:chgData name="Sonevytsky, Allie" userId="S::allie.sonevytsky@aetna.com::e9625fb8-dabf-48ce-a190-a9783de515e5" providerId="AD" clId="Web-{2C1035F2-B671-111B-358F-0300C83C9D5B}" dt="2026-05-14T19:45:35.837" v="478"/>
        <pc:sldMkLst>
          <pc:docMk/>
          <pc:sldMk cId="2664068290" sldId="2147309643"/>
        </pc:sldMkLst>
      </pc:sldChg>
      <pc:sldChg chg="mod ord modShow">
        <pc:chgData name="Sonevytsky, Allie" userId="S::allie.sonevytsky@aetna.com::e9625fb8-dabf-48ce-a190-a9783de515e5" providerId="AD" clId="Web-{2C1035F2-B671-111B-358F-0300C83C9D5B}" dt="2026-05-14T19:45:34.571" v="460"/>
        <pc:sldMkLst>
          <pc:docMk/>
          <pc:sldMk cId="3721254133" sldId="2147309670"/>
        </pc:sldMkLst>
      </pc:sldChg>
      <pc:sldChg chg="mod ord modShow">
        <pc:chgData name="Sonevytsky, Allie" userId="S::allie.sonevytsky@aetna.com::e9625fb8-dabf-48ce-a190-a9783de515e5" providerId="AD" clId="Web-{2C1035F2-B671-111B-358F-0300C83C9D5B}" dt="2026-05-14T19:45:35.243" v="469"/>
        <pc:sldMkLst>
          <pc:docMk/>
          <pc:sldMk cId="1800846666" sldId="2147309672"/>
        </pc:sldMkLst>
      </pc:sldChg>
      <pc:sldChg chg="mod ord modShow">
        <pc:chgData name="Sonevytsky, Allie" userId="S::allie.sonevytsky@aetna.com::e9625fb8-dabf-48ce-a190-a9783de515e5" providerId="AD" clId="Web-{2C1035F2-B671-111B-358F-0300C83C9D5B}" dt="2026-05-14T19:45:35.384" v="471"/>
        <pc:sldMkLst>
          <pc:docMk/>
          <pc:sldMk cId="1304435556" sldId="2147309674"/>
        </pc:sldMkLst>
      </pc:sldChg>
      <pc:sldChg chg="mod ord modShow">
        <pc:chgData name="Sonevytsky, Allie" userId="S::allie.sonevytsky@aetna.com::e9625fb8-dabf-48ce-a190-a9783de515e5" providerId="AD" clId="Web-{2C1035F2-B671-111B-358F-0300C83C9D5B}" dt="2026-05-14T19:45:35.196" v="468"/>
        <pc:sldMkLst>
          <pc:docMk/>
          <pc:sldMk cId="2729418534" sldId="2147309675"/>
        </pc:sldMkLst>
      </pc:sldChg>
      <pc:sldChg chg="mod ord modShow">
        <pc:chgData name="Sonevytsky, Allie" userId="S::allie.sonevytsky@aetna.com::e9625fb8-dabf-48ce-a190-a9783de515e5" providerId="AD" clId="Web-{2C1035F2-B671-111B-358F-0300C83C9D5B}" dt="2026-05-14T19:45:35.587" v="475"/>
        <pc:sldMkLst>
          <pc:docMk/>
          <pc:sldMk cId="1289430426" sldId="2147309676"/>
        </pc:sldMkLst>
      </pc:sldChg>
      <pc:sldChg chg="mod ord modShow">
        <pc:chgData name="Sonevytsky, Allie" userId="S::allie.sonevytsky@aetna.com::e9625fb8-dabf-48ce-a190-a9783de515e5" providerId="AD" clId="Web-{2C1035F2-B671-111B-358F-0300C83C9D5B}" dt="2026-05-14T19:45:37.696" v="498"/>
        <pc:sldMkLst>
          <pc:docMk/>
          <pc:sldMk cId="942796261" sldId="2147309777"/>
        </pc:sldMkLst>
      </pc:sldChg>
      <pc:sldChg chg="mod ord modShow">
        <pc:chgData name="Sonevytsky, Allie" userId="S::allie.sonevytsky@aetna.com::e9625fb8-dabf-48ce-a190-a9783de515e5" providerId="AD" clId="Web-{2C1035F2-B671-111B-358F-0300C83C9D5B}" dt="2026-05-14T19:45:34.977" v="466"/>
        <pc:sldMkLst>
          <pc:docMk/>
          <pc:sldMk cId="2059709638" sldId="2147309970"/>
        </pc:sldMkLst>
      </pc:sldChg>
      <pc:sldChg chg="mod ord modShow">
        <pc:chgData name="Sonevytsky, Allie" userId="S::allie.sonevytsky@aetna.com::e9625fb8-dabf-48ce-a190-a9783de515e5" providerId="AD" clId="Web-{2C1035F2-B671-111B-358F-0300C83C9D5B}" dt="2026-05-14T19:45:35.165" v="467"/>
        <pc:sldMkLst>
          <pc:docMk/>
          <pc:sldMk cId="99343283" sldId="2147309976"/>
        </pc:sldMkLst>
      </pc:sldChg>
      <pc:sldChg chg="mod ord modShow">
        <pc:chgData name="Sonevytsky, Allie" userId="S::allie.sonevytsky@aetna.com::e9625fb8-dabf-48ce-a190-a9783de515e5" providerId="AD" clId="Web-{2C1035F2-B671-111B-358F-0300C83C9D5B}" dt="2026-05-14T19:45:36.790" v="487"/>
        <pc:sldMkLst>
          <pc:docMk/>
          <pc:sldMk cId="2784465440" sldId="2147310103"/>
        </pc:sldMkLst>
      </pc:sldChg>
      <pc:sldChg chg="mod ord modShow">
        <pc:chgData name="Sonevytsky, Allie" userId="S::allie.sonevytsky@aetna.com::e9625fb8-dabf-48ce-a190-a9783de515e5" providerId="AD" clId="Web-{2C1035F2-B671-111B-358F-0300C83C9D5B}" dt="2026-05-14T19:45:36.915" v="488"/>
        <pc:sldMkLst>
          <pc:docMk/>
          <pc:sldMk cId="2709441722" sldId="2147310104"/>
        </pc:sldMkLst>
      </pc:sldChg>
      <pc:sldChg chg="mod ord modShow">
        <pc:chgData name="Sonevytsky, Allie" userId="S::allie.sonevytsky@aetna.com::e9625fb8-dabf-48ce-a190-a9783de515e5" providerId="AD" clId="Web-{2C1035F2-B671-111B-358F-0300C83C9D5B}" dt="2026-05-14T19:45:36.618" v="485"/>
        <pc:sldMkLst>
          <pc:docMk/>
          <pc:sldMk cId="3280121949" sldId="2147310107"/>
        </pc:sldMkLst>
      </pc:sldChg>
      <pc:sldChg chg="mod ord modShow">
        <pc:chgData name="Sonevytsky, Allie" userId="S::allie.sonevytsky@aetna.com::e9625fb8-dabf-48ce-a190-a9783de515e5" providerId="AD" clId="Web-{2C1035F2-B671-111B-358F-0300C83C9D5B}" dt="2026-05-14T19:45:36.696" v="486"/>
        <pc:sldMkLst>
          <pc:docMk/>
          <pc:sldMk cId="3656435966" sldId="2147310108"/>
        </pc:sldMkLst>
      </pc:sldChg>
      <pc:sldChg chg="addSp delSp modSp">
        <pc:chgData name="Sonevytsky, Allie" userId="S::allie.sonevytsky@aetna.com::e9625fb8-dabf-48ce-a190-a9783de515e5" providerId="AD" clId="Web-{2C1035F2-B671-111B-358F-0300C83C9D5B}" dt="2026-05-14T19:46:21.215" v="503"/>
        <pc:sldMkLst>
          <pc:docMk/>
          <pc:sldMk cId="1148812452" sldId="2147483554"/>
        </pc:sldMkLst>
        <pc:spChg chg="add del mod">
          <ac:chgData name="Sonevytsky, Allie" userId="S::allie.sonevytsky@aetna.com::e9625fb8-dabf-48ce-a190-a9783de515e5" providerId="AD" clId="Web-{2C1035F2-B671-111B-358F-0300C83C9D5B}" dt="2026-05-14T19:46:21.215" v="503"/>
          <ac:spMkLst>
            <pc:docMk/>
            <pc:sldMk cId="1148812452" sldId="2147483554"/>
            <ac:spMk id="5" creationId="{25FEF284-6051-7F71-8B4F-443683DD41E4}"/>
          </ac:spMkLst>
        </pc:spChg>
        <pc:graphicFrameChg chg="mod modGraphic">
          <ac:chgData name="Sonevytsky, Allie" userId="S::allie.sonevytsky@aetna.com::e9625fb8-dabf-48ce-a190-a9783de515e5" providerId="AD" clId="Web-{2C1035F2-B671-111B-358F-0300C83C9D5B}" dt="2026-05-14T17:33:00.834" v="303"/>
          <ac:graphicFrameMkLst>
            <pc:docMk/>
            <pc:sldMk cId="1148812452" sldId="2147483554"/>
            <ac:graphicFrameMk id="3" creationId="{78AA036E-7FCF-41C6-F4A1-9A419576D8EC}"/>
          </ac:graphicFrameMkLst>
        </pc:graphicFrameChg>
        <pc:picChg chg="add mod">
          <ac:chgData name="Sonevytsky, Allie" userId="S::allie.sonevytsky@aetna.com::e9625fb8-dabf-48ce-a190-a9783de515e5" providerId="AD" clId="Web-{2C1035F2-B671-111B-358F-0300C83C9D5B}" dt="2026-05-13T16:01:03.391" v="175" actId="1076"/>
          <ac:picMkLst>
            <pc:docMk/>
            <pc:sldMk cId="1148812452" sldId="2147483554"/>
            <ac:picMk id="7" creationId="{27732FFC-0DAF-3606-B85F-C3F6574F46A9}"/>
          </ac:picMkLst>
        </pc:picChg>
      </pc:sldChg>
      <pc:sldChg chg="mod ord modShow">
        <pc:chgData name="Sonevytsky, Allie" userId="S::allie.sonevytsky@aetna.com::e9625fb8-dabf-48ce-a190-a9783de515e5" providerId="AD" clId="Web-{2C1035F2-B671-111B-358F-0300C83C9D5B}" dt="2026-05-14T19:45:27.399" v="454"/>
        <pc:sldMkLst>
          <pc:docMk/>
          <pc:sldMk cId="2155364197" sldId="2147483558"/>
        </pc:sldMkLst>
      </pc:sldChg>
      <pc:sldChg chg="addSp delSp modSp">
        <pc:chgData name="Sonevytsky, Allie" userId="S::allie.sonevytsky@aetna.com::e9625fb8-dabf-48ce-a190-a9783de515e5" providerId="AD" clId="Web-{2C1035F2-B671-111B-358F-0300C83C9D5B}" dt="2026-05-14T17:50:49.716" v="376"/>
        <pc:sldMkLst>
          <pc:docMk/>
          <pc:sldMk cId="1572605923" sldId="2147483561"/>
        </pc:sldMkLst>
        <pc:spChg chg="mod">
          <ac:chgData name="Sonevytsky, Allie" userId="S::allie.sonevytsky@aetna.com::e9625fb8-dabf-48ce-a190-a9783de515e5" providerId="AD" clId="Web-{2C1035F2-B671-111B-358F-0300C83C9D5B}" dt="2026-05-14T13:40:34.220" v="292" actId="14100"/>
          <ac:spMkLst>
            <pc:docMk/>
            <pc:sldMk cId="1572605923" sldId="2147483561"/>
            <ac:spMk id="2" creationId="{02C4F1F3-8CDC-5A63-ECD6-B4196135E5AD}"/>
          </ac:spMkLst>
        </pc:spChg>
        <pc:spChg chg="add mod">
          <ac:chgData name="Sonevytsky, Allie" userId="S::allie.sonevytsky@aetna.com::e9625fb8-dabf-48ce-a190-a9783de515e5" providerId="AD" clId="Web-{2C1035F2-B671-111B-358F-0300C83C9D5B}" dt="2026-05-14T15:32:23.056" v="300" actId="1076"/>
          <ac:spMkLst>
            <pc:docMk/>
            <pc:sldMk cId="1572605923" sldId="2147483561"/>
            <ac:spMk id="6" creationId="{116B8E9D-3AB4-92E2-F1B2-B9ED75162796}"/>
          </ac:spMkLst>
        </pc:spChg>
        <pc:graphicFrameChg chg="add del modGraphic">
          <ac:chgData name="Sonevytsky, Allie" userId="S::allie.sonevytsky@aetna.com::e9625fb8-dabf-48ce-a190-a9783de515e5" providerId="AD" clId="Web-{2C1035F2-B671-111B-358F-0300C83C9D5B}" dt="2026-05-14T17:50:49.716" v="376"/>
          <ac:graphicFrameMkLst>
            <pc:docMk/>
            <pc:sldMk cId="1572605923" sldId="2147483561"/>
            <ac:graphicFrameMk id="4" creationId="{143D9D5F-75EB-060A-AC9D-FDBB6B04162F}"/>
          </ac:graphicFrameMkLst>
        </pc:graphicFrameChg>
        <pc:graphicFrameChg chg="del">
          <ac:chgData name="Sonevytsky, Allie" userId="S::allie.sonevytsky@aetna.com::e9625fb8-dabf-48ce-a190-a9783de515e5" providerId="AD" clId="Web-{2C1035F2-B671-111B-358F-0300C83C9D5B}" dt="2026-05-14T13:40:44.408" v="293"/>
          <ac:graphicFrameMkLst>
            <pc:docMk/>
            <pc:sldMk cId="1572605923" sldId="2147483561"/>
            <ac:graphicFrameMk id="7" creationId="{6B9D6736-56ED-C048-F26D-7779338E723A}"/>
          </ac:graphicFrameMkLst>
        </pc:graphicFrameChg>
        <pc:graphicFrameChg chg="mod modGraphic">
          <ac:chgData name="Sonevytsky, Allie" userId="S::allie.sonevytsky@aetna.com::e9625fb8-dabf-48ce-a190-a9783de515e5" providerId="AD" clId="Web-{2C1035F2-B671-111B-358F-0300C83C9D5B}" dt="2026-05-14T17:49:25.914" v="373"/>
          <ac:graphicFrameMkLst>
            <pc:docMk/>
            <pc:sldMk cId="1572605923" sldId="2147483561"/>
            <ac:graphicFrameMk id="9" creationId="{290F9CAF-598F-9B95-4A0A-D03F3732FF85}"/>
          </ac:graphicFrameMkLst>
        </pc:graphicFrameChg>
      </pc:sldChg>
      <pc:sldChg chg="mod ord modShow">
        <pc:chgData name="Sonevytsky, Allie" userId="S::allie.sonevytsky@aetna.com::e9625fb8-dabf-48ce-a190-a9783de515e5" providerId="AD" clId="Web-{2C1035F2-B671-111B-358F-0300C83C9D5B}" dt="2026-05-14T19:45:27.399" v="453"/>
        <pc:sldMkLst>
          <pc:docMk/>
          <pc:sldMk cId="1927152711" sldId="2147483562"/>
        </pc:sldMkLst>
      </pc:sldChg>
      <pc:sldChg chg="mod ord modShow">
        <pc:chgData name="Sonevytsky, Allie" userId="S::allie.sonevytsky@aetna.com::e9625fb8-dabf-48ce-a190-a9783de515e5" providerId="AD" clId="Web-{2C1035F2-B671-111B-358F-0300C83C9D5B}" dt="2026-05-14T19:45:27.399" v="452"/>
        <pc:sldMkLst>
          <pc:docMk/>
          <pc:sldMk cId="2872653240" sldId="2147483563"/>
        </pc:sldMkLst>
      </pc:sldChg>
      <pc:sldChg chg="mod ord modShow">
        <pc:chgData name="Sonevytsky, Allie" userId="S::allie.sonevytsky@aetna.com::e9625fb8-dabf-48ce-a190-a9783de515e5" providerId="AD" clId="Web-{2C1035F2-B671-111B-358F-0300C83C9D5B}" dt="2026-05-14T19:45:34.134" v="456"/>
        <pc:sldMkLst>
          <pc:docMk/>
          <pc:sldMk cId="1232941610" sldId="2147483564"/>
        </pc:sldMkLst>
      </pc:sldChg>
      <pc:sldChg chg="mod ord modShow">
        <pc:chgData name="Sonevytsky, Allie" userId="S::allie.sonevytsky@aetna.com::e9625fb8-dabf-48ce-a190-a9783de515e5" providerId="AD" clId="Web-{2C1035F2-B671-111B-358F-0300C83C9D5B}" dt="2026-05-14T19:45:27.399" v="449"/>
        <pc:sldMkLst>
          <pc:docMk/>
          <pc:sldMk cId="1747885535" sldId="2147483565"/>
        </pc:sldMkLst>
      </pc:sldChg>
      <pc:sldChg chg="addSp delSp modSp mod ord modShow">
        <pc:chgData name="Sonevytsky, Allie" userId="S::allie.sonevytsky@aetna.com::e9625fb8-dabf-48ce-a190-a9783de515e5" providerId="AD" clId="Web-{2C1035F2-B671-111B-358F-0300C83C9D5B}" dt="2026-05-14T19:45:27.399" v="455"/>
        <pc:sldMkLst>
          <pc:docMk/>
          <pc:sldMk cId="4149543091" sldId="2147483566"/>
        </pc:sldMkLst>
        <pc:graphicFrameChg chg="add mod modGraphic">
          <ac:chgData name="Sonevytsky, Allie" userId="S::allie.sonevytsky@aetna.com::e9625fb8-dabf-48ce-a190-a9783de515e5" providerId="AD" clId="Web-{2C1035F2-B671-111B-358F-0300C83C9D5B}" dt="2026-05-14T13:25:54.594" v="263"/>
          <ac:graphicFrameMkLst>
            <pc:docMk/>
            <pc:sldMk cId="4149543091" sldId="2147483566"/>
            <ac:graphicFrameMk id="4" creationId="{2EBA08B7-550F-B37B-BA24-15E6093F56B3}"/>
          </ac:graphicFrameMkLst>
        </pc:graphicFrameChg>
        <pc:graphicFrameChg chg="del">
          <ac:chgData name="Sonevytsky, Allie" userId="S::allie.sonevytsky@aetna.com::e9625fb8-dabf-48ce-a190-a9783de515e5" providerId="AD" clId="Web-{2C1035F2-B671-111B-358F-0300C83C9D5B}" dt="2026-05-14T13:25:34.093" v="198"/>
          <ac:graphicFrameMkLst>
            <pc:docMk/>
            <pc:sldMk cId="4149543091" sldId="2147483566"/>
            <ac:graphicFrameMk id="10" creationId="{0016AD79-4631-4D88-769F-2E1813933AF2}"/>
          </ac:graphicFrameMkLst>
        </pc:graphicFrameChg>
      </pc:sldChg>
      <pc:sldChg chg="mod ord modShow">
        <pc:chgData name="Sonevytsky, Allie" userId="S::allie.sonevytsky@aetna.com::e9625fb8-dabf-48ce-a190-a9783de515e5" providerId="AD" clId="Web-{2C1035F2-B671-111B-358F-0300C83C9D5B}" dt="2026-05-14T19:45:27.399" v="450"/>
        <pc:sldMkLst>
          <pc:docMk/>
          <pc:sldMk cId="344598679" sldId="2147483567"/>
        </pc:sldMkLst>
      </pc:sldChg>
      <pc:sldChg chg="modSp">
        <pc:chgData name="Sonevytsky, Allie" userId="S::allie.sonevytsky@aetna.com::e9625fb8-dabf-48ce-a190-a9783de515e5" providerId="AD" clId="Web-{2C1035F2-B671-111B-358F-0300C83C9D5B}" dt="2026-05-14T17:56:44.710" v="395" actId="20577"/>
        <pc:sldMkLst>
          <pc:docMk/>
          <pc:sldMk cId="3772468287" sldId="2147483568"/>
        </pc:sldMkLst>
        <pc:spChg chg="mod">
          <ac:chgData name="Sonevytsky, Allie" userId="S::allie.sonevytsky@aetna.com::e9625fb8-dabf-48ce-a190-a9783de515e5" providerId="AD" clId="Web-{2C1035F2-B671-111B-358F-0300C83C9D5B}" dt="2026-05-14T17:56:44.710" v="395" actId="20577"/>
          <ac:spMkLst>
            <pc:docMk/>
            <pc:sldMk cId="3772468287" sldId="2147483568"/>
            <ac:spMk id="3" creationId="{67FF47C2-E115-619A-7475-1E24F3DEF589}"/>
          </ac:spMkLst>
        </pc:spChg>
      </pc:sldChg>
      <pc:sldChg chg="modSp mod ord modShow">
        <pc:chgData name="Sonevytsky, Allie" userId="S::allie.sonevytsky@aetna.com::e9625fb8-dabf-48ce-a190-a9783de515e5" providerId="AD" clId="Web-{2C1035F2-B671-111B-358F-0300C83C9D5B}" dt="2026-05-14T19:45:27.383" v="448"/>
        <pc:sldMkLst>
          <pc:docMk/>
          <pc:sldMk cId="1771240105" sldId="2147483569"/>
        </pc:sldMkLst>
        <pc:picChg chg="mod">
          <ac:chgData name="Sonevytsky, Allie" userId="S::allie.sonevytsky@aetna.com::e9625fb8-dabf-48ce-a190-a9783de515e5" providerId="AD" clId="Web-{2C1035F2-B671-111B-358F-0300C83C9D5B}" dt="2026-05-14T17:51:23.844" v="377" actId="1076"/>
          <ac:picMkLst>
            <pc:docMk/>
            <pc:sldMk cId="1771240105" sldId="2147483569"/>
            <ac:picMk id="15" creationId="{6F4754FE-A55F-677D-B558-A7B1043408B1}"/>
          </ac:picMkLst>
        </pc:picChg>
        <pc:picChg chg="mod">
          <ac:chgData name="Sonevytsky, Allie" userId="S::allie.sonevytsky@aetna.com::e9625fb8-dabf-48ce-a190-a9783de515e5" providerId="AD" clId="Web-{2C1035F2-B671-111B-358F-0300C83C9D5B}" dt="2026-05-14T17:51:34.829" v="380" actId="14100"/>
          <ac:picMkLst>
            <pc:docMk/>
            <pc:sldMk cId="1771240105" sldId="2147483569"/>
            <ac:picMk id="17" creationId="{512DFF33-9BE8-2A07-43B9-2EE0A6E0FAE9}"/>
          </ac:picMkLst>
        </pc:picChg>
        <pc:picChg chg="mod">
          <ac:chgData name="Sonevytsky, Allie" userId="S::allie.sonevytsky@aetna.com::e9625fb8-dabf-48ce-a190-a9783de515e5" providerId="AD" clId="Web-{2C1035F2-B671-111B-358F-0300C83C9D5B}" dt="2026-05-14T17:52:26.036" v="383" actId="1076"/>
          <ac:picMkLst>
            <pc:docMk/>
            <pc:sldMk cId="1771240105" sldId="2147483569"/>
            <ac:picMk id="19" creationId="{92841E03-5076-4494-CC91-53D5E072C131}"/>
          </ac:picMkLst>
        </pc:picChg>
      </pc:sldChg>
      <pc:sldChg chg="addSp delSp modSp add del replId">
        <pc:chgData name="Sonevytsky, Allie" userId="S::allie.sonevytsky@aetna.com::e9625fb8-dabf-48ce-a190-a9783de515e5" providerId="AD" clId="Web-{2C1035F2-B671-111B-358F-0300C83C9D5B}" dt="2026-05-15T14:17:22.459" v="645"/>
        <pc:sldMkLst>
          <pc:docMk/>
          <pc:sldMk cId="2395173242" sldId="2147483570"/>
        </pc:sldMkLst>
        <pc:spChg chg="del">
          <ac:chgData name="Sonevytsky, Allie" userId="S::allie.sonevytsky@aetna.com::e9625fb8-dabf-48ce-a190-a9783de515e5" providerId="AD" clId="Web-{2C1035F2-B671-111B-358F-0300C83C9D5B}" dt="2026-05-15T13:53:36.867" v="540"/>
          <ac:spMkLst>
            <pc:docMk/>
            <pc:sldMk cId="2395173242" sldId="2147483570"/>
            <ac:spMk id="5" creationId="{C39BA98F-1DC9-7225-6AF5-D47B5DA343DA}"/>
          </ac:spMkLst>
        </pc:spChg>
        <pc:spChg chg="add mod">
          <ac:chgData name="Sonevytsky, Allie" userId="S::allie.sonevytsky@aetna.com::e9625fb8-dabf-48ce-a190-a9783de515e5" providerId="AD" clId="Web-{2C1035F2-B671-111B-358F-0300C83C9D5B}" dt="2026-05-15T13:57:29.474" v="644" actId="20577"/>
          <ac:spMkLst>
            <pc:docMk/>
            <pc:sldMk cId="2395173242" sldId="2147483570"/>
            <ac:spMk id="6" creationId="{D02148F1-B046-B4E1-8737-100366C0149D}"/>
          </ac:spMkLst>
        </pc:spChg>
        <pc:graphicFrameChg chg="del">
          <ac:chgData name="Sonevytsky, Allie" userId="S::allie.sonevytsky@aetna.com::e9625fb8-dabf-48ce-a190-a9783de515e5" providerId="AD" clId="Web-{2C1035F2-B671-111B-358F-0300C83C9D5B}" dt="2026-05-15T13:53:34.476" v="539"/>
          <ac:graphicFrameMkLst>
            <pc:docMk/>
            <pc:sldMk cId="2395173242" sldId="2147483570"/>
            <ac:graphicFrameMk id="3" creationId="{73E74CE7-8B13-67B9-67D5-037195A3C055}"/>
          </ac:graphicFrameMkLst>
        </pc:graphicFrameChg>
        <pc:picChg chg="del">
          <ac:chgData name="Sonevytsky, Allie" userId="S::allie.sonevytsky@aetna.com::e9625fb8-dabf-48ce-a190-a9783de515e5" providerId="AD" clId="Web-{2C1035F2-B671-111B-358F-0300C83C9D5B}" dt="2026-05-15T13:53:37.695" v="541"/>
          <ac:picMkLst>
            <pc:docMk/>
            <pc:sldMk cId="2395173242" sldId="2147483570"/>
            <ac:picMk id="7" creationId="{A664C090-4511-292E-D0FC-F5DA01EC4DBA}"/>
          </ac:picMkLst>
        </pc:picChg>
      </pc:sldChg>
    </pc:docChg>
  </pc:docChgLst>
  <pc:docChgLst>
    <pc:chgData name="Sonevytsky, Allie" userId="S::allie.sonevytsky@aetna.com::e9625fb8-dabf-48ce-a190-a9783de515e5" providerId="AD" clId="Web-{F00AAC39-4B09-A5B7-C4B0-9CFFD3165F18}"/>
    <pc:docChg chg="addSld delSld modSld sldOrd modSection">
      <pc:chgData name="Sonevytsky, Allie" userId="S::allie.sonevytsky@aetna.com::e9625fb8-dabf-48ce-a190-a9783de515e5" providerId="AD" clId="Web-{F00AAC39-4B09-A5B7-C4B0-9CFFD3165F18}" dt="2026-05-06T15:41:51.047" v="442" actId="20577"/>
      <pc:docMkLst>
        <pc:docMk/>
      </pc:docMkLst>
      <pc:sldChg chg="modSp ord">
        <pc:chgData name="Sonevytsky, Allie" userId="S::allie.sonevytsky@aetna.com::e9625fb8-dabf-48ce-a190-a9783de515e5" providerId="AD" clId="Web-{F00AAC39-4B09-A5B7-C4B0-9CFFD3165F18}" dt="2026-05-06T13:37:09.796" v="75" actId="20577"/>
        <pc:sldMkLst>
          <pc:docMk/>
          <pc:sldMk cId="3780303661" sldId="2147309558"/>
        </pc:sldMkLst>
        <pc:spChg chg="mod">
          <ac:chgData name="Sonevytsky, Allie" userId="S::allie.sonevytsky@aetna.com::e9625fb8-dabf-48ce-a190-a9783de515e5" providerId="AD" clId="Web-{F00AAC39-4B09-A5B7-C4B0-9CFFD3165F18}" dt="2026-05-06T13:37:09.796" v="75" actId="20577"/>
          <ac:spMkLst>
            <pc:docMk/>
            <pc:sldMk cId="3780303661" sldId="2147309558"/>
            <ac:spMk id="3" creationId="{00000000-0000-0000-0000-000000000000}"/>
          </ac:spMkLst>
        </pc:spChg>
        <pc:spChg chg="mod">
          <ac:chgData name="Sonevytsky, Allie" userId="S::allie.sonevytsky@aetna.com::e9625fb8-dabf-48ce-a190-a9783de515e5" providerId="AD" clId="Web-{F00AAC39-4B09-A5B7-C4B0-9CFFD3165F18}" dt="2026-05-06T13:35:56.748" v="50" actId="20577"/>
          <ac:spMkLst>
            <pc:docMk/>
            <pc:sldMk cId="3780303661" sldId="2147309558"/>
            <ac:spMk id="4" creationId="{00000000-0000-0000-0000-000000000000}"/>
          </ac:spMkLst>
        </pc:spChg>
      </pc:sldChg>
      <pc:sldChg chg="modSp modCm">
        <pc:chgData name="Sonevytsky, Allie" userId="S::allie.sonevytsky@aetna.com::e9625fb8-dabf-48ce-a190-a9783de515e5" providerId="AD" clId="Web-{F00AAC39-4B09-A5B7-C4B0-9CFFD3165F18}" dt="2026-05-06T13:39:40.266" v="128" actId="20577"/>
        <pc:sldMkLst>
          <pc:docMk/>
          <pc:sldMk cId="3196038844" sldId="2147310109"/>
        </pc:sldMkLst>
        <pc:spChg chg="mod">
          <ac:chgData name="Sonevytsky, Allie" userId="S::allie.sonevytsky@aetna.com::e9625fb8-dabf-48ce-a190-a9783de515e5" providerId="AD" clId="Web-{F00AAC39-4B09-A5B7-C4B0-9CFFD3165F18}" dt="2026-05-06T13:39:26.079" v="125" actId="20577"/>
          <ac:spMkLst>
            <pc:docMk/>
            <pc:sldMk cId="3196038844" sldId="2147310109"/>
            <ac:spMk id="2" creationId="{13F057AA-9B91-FA52-0C97-38188585F016}"/>
          </ac:spMkLst>
        </pc:spChg>
        <pc:spChg chg="mod">
          <ac:chgData name="Sonevytsky, Allie" userId="S::allie.sonevytsky@aetna.com::e9625fb8-dabf-48ce-a190-a9783de515e5" providerId="AD" clId="Web-{F00AAC39-4B09-A5B7-C4B0-9CFFD3165F18}" dt="2026-05-06T13:39:40.266" v="128" actId="20577"/>
          <ac:spMkLst>
            <pc:docMk/>
            <pc:sldMk cId="3196038844" sldId="2147310109"/>
            <ac:spMk id="3" creationId="{A5E5AE17-E655-E3A5-A4BB-5547A3E8C8F9}"/>
          </ac:spMkLst>
        </pc:spChg>
        <pc:extLst>
          <p:ext xmlns:p="http://schemas.openxmlformats.org/presentationml/2006/main" uri="{D6D511B9-2390-475A-947B-AFAB55BFBCF1}">
            <pc226:cmChg xmlns:pc226="http://schemas.microsoft.com/office/powerpoint/2022/06/main/command" chg="mod">
              <pc226:chgData name="Sonevytsky, Allie" userId="S::allie.sonevytsky@aetna.com::e9625fb8-dabf-48ce-a190-a9783de515e5" providerId="AD" clId="Web-{F00AAC39-4B09-A5B7-C4B0-9CFFD3165F18}" dt="2026-05-06T13:39:40.266" v="128" actId="20577"/>
              <pc2:cmMkLst xmlns:pc2="http://schemas.microsoft.com/office/powerpoint/2019/9/main/command">
                <pc:docMk/>
                <pc:sldMk cId="3196038844" sldId="2147310109"/>
                <pc2:cmMk id="{F3F8E8F3-327E-49B5-AB24-A761BC29690B}"/>
              </pc2:cmMkLst>
            </pc226:cmChg>
          </p:ext>
        </pc:extLst>
      </pc:sldChg>
      <pc:sldChg chg="modSp">
        <pc:chgData name="Sonevytsky, Allie" userId="S::allie.sonevytsky@aetna.com::e9625fb8-dabf-48ce-a190-a9783de515e5" providerId="AD" clId="Web-{F00AAC39-4B09-A5B7-C4B0-9CFFD3165F18}" dt="2026-05-06T13:40:50.329" v="134" actId="20577"/>
        <pc:sldMkLst>
          <pc:docMk/>
          <pc:sldMk cId="366026979" sldId="2147483553"/>
        </pc:sldMkLst>
        <pc:spChg chg="mod">
          <ac:chgData name="Sonevytsky, Allie" userId="S::allie.sonevytsky@aetna.com::e9625fb8-dabf-48ce-a190-a9783de515e5" providerId="AD" clId="Web-{F00AAC39-4B09-A5B7-C4B0-9CFFD3165F18}" dt="2026-05-06T13:40:50.329" v="134" actId="20577"/>
          <ac:spMkLst>
            <pc:docMk/>
            <pc:sldMk cId="366026979" sldId="2147483553"/>
            <ac:spMk id="2" creationId="{A0DD7EA4-16EB-AB6F-8AFC-20D73A692BED}"/>
          </ac:spMkLst>
        </pc:spChg>
        <pc:spChg chg="mod">
          <ac:chgData name="Sonevytsky, Allie" userId="S::allie.sonevytsky@aetna.com::e9625fb8-dabf-48ce-a190-a9783de515e5" providerId="AD" clId="Web-{F00AAC39-4B09-A5B7-C4B0-9CFFD3165F18}" dt="2026-05-06T13:37:57.796" v="91" actId="20577"/>
          <ac:spMkLst>
            <pc:docMk/>
            <pc:sldMk cId="366026979" sldId="2147483553"/>
            <ac:spMk id="3" creationId="{E311AD99-5092-A483-55A0-6DF85D0B8F31}"/>
          </ac:spMkLst>
        </pc:spChg>
      </pc:sldChg>
      <pc:sldChg chg="addSp delSp modSp mod modShow">
        <pc:chgData name="Sonevytsky, Allie" userId="S::allie.sonevytsky@aetna.com::e9625fb8-dabf-48ce-a190-a9783de515e5" providerId="AD" clId="Web-{F00AAC39-4B09-A5B7-C4B0-9CFFD3165F18}" dt="2026-05-06T15:41:51.047" v="442" actId="20577"/>
        <pc:sldMkLst>
          <pc:docMk/>
          <pc:sldMk cId="1148812452" sldId="2147483554"/>
        </pc:sldMkLst>
        <pc:spChg chg="mod">
          <ac:chgData name="Sonevytsky, Allie" userId="S::allie.sonevytsky@aetna.com::e9625fb8-dabf-48ce-a190-a9783de515e5" providerId="AD" clId="Web-{F00AAC39-4B09-A5B7-C4B0-9CFFD3165F18}" dt="2026-05-06T14:10:18.080" v="343" actId="20577"/>
          <ac:spMkLst>
            <pc:docMk/>
            <pc:sldMk cId="1148812452" sldId="2147483554"/>
            <ac:spMk id="2" creationId="{9A5D6C36-B621-2552-1D56-8B24CCE6DB3C}"/>
          </ac:spMkLst>
        </pc:spChg>
        <pc:spChg chg="mod">
          <ac:chgData name="Sonevytsky, Allie" userId="S::allie.sonevytsky@aetna.com::e9625fb8-dabf-48ce-a190-a9783de515e5" providerId="AD" clId="Web-{F00AAC39-4B09-A5B7-C4B0-9CFFD3165F18}" dt="2026-05-06T15:41:51.047" v="442" actId="20577"/>
          <ac:spMkLst>
            <pc:docMk/>
            <pc:sldMk cId="1148812452" sldId="2147483554"/>
            <ac:spMk id="5" creationId="{25FEF284-6051-7F71-8B4F-443683DD41E4}"/>
          </ac:spMkLst>
        </pc:spChg>
      </pc:sldChg>
      <pc:sldChg chg="modSp">
        <pc:chgData name="Sonevytsky, Allie" userId="S::allie.sonevytsky@aetna.com::e9625fb8-dabf-48ce-a190-a9783de515e5" providerId="AD" clId="Web-{F00AAC39-4B09-A5B7-C4B0-9CFFD3165F18}" dt="2026-05-06T13:40:55.486" v="135" actId="20577"/>
        <pc:sldMkLst>
          <pc:docMk/>
          <pc:sldMk cId="1425307004" sldId="2147483557"/>
        </pc:sldMkLst>
        <pc:spChg chg="mod">
          <ac:chgData name="Sonevytsky, Allie" userId="S::allie.sonevytsky@aetna.com::e9625fb8-dabf-48ce-a190-a9783de515e5" providerId="AD" clId="Web-{F00AAC39-4B09-A5B7-C4B0-9CFFD3165F18}" dt="2026-05-06T13:40:55.486" v="135" actId="20577"/>
          <ac:spMkLst>
            <pc:docMk/>
            <pc:sldMk cId="1425307004" sldId="2147483557"/>
            <ac:spMk id="2" creationId="{2ADBB526-608F-0CE5-2BF5-86A374772841}"/>
          </ac:spMkLst>
        </pc:spChg>
      </pc:sldChg>
      <pc:sldChg chg="delSp modSp add replId">
        <pc:chgData name="Sonevytsky, Allie" userId="S::allie.sonevytsky@aetna.com::e9625fb8-dabf-48ce-a190-a9783de515e5" providerId="AD" clId="Web-{F00AAC39-4B09-A5B7-C4B0-9CFFD3165F18}" dt="2026-05-06T14:12:26.194" v="408"/>
        <pc:sldMkLst>
          <pc:docMk/>
          <pc:sldMk cId="2155364197" sldId="2147483558"/>
        </pc:sldMkLst>
        <pc:spChg chg="mod">
          <ac:chgData name="Sonevytsky, Allie" userId="S::allie.sonevytsky@aetna.com::e9625fb8-dabf-48ce-a190-a9783de515e5" providerId="AD" clId="Web-{F00AAC39-4B09-A5B7-C4B0-9CFFD3165F18}" dt="2026-05-06T14:09:57.642" v="320" actId="20577"/>
          <ac:spMkLst>
            <pc:docMk/>
            <pc:sldMk cId="2155364197" sldId="2147483558"/>
            <ac:spMk id="2" creationId="{C35B824A-7516-4CEA-F791-A7A32766D7CB}"/>
          </ac:spMkLst>
        </pc:spChg>
      </pc:sldChg>
    </pc:docChg>
  </pc:docChgLst>
  <pc:docChgLst>
    <pc:chgData name="Frank, Sarah" userId="S::sarah.frank2@aetna.com::70b06712-a6a3-44de-8a6e-f325e70bd758" providerId="AD" clId="Web-{0AED0DCC-329A-4110-9ACE-9496836D20B3}"/>
    <pc:docChg chg="mod">
      <pc:chgData name="Frank, Sarah" userId="S::sarah.frank2@aetna.com::70b06712-a6a3-44de-8a6e-f325e70bd758" providerId="AD" clId="Web-{0AED0DCC-329A-4110-9ACE-9496836D20B3}" dt="2026-04-30T17:04:09.958" v="0"/>
      <pc:docMkLst>
        <pc:docMk/>
      </pc:docMkLst>
    </pc:docChg>
  </pc:docChgLst>
  <pc:docChgLst>
    <pc:chgData name="Sonevytsky, Allie" userId="S::allie.sonevytsky@aetna.com::e9625fb8-dabf-48ce-a190-a9783de515e5" providerId="AD" clId="Web-{20790956-4825-8448-27EC-0D6038D0EEDC}"/>
    <pc:docChg chg="modSld sldOrd addSection modSection">
      <pc:chgData name="Sonevytsky, Allie" userId="S::allie.sonevytsky@aetna.com::e9625fb8-dabf-48ce-a190-a9783de515e5" providerId="AD" clId="Web-{20790956-4825-8448-27EC-0D6038D0EEDC}" dt="2026-05-18T19:18:59.423" v="6"/>
      <pc:docMkLst>
        <pc:docMk/>
      </pc:docMkLst>
      <pc:sldChg chg="addSp">
        <pc:chgData name="Sonevytsky, Allie" userId="S::allie.sonevytsky@aetna.com::e9625fb8-dabf-48ce-a190-a9783de515e5" providerId="AD" clId="Web-{20790956-4825-8448-27EC-0D6038D0EEDC}" dt="2026-05-18T19:06:03.880" v="0"/>
        <pc:sldMkLst>
          <pc:docMk/>
          <pc:sldMk cId="3772468287" sldId="2147483568"/>
        </pc:sldMkLst>
        <pc:picChg chg="add">
          <ac:chgData name="Sonevytsky, Allie" userId="S::allie.sonevytsky@aetna.com::e9625fb8-dabf-48ce-a190-a9783de515e5" providerId="AD" clId="Web-{20790956-4825-8448-27EC-0D6038D0EEDC}" dt="2026-05-18T19:06:03.880" v="0"/>
          <ac:picMkLst>
            <pc:docMk/>
            <pc:sldMk cId="3772468287" sldId="2147483568"/>
            <ac:picMk id="6" creationId="{B2533E1E-E4D0-ECE6-1E2C-C158E6529442}"/>
          </ac:picMkLst>
        </pc:picChg>
      </pc:sldChg>
      <pc:sldChg chg="modSp ord">
        <pc:chgData name="Sonevytsky, Allie" userId="S::allie.sonevytsky@aetna.com::e9625fb8-dabf-48ce-a190-a9783de515e5" providerId="AD" clId="Web-{20790956-4825-8448-27EC-0D6038D0EEDC}" dt="2026-05-18T19:08:40.551" v="5" actId="20577"/>
        <pc:sldMkLst>
          <pc:docMk/>
          <pc:sldMk cId="3270382493" sldId="2147483570"/>
        </pc:sldMkLst>
        <pc:spChg chg="mod">
          <ac:chgData name="Sonevytsky, Allie" userId="S::allie.sonevytsky@aetna.com::e9625fb8-dabf-48ce-a190-a9783de515e5" providerId="AD" clId="Web-{20790956-4825-8448-27EC-0D6038D0EEDC}" dt="2026-05-18T19:08:40.551" v="5" actId="20577"/>
          <ac:spMkLst>
            <pc:docMk/>
            <pc:sldMk cId="3270382493" sldId="2147483570"/>
            <ac:spMk id="2" creationId="{58421B6F-A5A5-793A-B414-DE1C073A63A5}"/>
          </ac:spMkLst>
        </pc:spChg>
      </pc:sldChg>
    </pc:docChg>
  </pc:docChgLst>
  <pc:docChgLst>
    <pc:chgData name="Weismer, Seth M" userId="d22ab589-94a6-4b19-a2e4-8ec49fbb75b6" providerId="ADAL" clId="{A2E33265-B6A5-504B-B90B-896A579E37D4}"/>
    <pc:docChg chg="undo addSld delSld modSection">
      <pc:chgData name="Weismer, Seth M" userId="d22ab589-94a6-4b19-a2e4-8ec49fbb75b6" providerId="ADAL" clId="{A2E33265-B6A5-504B-B90B-896A579E37D4}" dt="2026-05-15T14:04:20.086" v="1" actId="2696"/>
      <pc:docMkLst>
        <pc:docMk/>
      </pc:docMkLst>
      <pc:sldChg chg="add del">
        <pc:chgData name="Weismer, Seth M" userId="d22ab589-94a6-4b19-a2e4-8ec49fbb75b6" providerId="ADAL" clId="{A2E33265-B6A5-504B-B90B-896A579E37D4}" dt="2026-05-15T14:04:20.086" v="1" actId="2696"/>
        <pc:sldMkLst>
          <pc:docMk/>
          <pc:sldMk cId="1425307004" sldId="2147483557"/>
        </pc:sldMkLst>
      </pc:sldChg>
    </pc:docChg>
  </pc:docChgLst>
  <pc:docChgLst>
    <pc:chgData name="Sonevytsky, Allie" userId="S::allie.sonevytsky@aetna.com::e9625fb8-dabf-48ce-a190-a9783de515e5" providerId="AD" clId="Web-{E45429E1-0CCF-0B54-3085-E6B23E260348}"/>
    <pc:docChg chg="modSld sldOrd">
      <pc:chgData name="Sonevytsky, Allie" userId="S::allie.sonevytsky@aetna.com::e9625fb8-dabf-48ce-a190-a9783de515e5" providerId="AD" clId="Web-{E45429E1-0CCF-0B54-3085-E6B23E260348}" dt="2026-05-05T14:05:27.250" v="2"/>
      <pc:docMkLst>
        <pc:docMk/>
      </pc:docMkLst>
      <pc:sldChg chg="modSp">
        <pc:chgData name="Sonevytsky, Allie" userId="S::allie.sonevytsky@aetna.com::e9625fb8-dabf-48ce-a190-a9783de515e5" providerId="AD" clId="Web-{E45429E1-0CCF-0B54-3085-E6B23E260348}" dt="2026-05-05T14:05:27.250" v="2"/>
        <pc:sldMkLst>
          <pc:docMk/>
          <pc:sldMk cId="2081557546" sldId="2147483551"/>
        </pc:sldMkLst>
        <pc:graphicFrameChg chg="mod modGraphic">
          <ac:chgData name="Sonevytsky, Allie" userId="S::allie.sonevytsky@aetna.com::e9625fb8-dabf-48ce-a190-a9783de515e5" providerId="AD" clId="Web-{E45429E1-0CCF-0B54-3085-E6B23E260348}" dt="2026-05-05T14:05:27.250" v="2"/>
          <ac:graphicFrameMkLst>
            <pc:docMk/>
            <pc:sldMk cId="2081557546" sldId="2147483551"/>
            <ac:graphicFrameMk id="4" creationId="{C6A3383A-796D-005B-3F47-8DD0464286C1}"/>
          </ac:graphicFrameMkLst>
        </pc:graphicFrameChg>
      </pc:sldChg>
      <pc:sldChg chg="ord">
        <pc:chgData name="Sonevytsky, Allie" userId="S::allie.sonevytsky@aetna.com::e9625fb8-dabf-48ce-a190-a9783de515e5" providerId="AD" clId="Web-{E45429E1-0CCF-0B54-3085-E6B23E260348}" dt="2026-05-05T14:04:13.140" v="0"/>
        <pc:sldMkLst>
          <pc:docMk/>
          <pc:sldMk cId="1148812452" sldId="2147483554"/>
        </pc:sldMkLst>
      </pc:sldChg>
    </pc:docChg>
  </pc:docChgLst>
  <pc:docChgLst>
    <pc:chgData name="Sonevytsky, Allie" userId="S::allie.sonevytsky@aetna.com::e9625fb8-dabf-48ce-a190-a9783de515e5" providerId="AD" clId="Web-{8BFEA5B6-5CEA-5E72-F69C-2372FDA714B5}"/>
    <pc:docChg chg="addSld delSld modSld modSection">
      <pc:chgData name="Sonevytsky, Allie" userId="S::allie.sonevytsky@aetna.com::e9625fb8-dabf-48ce-a190-a9783de515e5" providerId="AD" clId="Web-{8BFEA5B6-5CEA-5E72-F69C-2372FDA714B5}" dt="2026-05-11T21:03:29.585" v="120"/>
      <pc:docMkLst>
        <pc:docMk/>
      </pc:docMkLst>
      <pc:sldChg chg="modSp">
        <pc:chgData name="Sonevytsky, Allie" userId="S::allie.sonevytsky@aetna.com::e9625fb8-dabf-48ce-a190-a9783de515e5" providerId="AD" clId="Web-{8BFEA5B6-5CEA-5E72-F69C-2372FDA714B5}" dt="2026-05-11T21:00:05.049" v="108"/>
        <pc:sldMkLst>
          <pc:docMk/>
          <pc:sldMk cId="1148812452" sldId="2147483554"/>
        </pc:sldMkLst>
        <pc:spChg chg="mod">
          <ac:chgData name="Sonevytsky, Allie" userId="S::allie.sonevytsky@aetna.com::e9625fb8-dabf-48ce-a190-a9783de515e5" providerId="AD" clId="Web-{8BFEA5B6-5CEA-5E72-F69C-2372FDA714B5}" dt="2026-05-11T20:10:19.732" v="42"/>
          <ac:spMkLst>
            <pc:docMk/>
            <pc:sldMk cId="1148812452" sldId="2147483554"/>
            <ac:spMk id="5" creationId="{25FEF284-6051-7F71-8B4F-443683DD41E4}"/>
          </ac:spMkLst>
        </pc:spChg>
        <pc:graphicFrameChg chg="mod modGraphic">
          <ac:chgData name="Sonevytsky, Allie" userId="S::allie.sonevytsky@aetna.com::e9625fb8-dabf-48ce-a190-a9783de515e5" providerId="AD" clId="Web-{8BFEA5B6-5CEA-5E72-F69C-2372FDA714B5}" dt="2026-05-11T21:00:05.049" v="108"/>
          <ac:graphicFrameMkLst>
            <pc:docMk/>
            <pc:sldMk cId="1148812452" sldId="2147483554"/>
            <ac:graphicFrameMk id="3" creationId="{78AA036E-7FCF-41C6-F4A1-9A419576D8EC}"/>
          </ac:graphicFrameMkLst>
        </pc:graphicFrameChg>
      </pc:sldChg>
      <pc:sldChg chg="modSp">
        <pc:chgData name="Sonevytsky, Allie" userId="S::allie.sonevytsky@aetna.com::e9625fb8-dabf-48ce-a190-a9783de515e5" providerId="AD" clId="Web-{8BFEA5B6-5CEA-5E72-F69C-2372FDA714B5}" dt="2026-05-11T21:01:31.223" v="109" actId="20577"/>
        <pc:sldMkLst>
          <pc:docMk/>
          <pc:sldMk cId="1572605923" sldId="2147483561"/>
        </pc:sldMkLst>
        <pc:spChg chg="mod">
          <ac:chgData name="Sonevytsky, Allie" userId="S::allie.sonevytsky@aetna.com::e9625fb8-dabf-48ce-a190-a9783de515e5" providerId="AD" clId="Web-{8BFEA5B6-5CEA-5E72-F69C-2372FDA714B5}" dt="2026-05-11T21:01:31.223" v="109" actId="20577"/>
          <ac:spMkLst>
            <pc:docMk/>
            <pc:sldMk cId="1572605923" sldId="2147483561"/>
            <ac:spMk id="2" creationId="{02C4F1F3-8CDC-5A63-ECD6-B4196135E5AD}"/>
          </ac:spMkLst>
        </pc:spChg>
        <pc:graphicFrameChg chg="mod modGraphic">
          <ac:chgData name="Sonevytsky, Allie" userId="S::allie.sonevytsky@aetna.com::e9625fb8-dabf-48ce-a190-a9783de515e5" providerId="AD" clId="Web-{8BFEA5B6-5CEA-5E72-F69C-2372FDA714B5}" dt="2026-05-11T20:58:30.531" v="98"/>
          <ac:graphicFrameMkLst>
            <pc:docMk/>
            <pc:sldMk cId="1572605923" sldId="2147483561"/>
            <ac:graphicFrameMk id="4" creationId="{143D9D5F-75EB-060A-AC9D-FDBB6B04162F}"/>
          </ac:graphicFrameMkLst>
        </pc:graphicFrameChg>
      </pc:sldChg>
      <pc:sldChg chg="delSp modSp add replId">
        <pc:chgData name="Sonevytsky, Allie" userId="S::allie.sonevytsky@aetna.com::e9625fb8-dabf-48ce-a190-a9783de515e5" providerId="AD" clId="Web-{8BFEA5B6-5CEA-5E72-F69C-2372FDA714B5}" dt="2026-05-11T21:03:29.585" v="120"/>
        <pc:sldMkLst>
          <pc:docMk/>
          <pc:sldMk cId="4149543091" sldId="2147483566"/>
        </pc:sldMkLst>
      </pc:sldChg>
    </pc:docChg>
  </pc:docChgLst>
  <pc:docChgLst>
    <pc:chgData name="Sonevytsky, Allie" userId="S::allie.sonevytsky@aetna.com::e9625fb8-dabf-48ce-a190-a9783de515e5" providerId="AD" clId="Web-{F5646275-F2EA-F7BC-5790-1CDFF88FE13B}"/>
    <pc:docChg chg="addSld modSld sldOrd modSection">
      <pc:chgData name="Sonevytsky, Allie" userId="S::allie.sonevytsky@aetna.com::e9625fb8-dabf-48ce-a190-a9783de515e5" providerId="AD" clId="Web-{F5646275-F2EA-F7BC-5790-1CDFF88FE13B}" dt="2026-04-30T16:43:25.567" v="1467" actId="20577"/>
      <pc:docMkLst>
        <pc:docMk/>
      </pc:docMkLst>
      <pc:sldChg chg="add">
        <pc:chgData name="Sonevytsky, Allie" userId="S::allie.sonevytsky@aetna.com::e9625fb8-dabf-48ce-a190-a9783de515e5" providerId="AD" clId="Web-{F5646275-F2EA-F7BC-5790-1CDFF88FE13B}" dt="2026-04-30T14:31:43.967" v="150"/>
        <pc:sldMkLst>
          <pc:docMk/>
          <pc:sldMk cId="4282590240" sldId="8716"/>
        </pc:sldMkLst>
      </pc:sldChg>
      <pc:sldChg chg="modSp">
        <pc:chgData name="Sonevytsky, Allie" userId="S::allie.sonevytsky@aetna.com::e9625fb8-dabf-48ce-a190-a9783de515e5" providerId="AD" clId="Web-{F5646275-F2EA-F7BC-5790-1CDFF88FE13B}" dt="2026-04-30T16:43:25.567" v="1467" actId="20577"/>
        <pc:sldMkLst>
          <pc:docMk/>
          <pc:sldMk cId="3196038844" sldId="2147310109"/>
        </pc:sldMkLst>
        <pc:spChg chg="mod">
          <ac:chgData name="Sonevytsky, Allie" userId="S::allie.sonevytsky@aetna.com::e9625fb8-dabf-48ce-a190-a9783de515e5" providerId="AD" clId="Web-{F5646275-F2EA-F7BC-5790-1CDFF88FE13B}" dt="2026-04-30T15:52:30.253" v="1193" actId="14100"/>
          <ac:spMkLst>
            <pc:docMk/>
            <pc:sldMk cId="3196038844" sldId="2147310109"/>
            <ac:spMk id="2" creationId="{13F057AA-9B91-FA52-0C97-38188585F016}"/>
          </ac:spMkLst>
        </pc:spChg>
        <pc:spChg chg="mod">
          <ac:chgData name="Sonevytsky, Allie" userId="S::allie.sonevytsky@aetna.com::e9625fb8-dabf-48ce-a190-a9783de515e5" providerId="AD" clId="Web-{F5646275-F2EA-F7BC-5790-1CDFF88FE13B}" dt="2026-04-30T16:43:25.567" v="1467" actId="20577"/>
          <ac:spMkLst>
            <pc:docMk/>
            <pc:sldMk cId="3196038844" sldId="2147310109"/>
            <ac:spMk id="3" creationId="{A5E5AE17-E655-E3A5-A4BB-5547A3E8C8F9}"/>
          </ac:spMkLst>
        </pc:spChg>
      </pc:sldChg>
      <pc:sldChg chg="delSp modSp add">
        <pc:chgData name="Sonevytsky, Allie" userId="S::allie.sonevytsky@aetna.com::e9625fb8-dabf-48ce-a190-a9783de515e5" providerId="AD" clId="Web-{F5646275-F2EA-F7BC-5790-1CDFF88FE13B}" dt="2026-04-30T14:16:33.795" v="48" actId="14100"/>
        <pc:sldMkLst>
          <pc:docMk/>
          <pc:sldMk cId="2770415454" sldId="2147480081"/>
        </pc:sldMkLst>
        <pc:spChg chg="mod">
          <ac:chgData name="Sonevytsky, Allie" userId="S::allie.sonevytsky@aetna.com::e9625fb8-dabf-48ce-a190-a9783de515e5" providerId="AD" clId="Web-{F5646275-F2EA-F7BC-5790-1CDFF88FE13B}" dt="2026-04-30T14:15:22.670" v="3" actId="1076"/>
          <ac:spMkLst>
            <pc:docMk/>
            <pc:sldMk cId="2770415454" sldId="2147480081"/>
            <ac:spMk id="4" creationId="{763711D8-113D-1FB2-BBFC-1A7481C7FF09}"/>
          </ac:spMkLst>
        </pc:spChg>
        <pc:spChg chg="mod">
          <ac:chgData name="Sonevytsky, Allie" userId="S::allie.sonevytsky@aetna.com::e9625fb8-dabf-48ce-a190-a9783de515e5" providerId="AD" clId="Web-{F5646275-F2EA-F7BC-5790-1CDFF88FE13B}" dt="2026-04-30T14:15:22.764" v="4" actId="1076"/>
          <ac:spMkLst>
            <pc:docMk/>
            <pc:sldMk cId="2770415454" sldId="2147480081"/>
            <ac:spMk id="5" creationId="{17B1FB85-4498-C490-90AE-F5CF999123A0}"/>
          </ac:spMkLst>
        </pc:spChg>
        <pc:spChg chg="mod">
          <ac:chgData name="Sonevytsky, Allie" userId="S::allie.sonevytsky@aetna.com::e9625fb8-dabf-48ce-a190-a9783de515e5" providerId="AD" clId="Web-{F5646275-F2EA-F7BC-5790-1CDFF88FE13B}" dt="2026-04-30T14:15:22.795" v="5" actId="1076"/>
          <ac:spMkLst>
            <pc:docMk/>
            <pc:sldMk cId="2770415454" sldId="2147480081"/>
            <ac:spMk id="7" creationId="{3A132A41-4AE4-D36F-887D-2FF4C8D65C91}"/>
          </ac:spMkLst>
        </pc:spChg>
        <pc:spChg chg="mod">
          <ac:chgData name="Sonevytsky, Allie" userId="S::allie.sonevytsky@aetna.com::e9625fb8-dabf-48ce-a190-a9783de515e5" providerId="AD" clId="Web-{F5646275-F2EA-F7BC-5790-1CDFF88FE13B}" dt="2026-04-30T14:15:22.857" v="7" actId="1076"/>
          <ac:spMkLst>
            <pc:docMk/>
            <pc:sldMk cId="2770415454" sldId="2147480081"/>
            <ac:spMk id="9" creationId="{AF2BB608-96E8-5793-9D7B-AF046F346AA7}"/>
          </ac:spMkLst>
        </pc:spChg>
        <pc:spChg chg="mod">
          <ac:chgData name="Sonevytsky, Allie" userId="S::allie.sonevytsky@aetna.com::e9625fb8-dabf-48ce-a190-a9783de515e5" providerId="AD" clId="Web-{F5646275-F2EA-F7BC-5790-1CDFF88FE13B}" dt="2026-04-30T14:15:22.889" v="8" actId="1076"/>
          <ac:spMkLst>
            <pc:docMk/>
            <pc:sldMk cId="2770415454" sldId="2147480081"/>
            <ac:spMk id="10" creationId="{8741885C-CA76-5638-43DF-A152914CBB8C}"/>
          </ac:spMkLst>
        </pc:spChg>
        <pc:spChg chg="mod">
          <ac:chgData name="Sonevytsky, Allie" userId="S::allie.sonevytsky@aetna.com::e9625fb8-dabf-48ce-a190-a9783de515e5" providerId="AD" clId="Web-{F5646275-F2EA-F7BC-5790-1CDFF88FE13B}" dt="2026-04-30T14:15:23.045" v="9" actId="1076"/>
          <ac:spMkLst>
            <pc:docMk/>
            <pc:sldMk cId="2770415454" sldId="2147480081"/>
            <ac:spMk id="11" creationId="{2CF35C7A-02B5-11D6-5438-C0CCBC1B4EFF}"/>
          </ac:spMkLst>
        </pc:spChg>
        <pc:spChg chg="mod">
          <ac:chgData name="Sonevytsky, Allie" userId="S::allie.sonevytsky@aetna.com::e9625fb8-dabf-48ce-a190-a9783de515e5" providerId="AD" clId="Web-{F5646275-F2EA-F7BC-5790-1CDFF88FE13B}" dt="2026-04-30T14:15:23.139" v="11" actId="1076"/>
          <ac:spMkLst>
            <pc:docMk/>
            <pc:sldMk cId="2770415454" sldId="2147480081"/>
            <ac:spMk id="21" creationId="{C3424596-2977-CFB8-1DAF-00321896297D}"/>
          </ac:spMkLst>
        </pc:spChg>
        <pc:spChg chg="mod">
          <ac:chgData name="Sonevytsky, Allie" userId="S::allie.sonevytsky@aetna.com::e9625fb8-dabf-48ce-a190-a9783de515e5" providerId="AD" clId="Web-{F5646275-F2EA-F7BC-5790-1CDFF88FE13B}" dt="2026-04-30T14:15:23.170" v="12" actId="1076"/>
          <ac:spMkLst>
            <pc:docMk/>
            <pc:sldMk cId="2770415454" sldId="2147480081"/>
            <ac:spMk id="22" creationId="{33D14FE5-7B51-2EBE-E22E-A3933A939714}"/>
          </ac:spMkLst>
        </pc:spChg>
        <pc:spChg chg="mod">
          <ac:chgData name="Sonevytsky, Allie" userId="S::allie.sonevytsky@aetna.com::e9625fb8-dabf-48ce-a190-a9783de515e5" providerId="AD" clId="Web-{F5646275-F2EA-F7BC-5790-1CDFF88FE13B}" dt="2026-04-30T14:15:23.201" v="13" actId="1076"/>
          <ac:spMkLst>
            <pc:docMk/>
            <pc:sldMk cId="2770415454" sldId="2147480081"/>
            <ac:spMk id="23" creationId="{A1D71E15-FCA7-901F-26AF-D39BC296E7D1}"/>
          </ac:spMkLst>
        </pc:spChg>
        <pc:spChg chg="mod">
          <ac:chgData name="Sonevytsky, Allie" userId="S::allie.sonevytsky@aetna.com::e9625fb8-dabf-48ce-a190-a9783de515e5" providerId="AD" clId="Web-{F5646275-F2EA-F7BC-5790-1CDFF88FE13B}" dt="2026-04-30T14:15:23.248" v="15" actId="1076"/>
          <ac:spMkLst>
            <pc:docMk/>
            <pc:sldMk cId="2770415454" sldId="2147480081"/>
            <ac:spMk id="30" creationId="{0C8B0569-FD06-0CA2-3B62-1E3E98687DC0}"/>
          </ac:spMkLst>
        </pc:spChg>
        <pc:spChg chg="mod">
          <ac:chgData name="Sonevytsky, Allie" userId="S::allie.sonevytsky@aetna.com::e9625fb8-dabf-48ce-a190-a9783de515e5" providerId="AD" clId="Web-{F5646275-F2EA-F7BC-5790-1CDFF88FE13B}" dt="2026-04-30T14:15:23.357" v="16" actId="1076"/>
          <ac:spMkLst>
            <pc:docMk/>
            <pc:sldMk cId="2770415454" sldId="2147480081"/>
            <ac:spMk id="33" creationId="{27FD92B5-FB25-D7C1-7AEA-5DF3B2319E13}"/>
          </ac:spMkLst>
        </pc:spChg>
        <pc:spChg chg="mod">
          <ac:chgData name="Sonevytsky, Allie" userId="S::allie.sonevytsky@aetna.com::e9625fb8-dabf-48ce-a190-a9783de515e5" providerId="AD" clId="Web-{F5646275-F2EA-F7BC-5790-1CDFF88FE13B}" dt="2026-04-30T14:15:23.451" v="18" actId="1076"/>
          <ac:spMkLst>
            <pc:docMk/>
            <pc:sldMk cId="2770415454" sldId="2147480081"/>
            <ac:spMk id="42" creationId="{FF34BEB4-5E96-BA67-0544-F197748A8293}"/>
          </ac:spMkLst>
        </pc:spChg>
        <pc:spChg chg="mod">
          <ac:chgData name="Sonevytsky, Allie" userId="S::allie.sonevytsky@aetna.com::e9625fb8-dabf-48ce-a190-a9783de515e5" providerId="AD" clId="Web-{F5646275-F2EA-F7BC-5790-1CDFF88FE13B}" dt="2026-04-30T14:15:23.545" v="20" actId="1076"/>
          <ac:spMkLst>
            <pc:docMk/>
            <pc:sldMk cId="2770415454" sldId="2147480081"/>
            <ac:spMk id="53" creationId="{FF084AE1-2CB0-8CDB-584D-A82DEDDBD539}"/>
          </ac:spMkLst>
        </pc:spChg>
        <pc:spChg chg="mod">
          <ac:chgData name="Sonevytsky, Allie" userId="S::allie.sonevytsky@aetna.com::e9625fb8-dabf-48ce-a190-a9783de515e5" providerId="AD" clId="Web-{F5646275-F2EA-F7BC-5790-1CDFF88FE13B}" dt="2026-04-30T14:15:23.592" v="22" actId="1076"/>
          <ac:spMkLst>
            <pc:docMk/>
            <pc:sldMk cId="2770415454" sldId="2147480081"/>
            <ac:spMk id="57" creationId="{598D895F-6107-0386-D983-4426BCD410BF}"/>
          </ac:spMkLst>
        </pc:spChg>
        <pc:spChg chg="mod">
          <ac:chgData name="Sonevytsky, Allie" userId="S::allie.sonevytsky@aetna.com::e9625fb8-dabf-48ce-a190-a9783de515e5" providerId="AD" clId="Web-{F5646275-F2EA-F7BC-5790-1CDFF88FE13B}" dt="2026-04-30T14:15:23.623" v="23" actId="1076"/>
          <ac:spMkLst>
            <pc:docMk/>
            <pc:sldMk cId="2770415454" sldId="2147480081"/>
            <ac:spMk id="61" creationId="{56B5975A-9B49-C6FB-C973-5EEEBE727610}"/>
          </ac:spMkLst>
        </pc:spChg>
        <pc:spChg chg="mod">
          <ac:chgData name="Sonevytsky, Allie" userId="S::allie.sonevytsky@aetna.com::e9625fb8-dabf-48ce-a190-a9783de515e5" providerId="AD" clId="Web-{F5646275-F2EA-F7BC-5790-1CDFF88FE13B}" dt="2026-04-30T14:15:23.639" v="24" actId="1076"/>
          <ac:spMkLst>
            <pc:docMk/>
            <pc:sldMk cId="2770415454" sldId="2147480081"/>
            <ac:spMk id="64" creationId="{C7577F48-E95D-01AA-04FE-A58EE541CE82}"/>
          </ac:spMkLst>
        </pc:spChg>
        <pc:spChg chg="mod">
          <ac:chgData name="Sonevytsky, Allie" userId="S::allie.sonevytsky@aetna.com::e9625fb8-dabf-48ce-a190-a9783de515e5" providerId="AD" clId="Web-{F5646275-F2EA-F7BC-5790-1CDFF88FE13B}" dt="2026-04-30T14:15:23.670" v="25" actId="1076"/>
          <ac:spMkLst>
            <pc:docMk/>
            <pc:sldMk cId="2770415454" sldId="2147480081"/>
            <ac:spMk id="65" creationId="{BB83395D-B341-9CE9-EE6D-6CCE157E9D33}"/>
          </ac:spMkLst>
        </pc:spChg>
        <pc:spChg chg="mod">
          <ac:chgData name="Sonevytsky, Allie" userId="S::allie.sonevytsky@aetna.com::e9625fb8-dabf-48ce-a190-a9783de515e5" providerId="AD" clId="Web-{F5646275-F2EA-F7BC-5790-1CDFF88FE13B}" dt="2026-04-30T14:15:23.686" v="26" actId="1076"/>
          <ac:spMkLst>
            <pc:docMk/>
            <pc:sldMk cId="2770415454" sldId="2147480081"/>
            <ac:spMk id="66" creationId="{407AB29C-5C89-A4DE-B501-8899FCABA0D3}"/>
          </ac:spMkLst>
        </pc:spChg>
        <pc:spChg chg="mod">
          <ac:chgData name="Sonevytsky, Allie" userId="S::allie.sonevytsky@aetna.com::e9625fb8-dabf-48ce-a190-a9783de515e5" providerId="AD" clId="Web-{F5646275-F2EA-F7BC-5790-1CDFF88FE13B}" dt="2026-04-30T14:15:23.717" v="27" actId="1076"/>
          <ac:spMkLst>
            <pc:docMk/>
            <pc:sldMk cId="2770415454" sldId="2147480081"/>
            <ac:spMk id="72" creationId="{E9ADE558-04EB-0EC0-7A1B-6F6BC5C37637}"/>
          </ac:spMkLst>
        </pc:spChg>
        <pc:spChg chg="mod">
          <ac:chgData name="Sonevytsky, Allie" userId="S::allie.sonevytsky@aetna.com::e9625fb8-dabf-48ce-a190-a9783de515e5" providerId="AD" clId="Web-{F5646275-F2EA-F7BC-5790-1CDFF88FE13B}" dt="2026-04-30T14:15:57.733" v="42" actId="14100"/>
          <ac:spMkLst>
            <pc:docMk/>
            <pc:sldMk cId="2770415454" sldId="2147480081"/>
            <ac:spMk id="73" creationId="{D6313BC3-AC6F-6FFF-E12E-D8FD0A7FF711}"/>
          </ac:spMkLst>
        </pc:spChg>
        <pc:spChg chg="mod">
          <ac:chgData name="Sonevytsky, Allie" userId="S::allie.sonevytsky@aetna.com::e9625fb8-dabf-48ce-a190-a9783de515e5" providerId="AD" clId="Web-{F5646275-F2EA-F7BC-5790-1CDFF88FE13B}" dt="2026-04-30T14:15:23.779" v="29" actId="1076"/>
          <ac:spMkLst>
            <pc:docMk/>
            <pc:sldMk cId="2770415454" sldId="2147480081"/>
            <ac:spMk id="78" creationId="{7DCC668B-10C2-F62E-8835-1147A3C5C3CD}"/>
          </ac:spMkLst>
        </pc:spChg>
        <pc:spChg chg="mod">
          <ac:chgData name="Sonevytsky, Allie" userId="S::allie.sonevytsky@aetna.com::e9625fb8-dabf-48ce-a190-a9783de515e5" providerId="AD" clId="Web-{F5646275-F2EA-F7BC-5790-1CDFF88FE13B}" dt="2026-04-30T14:15:23.795" v="30" actId="1076"/>
          <ac:spMkLst>
            <pc:docMk/>
            <pc:sldMk cId="2770415454" sldId="2147480081"/>
            <ac:spMk id="79" creationId="{4D1CB719-874F-5554-9350-A9DE07AC4D9B}"/>
          </ac:spMkLst>
        </pc:spChg>
        <pc:spChg chg="mod">
          <ac:chgData name="Sonevytsky, Allie" userId="S::allie.sonevytsky@aetna.com::e9625fb8-dabf-48ce-a190-a9783de515e5" providerId="AD" clId="Web-{F5646275-F2EA-F7BC-5790-1CDFF88FE13B}" dt="2026-04-30T14:15:23.826" v="31" actId="1076"/>
          <ac:spMkLst>
            <pc:docMk/>
            <pc:sldMk cId="2770415454" sldId="2147480081"/>
            <ac:spMk id="80" creationId="{00747B91-37BB-3DD3-6076-9363851ABFE9}"/>
          </ac:spMkLst>
        </pc:spChg>
        <pc:spChg chg="mod">
          <ac:chgData name="Sonevytsky, Allie" userId="S::allie.sonevytsky@aetna.com::e9625fb8-dabf-48ce-a190-a9783de515e5" providerId="AD" clId="Web-{F5646275-F2EA-F7BC-5790-1CDFF88FE13B}" dt="2026-04-30T14:15:23.857" v="32" actId="1076"/>
          <ac:spMkLst>
            <pc:docMk/>
            <pc:sldMk cId="2770415454" sldId="2147480081"/>
            <ac:spMk id="81" creationId="{FF6BD7DA-540B-00FB-4CFE-193ED3B54778}"/>
          </ac:spMkLst>
        </pc:spChg>
        <pc:spChg chg="mod">
          <ac:chgData name="Sonevytsky, Allie" userId="S::allie.sonevytsky@aetna.com::e9625fb8-dabf-48ce-a190-a9783de515e5" providerId="AD" clId="Web-{F5646275-F2EA-F7BC-5790-1CDFF88FE13B}" dt="2026-04-30T14:15:23.873" v="33" actId="1076"/>
          <ac:spMkLst>
            <pc:docMk/>
            <pc:sldMk cId="2770415454" sldId="2147480081"/>
            <ac:spMk id="82" creationId="{6746B34F-F97F-E953-FDAB-4C9BB7C2B2FB}"/>
          </ac:spMkLst>
        </pc:spChg>
        <pc:spChg chg="mod">
          <ac:chgData name="Sonevytsky, Allie" userId="S::allie.sonevytsky@aetna.com::e9625fb8-dabf-48ce-a190-a9783de515e5" providerId="AD" clId="Web-{F5646275-F2EA-F7BC-5790-1CDFF88FE13B}" dt="2026-04-30T14:15:23.904" v="34" actId="1076"/>
          <ac:spMkLst>
            <pc:docMk/>
            <pc:sldMk cId="2770415454" sldId="2147480081"/>
            <ac:spMk id="86" creationId="{D226761B-3D75-7B61-D055-03CF2E1A9F3D}"/>
          </ac:spMkLst>
        </pc:spChg>
        <pc:spChg chg="mod">
          <ac:chgData name="Sonevytsky, Allie" userId="S::allie.sonevytsky@aetna.com::e9625fb8-dabf-48ce-a190-a9783de515e5" providerId="AD" clId="Web-{F5646275-F2EA-F7BC-5790-1CDFF88FE13B}" dt="2026-04-30T14:15:23.936" v="35" actId="1076"/>
          <ac:spMkLst>
            <pc:docMk/>
            <pc:sldMk cId="2770415454" sldId="2147480081"/>
            <ac:spMk id="87" creationId="{9564048B-CF34-9C9C-4E43-43B3132DFB81}"/>
          </ac:spMkLst>
        </pc:spChg>
        <pc:spChg chg="mod">
          <ac:chgData name="Sonevytsky, Allie" userId="S::allie.sonevytsky@aetna.com::e9625fb8-dabf-48ce-a190-a9783de515e5" providerId="AD" clId="Web-{F5646275-F2EA-F7BC-5790-1CDFF88FE13B}" dt="2026-04-30T14:15:23.951" v="36" actId="1076"/>
          <ac:spMkLst>
            <pc:docMk/>
            <pc:sldMk cId="2770415454" sldId="2147480081"/>
            <ac:spMk id="88" creationId="{BCD722D9-B259-1E87-9D0C-BE43D3A5C49C}"/>
          </ac:spMkLst>
        </pc:spChg>
        <pc:spChg chg="mod">
          <ac:chgData name="Sonevytsky, Allie" userId="S::allie.sonevytsky@aetna.com::e9625fb8-dabf-48ce-a190-a9783de515e5" providerId="AD" clId="Web-{F5646275-F2EA-F7BC-5790-1CDFF88FE13B}" dt="2026-04-30T14:15:23.982" v="37" actId="1076"/>
          <ac:spMkLst>
            <pc:docMk/>
            <pc:sldMk cId="2770415454" sldId="2147480081"/>
            <ac:spMk id="89" creationId="{BA764B2C-21F3-8B46-EC31-DE5633D3B173}"/>
          </ac:spMkLst>
        </pc:spChg>
        <pc:spChg chg="mod">
          <ac:chgData name="Sonevytsky, Allie" userId="S::allie.sonevytsky@aetna.com::e9625fb8-dabf-48ce-a190-a9783de515e5" providerId="AD" clId="Web-{F5646275-F2EA-F7BC-5790-1CDFF88FE13B}" dt="2026-04-30T14:15:24.014" v="38" actId="1076"/>
          <ac:spMkLst>
            <pc:docMk/>
            <pc:sldMk cId="2770415454" sldId="2147480081"/>
            <ac:spMk id="90" creationId="{446AE7E6-5FD8-C5D3-8BF6-691A39180F70}"/>
          </ac:spMkLst>
        </pc:spChg>
        <pc:cxnChg chg="mod">
          <ac:chgData name="Sonevytsky, Allie" userId="S::allie.sonevytsky@aetna.com::e9625fb8-dabf-48ce-a190-a9783de515e5" providerId="AD" clId="Web-{F5646275-F2EA-F7BC-5790-1CDFF88FE13B}" dt="2026-04-30T14:15:22.811" v="6" actId="1076"/>
          <ac:cxnSpMkLst>
            <pc:docMk/>
            <pc:sldMk cId="2770415454" sldId="2147480081"/>
            <ac:cxnSpMk id="8" creationId="{6C1CE571-97E8-45CC-C6D1-142D8CE454D2}"/>
          </ac:cxnSpMkLst>
        </pc:cxnChg>
        <pc:cxnChg chg="mod">
          <ac:chgData name="Sonevytsky, Allie" userId="S::allie.sonevytsky@aetna.com::e9625fb8-dabf-48ce-a190-a9783de515e5" providerId="AD" clId="Web-{F5646275-F2EA-F7BC-5790-1CDFF88FE13B}" dt="2026-04-30T14:15:23.061" v="10" actId="1076"/>
          <ac:cxnSpMkLst>
            <pc:docMk/>
            <pc:sldMk cId="2770415454" sldId="2147480081"/>
            <ac:cxnSpMk id="12" creationId="{3A0DE2BA-64C3-D3B0-0294-CD5BB831CF09}"/>
          </ac:cxnSpMkLst>
        </pc:cxnChg>
        <pc:cxnChg chg="mod">
          <ac:chgData name="Sonevytsky, Allie" userId="S::allie.sonevytsky@aetna.com::e9625fb8-dabf-48ce-a190-a9783de515e5" providerId="AD" clId="Web-{F5646275-F2EA-F7BC-5790-1CDFF88FE13B}" dt="2026-04-30T14:15:24.029" v="39" actId="1076"/>
          <ac:cxnSpMkLst>
            <pc:docMk/>
            <pc:sldMk cId="2770415454" sldId="2147480081"/>
            <ac:cxnSpMk id="13" creationId="{521A5C19-2EA3-BE1E-451D-11DBB0C01997}"/>
          </ac:cxnSpMkLst>
        </pc:cxnChg>
        <pc:cxnChg chg="mod">
          <ac:chgData name="Sonevytsky, Allie" userId="S::allie.sonevytsky@aetna.com::e9625fb8-dabf-48ce-a190-a9783de515e5" providerId="AD" clId="Web-{F5646275-F2EA-F7BC-5790-1CDFF88FE13B}" dt="2026-04-30T14:16:33.795" v="48" actId="14100"/>
          <ac:cxnSpMkLst>
            <pc:docMk/>
            <pc:sldMk cId="2770415454" sldId="2147480081"/>
            <ac:cxnSpMk id="25" creationId="{F4FF71F4-C606-284E-FE25-D227A6C75AE7}"/>
          </ac:cxnSpMkLst>
        </pc:cxnChg>
        <pc:cxnChg chg="mod">
          <ac:chgData name="Sonevytsky, Allie" userId="S::allie.sonevytsky@aetna.com::e9625fb8-dabf-48ce-a190-a9783de515e5" providerId="AD" clId="Web-{F5646275-F2EA-F7BC-5790-1CDFF88FE13B}" dt="2026-04-30T14:16:19.436" v="46" actId="14100"/>
          <ac:cxnSpMkLst>
            <pc:docMk/>
            <pc:sldMk cId="2770415454" sldId="2147480081"/>
            <ac:cxnSpMk id="34" creationId="{FDFF60B7-534C-3254-6D5F-1234D62E01AF}"/>
          </ac:cxnSpMkLst>
        </pc:cxnChg>
        <pc:cxnChg chg="mod">
          <ac:chgData name="Sonevytsky, Allie" userId="S::allie.sonevytsky@aetna.com::e9625fb8-dabf-48ce-a190-a9783de515e5" providerId="AD" clId="Web-{F5646275-F2EA-F7BC-5790-1CDFF88FE13B}" dt="2026-04-30T14:15:23.482" v="19" actId="1076"/>
          <ac:cxnSpMkLst>
            <pc:docMk/>
            <pc:sldMk cId="2770415454" sldId="2147480081"/>
            <ac:cxnSpMk id="43" creationId="{C0033CC4-2940-AAA9-E17C-49008BFCA27E}"/>
          </ac:cxnSpMkLst>
        </pc:cxnChg>
        <pc:cxnChg chg="mod">
          <ac:chgData name="Sonevytsky, Allie" userId="S::allie.sonevytsky@aetna.com::e9625fb8-dabf-48ce-a190-a9783de515e5" providerId="AD" clId="Web-{F5646275-F2EA-F7BC-5790-1CDFF88FE13B}" dt="2026-04-30T14:15:23.576" v="21" actId="1076"/>
          <ac:cxnSpMkLst>
            <pc:docMk/>
            <pc:sldMk cId="2770415454" sldId="2147480081"/>
            <ac:cxnSpMk id="54" creationId="{F8616A5F-7FF5-3E09-94AB-73C418D9B983}"/>
          </ac:cxnSpMkLst>
        </pc:cxnChg>
      </pc:sldChg>
      <pc:sldChg chg="modSp add ord replId">
        <pc:chgData name="Sonevytsky, Allie" userId="S::allie.sonevytsky@aetna.com::e9625fb8-dabf-48ce-a190-a9783de515e5" providerId="AD" clId="Web-{F5646275-F2EA-F7BC-5790-1CDFF88FE13B}" dt="2026-04-30T16:43:01.066" v="1464"/>
        <pc:sldMkLst>
          <pc:docMk/>
          <pc:sldMk cId="366026979" sldId="2147483553"/>
        </pc:sldMkLst>
        <pc:spChg chg="mod">
          <ac:chgData name="Sonevytsky, Allie" userId="S::allie.sonevytsky@aetna.com::e9625fb8-dabf-48ce-a190-a9783de515e5" providerId="AD" clId="Web-{F5646275-F2EA-F7BC-5790-1CDFF88FE13B}" dt="2026-04-30T15:52:21.034" v="1191" actId="14100"/>
          <ac:spMkLst>
            <pc:docMk/>
            <pc:sldMk cId="366026979" sldId="2147483553"/>
            <ac:spMk id="2" creationId="{A0DD7EA4-16EB-AB6F-8AFC-20D73A692BED}"/>
          </ac:spMkLst>
        </pc:spChg>
        <pc:spChg chg="mod">
          <ac:chgData name="Sonevytsky, Allie" userId="S::allie.sonevytsky@aetna.com::e9625fb8-dabf-48ce-a190-a9783de515e5" providerId="AD" clId="Web-{F5646275-F2EA-F7BC-5790-1CDFF88FE13B}" dt="2026-04-30T16:31:23.313" v="1463" actId="20577"/>
          <ac:spMkLst>
            <pc:docMk/>
            <pc:sldMk cId="366026979" sldId="2147483553"/>
            <ac:spMk id="3" creationId="{E311AD99-5092-A483-55A0-6DF85D0B8F31}"/>
          </ac:spMkLst>
        </pc:spChg>
      </pc:sldChg>
      <pc:sldChg chg="addSp delSp modSp add ord replId">
        <pc:chgData name="Sonevytsky, Allie" userId="S::allie.sonevytsky@aetna.com::e9625fb8-dabf-48ce-a190-a9783de515e5" providerId="AD" clId="Web-{F5646275-F2EA-F7BC-5790-1CDFF88FE13B}" dt="2026-04-30T15:49:41.591" v="1166" actId="20577"/>
        <pc:sldMkLst>
          <pc:docMk/>
          <pc:sldMk cId="1148812452" sldId="2147483554"/>
        </pc:sldMkLst>
        <pc:spChg chg="mod">
          <ac:chgData name="Sonevytsky, Allie" userId="S::allie.sonevytsky@aetna.com::e9625fb8-dabf-48ce-a190-a9783de515e5" providerId="AD" clId="Web-{F5646275-F2EA-F7BC-5790-1CDFF88FE13B}" dt="2026-04-30T15:24:39.442" v="930" actId="20577"/>
          <ac:spMkLst>
            <pc:docMk/>
            <pc:sldMk cId="1148812452" sldId="2147483554"/>
            <ac:spMk id="2" creationId="{9A5D6C36-B621-2552-1D56-8B24CCE6DB3C}"/>
          </ac:spMkLst>
        </pc:spChg>
      </pc:sldChg>
    </pc:docChg>
  </pc:docChgLst>
  <pc:docChgLst>
    <pc:chgData name="Sonevytsky, Allie" userId="S::allie.sonevytsky@aetna.com::e9625fb8-dabf-48ce-a190-a9783de515e5" providerId="AD" clId="Web-{6E7C5F74-A99E-7680-F1F5-B3707CCD922E}"/>
    <pc:docChg chg="addSld modSld modSection">
      <pc:chgData name="Sonevytsky, Allie" userId="S::allie.sonevytsky@aetna.com::e9625fb8-dabf-48ce-a190-a9783de515e5" providerId="AD" clId="Web-{6E7C5F74-A99E-7680-F1F5-B3707CCD922E}" dt="2026-05-12T17:38:36.406" v="1"/>
      <pc:docMkLst>
        <pc:docMk/>
      </pc:docMkLst>
      <pc:sldChg chg="delSp add replId">
        <pc:chgData name="Sonevytsky, Allie" userId="S::allie.sonevytsky@aetna.com::e9625fb8-dabf-48ce-a190-a9783de515e5" providerId="AD" clId="Web-{6E7C5F74-A99E-7680-F1F5-B3707CCD922E}" dt="2026-05-12T17:38:36.406" v="1"/>
        <pc:sldMkLst>
          <pc:docMk/>
          <pc:sldMk cId="344598679" sldId="2147483567"/>
        </pc:sldMkLst>
      </pc:sldChg>
    </pc:docChg>
  </pc:docChgLst>
</pc:chgInfo>
</file>

<file path=ppt/charts/_rels/chart1.xml.rels><?xml version="1.0" encoding="UTF-8" standalone="yes"?>
<Relationships xmlns="http://schemas.openxmlformats.org/package/2006/relationships"><Relationship Id="rId2" Type="http://schemas.openxmlformats.org/officeDocument/2006/relationships/package" Target="../embeddings/Microsoft_Excel_Worksheet_7FFD5839_E639F642.xlsx"/><Relationship Id="rId1" Type="http://schemas.openxmlformats.org/officeDocument/2006/relationships/themeOverride" Target="../theme/themeOverride1.xml"/></Relationships>
</file>

<file path=ppt/charts/_rels/chart2.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package" Target="../embeddings/Microsoft_Excel_Worksheet_7FFD581E_A0B81A0E.xlsx"/></Relationships>
</file>

<file path=ppt/charts/_rels/chart3.xml.rels><?xml version="1.0" encoding="UTF-8" standalone="yes"?>
<Relationships xmlns="http://schemas.openxmlformats.org/package/2006/relationships"><Relationship Id="rId2" Type="http://schemas.openxmlformats.org/officeDocument/2006/relationships/package" Target="../embeddings/Microsoft_Excel_Worksheet_7FFD581F_7079912B.xlsx"/><Relationship Id="rId1" Type="http://schemas.openxmlformats.org/officeDocument/2006/relationships/themeOverride" Target="../theme/themeOverride3.xml"/></Relationships>
</file>

<file path=ppt/charts/_rels/chart4.xml.rels><?xml version="1.0" encoding="UTF-8" standalone="yes"?>
<Relationships xmlns="http://schemas.openxmlformats.org/package/2006/relationships"><Relationship Id="rId2" Type="http://schemas.openxmlformats.org/officeDocument/2006/relationships/package" Target="../embeddings/Microsoft_Excel_Worksheet_7FFD583A_9BA79F97.xlsx"/><Relationship Id="rId1" Type="http://schemas.openxmlformats.org/officeDocument/2006/relationships/themeOverride" Target="../theme/themeOverride4.xml"/></Relationships>
</file>

<file path=ppt/charts/_rels/chart5.xml.rels><?xml version="1.0" encoding="UTF-8" standalone="yes"?>
<Relationships xmlns="http://schemas.openxmlformats.org/package/2006/relationships"><Relationship Id="rId2" Type="http://schemas.openxmlformats.org/officeDocument/2006/relationships/package" Target="../embeddings/Microsoft_Excel_Worksheet_7FFD5820_7C337A28.xlsx"/><Relationship Id="rId1" Type="http://schemas.openxmlformats.org/officeDocument/2006/relationships/themeOverride" Target="../theme/themeOverride5.xml"/></Relationships>
</file>

<file path=ppt/charts/_rels/chart6.xml.rels><?xml version="1.0" encoding="UTF-8" standalone="yes"?>
<Relationships xmlns="http://schemas.openxmlformats.org/package/2006/relationships"><Relationship Id="rId2" Type="http://schemas.openxmlformats.org/officeDocument/2006/relationships/package" Target="../embeddings/Microsoft_Excel_Worksheet_7FFD5820_7C337A281.xlsx"/><Relationship Id="rId1" Type="http://schemas.openxmlformats.org/officeDocument/2006/relationships/themeOverride" Target="../theme/themeOverride6.xml"/></Relationships>
</file>

<file path=ppt/charts/_rels/chart7.xml.rels><?xml version="1.0" encoding="UTF-8" standalone="yes"?>
<Relationships xmlns="http://schemas.openxmlformats.org/package/2006/relationships"><Relationship Id="rId2" Type="http://schemas.openxmlformats.org/officeDocument/2006/relationships/package" Target="../embeddings/Microsoft_Excel_Worksheet_7FFD5820_7C337A282.xlsx"/><Relationship Id="rId1" Type="http://schemas.openxmlformats.org/officeDocument/2006/relationships/themeOverride" Target="../theme/themeOverride7.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500" b="1" i="0" u="none" strike="noStrike" kern="1200" spc="0" baseline="0">
                <a:solidFill>
                  <a:schemeClr val="tx2"/>
                </a:solidFill>
                <a:latin typeface="+mn-lt"/>
                <a:ea typeface="+mn-ea"/>
                <a:cs typeface="+mn-cs"/>
              </a:defRPr>
            </a:pPr>
            <a:r>
              <a:rPr lang="en-CA"/>
              <a:t>Chart title</a:t>
            </a:r>
          </a:p>
        </c:rich>
      </c:tx>
      <c:overlay val="0"/>
      <c:spPr>
        <a:noFill/>
        <a:ln>
          <a:noFill/>
        </a:ln>
        <a:effectLst/>
      </c:spPr>
    </c:title>
    <c:autoTitleDeleted val="0"/>
    <c:plotArea>
      <c:layout/>
      <c:pieChart>
        <c:varyColors val="1"/>
        <c:ser>
          <c:idx val="0"/>
          <c:order val="0"/>
          <c:tx>
            <c:strRef>
              <c:f>Sheet1!$B$1</c:f>
              <c:strCache>
                <c:ptCount val="1"/>
                <c:pt idx="0">
                  <c:v>Sales</c:v>
                </c:pt>
              </c:strCache>
            </c:strRef>
          </c:tx>
          <c:spPr>
            <a:solidFill>
              <a:schemeClr val="accent1"/>
            </a:solidFill>
            <a:ln w="25400">
              <a:solidFill>
                <a:schemeClr val="bg1"/>
              </a:solidFill>
            </a:ln>
          </c:spPr>
          <c:dPt>
            <c:idx val="0"/>
            <c:bubble3D val="0"/>
            <c:spPr>
              <a:solidFill>
                <a:srgbClr val="0A4B8C"/>
              </a:solidFill>
              <a:ln w="25400">
                <a:solidFill>
                  <a:schemeClr val="bg1"/>
                </a:solidFill>
              </a:ln>
              <a:effectLst/>
            </c:spPr>
            <c:extLst>
              <c:ext xmlns:c16="http://schemas.microsoft.com/office/drawing/2014/chart" uri="{C3380CC4-5D6E-409C-BE32-E72D297353CC}">
                <c16:uniqueId val="{00000001-AE68-48C5-B7F9-FE9981034A45}"/>
              </c:ext>
            </c:extLst>
          </c:dPt>
          <c:dPt>
            <c:idx val="1"/>
            <c:bubble3D val="0"/>
            <c:spPr>
              <a:solidFill>
                <a:srgbClr val="267AC0"/>
              </a:solidFill>
              <a:ln w="25400">
                <a:solidFill>
                  <a:schemeClr val="bg1"/>
                </a:solidFill>
              </a:ln>
              <a:effectLst/>
            </c:spPr>
            <c:extLst>
              <c:ext xmlns:c16="http://schemas.microsoft.com/office/drawing/2014/chart" uri="{C3380CC4-5D6E-409C-BE32-E72D297353CC}">
                <c16:uniqueId val="{00000003-AE68-48C5-B7F9-FE9981034A45}"/>
              </c:ext>
            </c:extLst>
          </c:dPt>
          <c:dPt>
            <c:idx val="2"/>
            <c:bubble3D val="0"/>
            <c:spPr>
              <a:solidFill>
                <a:srgbClr val="00787E"/>
              </a:solidFill>
              <a:ln w="25400">
                <a:solidFill>
                  <a:schemeClr val="bg1"/>
                </a:solidFill>
              </a:ln>
              <a:effectLst/>
            </c:spPr>
            <c:extLst>
              <c:ext xmlns:c16="http://schemas.microsoft.com/office/drawing/2014/chart" uri="{C3380CC4-5D6E-409C-BE32-E72D297353CC}">
                <c16:uniqueId val="{00000005-AE68-48C5-B7F9-FE9981034A45}"/>
              </c:ext>
            </c:extLst>
          </c:dPt>
          <c:dPt>
            <c:idx val="3"/>
            <c:bubble3D val="0"/>
            <c:spPr>
              <a:solidFill>
                <a:srgbClr val="00A78E"/>
              </a:solidFill>
              <a:ln w="25400">
                <a:solidFill>
                  <a:schemeClr val="bg1"/>
                </a:solidFill>
              </a:ln>
              <a:effectLst/>
            </c:spPr>
            <c:extLst>
              <c:ext xmlns:c16="http://schemas.microsoft.com/office/drawing/2014/chart" uri="{C3380CC4-5D6E-409C-BE32-E72D297353CC}">
                <c16:uniqueId val="{00000007-AE68-48C5-B7F9-FE9981034A45}"/>
              </c:ext>
            </c:extLst>
          </c:dPt>
          <c:dPt>
            <c:idx val="4"/>
            <c:bubble3D val="0"/>
            <c:spPr>
              <a:solidFill>
                <a:schemeClr val="accent5"/>
              </a:solidFill>
              <a:ln w="25400">
                <a:solidFill>
                  <a:schemeClr val="bg1"/>
                </a:solidFill>
              </a:ln>
              <a:effectLst/>
            </c:spPr>
            <c:extLst>
              <c:ext xmlns:c16="http://schemas.microsoft.com/office/drawing/2014/chart" uri="{C3380CC4-5D6E-409C-BE32-E72D297353CC}">
                <c16:uniqueId val="{00000009-AE68-48C5-B7F9-FE9981034A45}"/>
              </c:ext>
            </c:extLst>
          </c:dPt>
          <c:dPt>
            <c:idx val="5"/>
            <c:bubble3D val="0"/>
            <c:spPr>
              <a:solidFill>
                <a:schemeClr val="accent6"/>
              </a:solidFill>
              <a:ln w="25400">
                <a:solidFill>
                  <a:schemeClr val="bg1"/>
                </a:solidFill>
              </a:ln>
              <a:effectLst/>
            </c:spPr>
            <c:extLst>
              <c:ext xmlns:c16="http://schemas.microsoft.com/office/drawing/2014/chart" uri="{C3380CC4-5D6E-409C-BE32-E72D297353CC}">
                <c16:uniqueId val="{0000000B-AE68-48C5-B7F9-FE9981034A45}"/>
              </c:ext>
            </c:extLst>
          </c:dPt>
          <c:dPt>
            <c:idx val="6"/>
            <c:bubble3D val="0"/>
            <c:spPr>
              <a:solidFill>
                <a:srgbClr val="487A10"/>
              </a:solidFill>
              <a:ln w="25400">
                <a:solidFill>
                  <a:schemeClr val="bg1"/>
                </a:solidFill>
              </a:ln>
              <a:effectLst/>
            </c:spPr>
            <c:extLst>
              <c:ext xmlns:c16="http://schemas.microsoft.com/office/drawing/2014/chart" uri="{C3380CC4-5D6E-409C-BE32-E72D297353CC}">
                <c16:uniqueId val="{0000000D-AE68-48C5-B7F9-FE9981034A45}"/>
              </c:ext>
            </c:extLst>
          </c:dPt>
          <c:dPt>
            <c:idx val="7"/>
            <c:bubble3D val="0"/>
            <c:spPr>
              <a:solidFill>
                <a:srgbClr val="61A515"/>
              </a:solidFill>
              <a:ln w="25400">
                <a:solidFill>
                  <a:schemeClr val="bg1"/>
                </a:solidFill>
              </a:ln>
              <a:effectLst/>
            </c:spPr>
            <c:extLst>
              <c:ext xmlns:c16="http://schemas.microsoft.com/office/drawing/2014/chart" uri="{C3380CC4-5D6E-409C-BE32-E72D297353CC}">
                <c16:uniqueId val="{0000000F-AE68-48C5-B7F9-FE9981034A45}"/>
              </c:ext>
            </c:extLst>
          </c:dPt>
          <c:dPt>
            <c:idx val="8"/>
            <c:bubble3D val="0"/>
            <c:spPr>
              <a:solidFill>
                <a:srgbClr val="CE430C"/>
              </a:solidFill>
              <a:ln w="25400">
                <a:solidFill>
                  <a:schemeClr val="bg1"/>
                </a:solidFill>
              </a:ln>
              <a:effectLst/>
            </c:spPr>
            <c:extLst>
              <c:ext xmlns:c16="http://schemas.microsoft.com/office/drawing/2014/chart" uri="{C3380CC4-5D6E-409C-BE32-E72D297353CC}">
                <c16:uniqueId val="{00000011-AE68-48C5-B7F9-FE9981034A45}"/>
              </c:ext>
            </c:extLst>
          </c:dPt>
          <c:dPt>
            <c:idx val="9"/>
            <c:bubble3D val="0"/>
            <c:spPr>
              <a:solidFill>
                <a:srgbClr val="F4642A"/>
              </a:solidFill>
              <a:ln w="25400">
                <a:solidFill>
                  <a:schemeClr val="bg1"/>
                </a:solidFill>
              </a:ln>
              <a:effectLst/>
            </c:spPr>
            <c:extLst>
              <c:ext xmlns:c16="http://schemas.microsoft.com/office/drawing/2014/chart" uri="{C3380CC4-5D6E-409C-BE32-E72D297353CC}">
                <c16:uniqueId val="{00000013-AE68-48C5-B7F9-FE9981034A45}"/>
              </c:ext>
            </c:extLst>
          </c:dPt>
          <c:dPt>
            <c:idx val="10"/>
            <c:bubble3D val="0"/>
            <c:spPr>
              <a:solidFill>
                <a:srgbClr val="0B315E"/>
              </a:solidFill>
              <a:ln w="25400">
                <a:solidFill>
                  <a:schemeClr val="bg1"/>
                </a:solidFill>
              </a:ln>
              <a:effectLst/>
            </c:spPr>
            <c:extLst>
              <c:ext xmlns:c16="http://schemas.microsoft.com/office/drawing/2014/chart" uri="{C3380CC4-5D6E-409C-BE32-E72D297353CC}">
                <c16:uniqueId val="{00000015-AE68-48C5-B7F9-FE9981034A45}"/>
              </c:ext>
            </c:extLst>
          </c:dPt>
          <c:dPt>
            <c:idx val="11"/>
            <c:bubble3D val="0"/>
            <c:spPr>
              <a:solidFill>
                <a:srgbClr val="00585E"/>
              </a:solidFill>
              <a:ln w="25400">
                <a:solidFill>
                  <a:schemeClr val="bg1"/>
                </a:solidFill>
              </a:ln>
              <a:effectLst/>
            </c:spPr>
            <c:extLst>
              <c:ext xmlns:c16="http://schemas.microsoft.com/office/drawing/2014/chart" uri="{C3380CC4-5D6E-409C-BE32-E72D297353CC}">
                <c16:uniqueId val="{00000017-AE68-48C5-B7F9-FE9981034A45}"/>
              </c:ext>
            </c:extLst>
          </c:dPt>
          <c:dPt>
            <c:idx val="12"/>
            <c:bubble3D val="0"/>
            <c:spPr>
              <a:solidFill>
                <a:srgbClr val="3F3F3F"/>
              </a:solidFill>
              <a:ln w="25400">
                <a:solidFill>
                  <a:schemeClr val="bg1"/>
                </a:solidFill>
              </a:ln>
              <a:effectLst/>
            </c:spPr>
            <c:extLst>
              <c:ext xmlns:c16="http://schemas.microsoft.com/office/drawing/2014/chart" uri="{C3380CC4-5D6E-409C-BE32-E72D297353CC}">
                <c16:uniqueId val="{00000019-AE68-48C5-B7F9-FE9981034A45}"/>
              </c:ext>
            </c:extLst>
          </c:dPt>
          <c:dPt>
            <c:idx val="13"/>
            <c:bubble3D val="0"/>
            <c:spPr>
              <a:solidFill>
                <a:srgbClr val="2E4E0A"/>
              </a:solidFill>
              <a:ln w="25400">
                <a:solidFill>
                  <a:schemeClr val="bg1"/>
                </a:solidFill>
              </a:ln>
              <a:effectLst/>
            </c:spPr>
            <c:extLst>
              <c:ext xmlns:c16="http://schemas.microsoft.com/office/drawing/2014/chart" uri="{C3380CC4-5D6E-409C-BE32-E72D297353CC}">
                <c16:uniqueId val="{0000001B-AE68-48C5-B7F9-FE9981034A45}"/>
              </c:ext>
            </c:extLst>
          </c:dPt>
          <c:dPt>
            <c:idx val="14"/>
            <c:bubble3D val="0"/>
            <c:spPr>
              <a:solidFill>
                <a:srgbClr val="963108"/>
              </a:solidFill>
              <a:ln w="25400">
                <a:solidFill>
                  <a:schemeClr val="bg1"/>
                </a:solidFill>
              </a:ln>
              <a:effectLst/>
            </c:spPr>
            <c:extLst>
              <c:ext xmlns:c16="http://schemas.microsoft.com/office/drawing/2014/chart" uri="{C3380CC4-5D6E-409C-BE32-E72D297353CC}">
                <c16:uniqueId val="{0000001D-AE68-48C5-B7F9-FE9981034A45}"/>
              </c:ext>
            </c:extLst>
          </c:dPt>
          <c:dLbls>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2"/>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extLst>
          </c:dLbls>
          <c:cat>
            <c:strRef>
              <c:f>Sheet1!$A$2:$A$5</c:f>
              <c:strCache>
                <c:ptCount val="4"/>
                <c:pt idx="0">
                  <c:v>1st Qtr</c:v>
                </c:pt>
                <c:pt idx="1">
                  <c:v>2nd Qtr</c:v>
                </c:pt>
                <c:pt idx="2">
                  <c:v>3rd Qtr</c:v>
                </c:pt>
                <c:pt idx="3">
                  <c:v>4th Qtr</c:v>
                </c:pt>
              </c:strCache>
            </c:strRef>
          </c:cat>
          <c:val>
            <c:numRef>
              <c:f>Sheet1!$B$2:$B$5</c:f>
              <c:numCache>
                <c:formatCode>0%</c:formatCode>
                <c:ptCount val="4"/>
                <c:pt idx="0">
                  <c:v>0.59</c:v>
                </c:pt>
                <c:pt idx="1">
                  <c:v>0.23</c:v>
                </c:pt>
                <c:pt idx="2">
                  <c:v>0.1</c:v>
                </c:pt>
                <c:pt idx="3">
                  <c:v>0.08</c:v>
                </c:pt>
              </c:numCache>
            </c:numRef>
          </c:val>
          <c:extLst>
            <c:ext xmlns:c16="http://schemas.microsoft.com/office/drawing/2014/chart" uri="{C3380CC4-5D6E-409C-BE32-E72D297353CC}">
              <c16:uniqueId val="{0000001E-AE68-48C5-B7F9-FE9981034A45}"/>
            </c:ext>
          </c:extLst>
        </c:ser>
        <c:dLbls>
          <c:showLegendKey val="0"/>
          <c:showVal val="0"/>
          <c:showCatName val="0"/>
          <c:showSerName val="0"/>
          <c:showPercent val="0"/>
          <c:showBubbleSize val="0"/>
          <c:showLeaderLines val="0"/>
        </c:dLbls>
        <c:firstSliceAng val="0"/>
      </c:pieChart>
      <c:spPr>
        <a:noFill/>
        <a:ln>
          <a:noFill/>
        </a:ln>
        <a:effectLst/>
      </c:spPr>
    </c:plotArea>
    <c:plotVisOnly val="1"/>
    <c:dispBlanksAs val="gap"/>
    <c:showDLblsOverMax val="0"/>
    <c:extLst/>
  </c:chart>
  <c:spPr>
    <a:noFill/>
    <a:ln>
      <a:noFill/>
    </a:ln>
    <a:effectLst/>
  </c:spPr>
  <c:txPr>
    <a:bodyPr/>
    <a:lstStyle/>
    <a:p>
      <a:pPr>
        <a:defRPr/>
      </a:pPr>
      <a:endParaRPr lang="en-US"/>
    </a:p>
  </c:txPr>
  <c:externalData r:id="rId2">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500" b="1" i="0" u="none" strike="noStrike" kern="1200" spc="0" baseline="0">
                <a:solidFill>
                  <a:schemeClr val="tx2"/>
                </a:solidFill>
                <a:latin typeface="+mn-lt"/>
                <a:ea typeface="+mn-ea"/>
                <a:cs typeface="+mn-cs"/>
              </a:defRPr>
            </a:pPr>
            <a:r>
              <a:rPr lang="en-CA"/>
              <a:t>Bar chart title</a:t>
            </a:r>
          </a:p>
        </c:rich>
      </c:tx>
      <c:overlay val="0"/>
      <c:spPr>
        <a:noFill/>
        <a:ln>
          <a:noFill/>
        </a:ln>
        <a:effectLst/>
      </c:spPr>
      <c:txPr>
        <a:bodyPr rot="0" spcFirstLastPara="1" vertOverflow="ellipsis" vert="horz" wrap="square" anchor="ctr" anchorCtr="1"/>
        <a:lstStyle/>
        <a:p>
          <a:pPr>
            <a:defRPr sz="1500" b="1" i="0" u="none" strike="noStrike" kern="1200" spc="0" baseline="0">
              <a:solidFill>
                <a:schemeClr val="tx2"/>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Series 1</c:v>
                </c:pt>
              </c:strCache>
            </c:strRef>
          </c:tx>
          <c:spPr>
            <a:solidFill>
              <a:srgbClr val="0A4B8C"/>
            </a:solidFill>
            <a:ln w="0" cap="flat" cmpd="sng" algn="ctr">
              <a:noFill/>
              <a:roun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tx2"/>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c:v>
                </c:pt>
                <c:pt idx="1">
                  <c:v>2</c:v>
                </c:pt>
                <c:pt idx="2">
                  <c:v>3</c:v>
                </c:pt>
                <c:pt idx="3">
                  <c:v>4</c:v>
                </c:pt>
              </c:numCache>
            </c:numRef>
          </c:val>
          <c:extLst>
            <c:ext xmlns:c16="http://schemas.microsoft.com/office/drawing/2014/chart" uri="{C3380CC4-5D6E-409C-BE32-E72D297353CC}">
              <c16:uniqueId val="{00000000-554F-4551-855D-55E1EE5415C7}"/>
            </c:ext>
          </c:extLst>
        </c:ser>
        <c:ser>
          <c:idx val="1"/>
          <c:order val="1"/>
          <c:tx>
            <c:strRef>
              <c:f>Sheet1!$C$1</c:f>
              <c:strCache>
                <c:ptCount val="1"/>
                <c:pt idx="0">
                  <c:v>Series 2</c:v>
                </c:pt>
              </c:strCache>
            </c:strRef>
          </c:tx>
          <c:spPr>
            <a:solidFill>
              <a:srgbClr val="267AC0"/>
            </a:solidFill>
            <a:ln w="0" cap="flat" cmpd="sng" algn="ctr">
              <a:noFill/>
              <a:roun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tx2"/>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c:v>
                </c:pt>
                <c:pt idx="1">
                  <c:v>4</c:v>
                </c:pt>
                <c:pt idx="2">
                  <c:v>1</c:v>
                </c:pt>
                <c:pt idx="3">
                  <c:v>2</c:v>
                </c:pt>
              </c:numCache>
            </c:numRef>
          </c:val>
          <c:extLst>
            <c:ext xmlns:c16="http://schemas.microsoft.com/office/drawing/2014/chart" uri="{C3380CC4-5D6E-409C-BE32-E72D297353CC}">
              <c16:uniqueId val="{00000001-554F-4551-855D-55E1EE5415C7}"/>
            </c:ext>
          </c:extLst>
        </c:ser>
        <c:ser>
          <c:idx val="2"/>
          <c:order val="2"/>
          <c:tx>
            <c:strRef>
              <c:f>Sheet1!$D$1</c:f>
              <c:strCache>
                <c:ptCount val="1"/>
                <c:pt idx="0">
                  <c:v>Series 3</c:v>
                </c:pt>
              </c:strCache>
            </c:strRef>
          </c:tx>
          <c:spPr>
            <a:solidFill>
              <a:srgbClr val="00787E"/>
            </a:solidFill>
            <a:ln w="0" cap="flat" cmpd="sng" algn="ctr">
              <a:noFill/>
              <a:roun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tx2"/>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554F-4551-855D-55E1EE5415C7}"/>
            </c:ext>
          </c:extLst>
        </c:ser>
        <c:ser>
          <c:idx val="3"/>
          <c:order val="3"/>
          <c:tx>
            <c:strRef>
              <c:f>Sheet1!$E$1</c:f>
              <c:strCache>
                <c:ptCount val="1"/>
                <c:pt idx="0">
                  <c:v>Series 4</c:v>
                </c:pt>
              </c:strCache>
            </c:strRef>
          </c:tx>
          <c:spPr>
            <a:solidFill>
              <a:srgbClr val="00A78E"/>
            </a:solidFill>
            <a:ln w="0" cap="flat" cmpd="sng" algn="ctr">
              <a:noFill/>
              <a:roun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tx2"/>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Category 1</c:v>
                </c:pt>
                <c:pt idx="1">
                  <c:v>Category 2</c:v>
                </c:pt>
                <c:pt idx="2">
                  <c:v>Category 3</c:v>
                </c:pt>
                <c:pt idx="3">
                  <c:v>Category 4</c:v>
                </c:pt>
              </c:strCache>
            </c:strRef>
          </c:cat>
          <c:val>
            <c:numRef>
              <c:f>Sheet1!$E$2:$E$5</c:f>
              <c:numCache>
                <c:formatCode>General</c:formatCode>
                <c:ptCount val="4"/>
                <c:pt idx="0">
                  <c:v>4</c:v>
                </c:pt>
                <c:pt idx="1">
                  <c:v>1</c:v>
                </c:pt>
                <c:pt idx="2">
                  <c:v>6</c:v>
                </c:pt>
                <c:pt idx="3">
                  <c:v>2</c:v>
                </c:pt>
              </c:numCache>
            </c:numRef>
          </c:val>
          <c:extLst>
            <c:ext xmlns:c16="http://schemas.microsoft.com/office/drawing/2014/chart" uri="{C3380CC4-5D6E-409C-BE32-E72D297353CC}">
              <c16:uniqueId val="{00000003-554F-4551-855D-55E1EE5415C7}"/>
            </c:ext>
          </c:extLst>
        </c:ser>
        <c:ser>
          <c:idx val="4"/>
          <c:order val="4"/>
          <c:tx>
            <c:strRef>
              <c:f>Sheet1!$F$1</c:f>
              <c:strCache>
                <c:ptCount val="1"/>
                <c:pt idx="0">
                  <c:v>Series 5</c:v>
                </c:pt>
              </c:strCache>
            </c:strRef>
          </c:tx>
          <c:spPr>
            <a:solidFill>
              <a:srgbClr val="868686"/>
            </a:solidFill>
            <a:ln w="0" cap="flat" cmpd="sng" algn="ctr">
              <a:noFill/>
              <a:roun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tx2"/>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Category 1</c:v>
                </c:pt>
                <c:pt idx="1">
                  <c:v>Category 2</c:v>
                </c:pt>
                <c:pt idx="2">
                  <c:v>Category 3</c:v>
                </c:pt>
                <c:pt idx="3">
                  <c:v>Category 4</c:v>
                </c:pt>
              </c:strCache>
            </c:strRef>
          </c:cat>
          <c:val>
            <c:numRef>
              <c:f>Sheet1!$F$2:$F$5</c:f>
              <c:numCache>
                <c:formatCode>General</c:formatCode>
                <c:ptCount val="4"/>
                <c:pt idx="0">
                  <c:v>3</c:v>
                </c:pt>
                <c:pt idx="1">
                  <c:v>3</c:v>
                </c:pt>
                <c:pt idx="2">
                  <c:v>4</c:v>
                </c:pt>
                <c:pt idx="3">
                  <c:v>1</c:v>
                </c:pt>
              </c:numCache>
            </c:numRef>
          </c:val>
          <c:extLst>
            <c:ext xmlns:c16="http://schemas.microsoft.com/office/drawing/2014/chart" uri="{C3380CC4-5D6E-409C-BE32-E72D297353CC}">
              <c16:uniqueId val="{00000004-554F-4551-855D-55E1EE5415C7}"/>
            </c:ext>
          </c:extLst>
        </c:ser>
        <c:dLbls>
          <c:dLblPos val="outEnd"/>
          <c:showLegendKey val="0"/>
          <c:showVal val="1"/>
          <c:showCatName val="0"/>
          <c:showSerName val="0"/>
          <c:showPercent val="0"/>
          <c:showBubbleSize val="0"/>
        </c:dLbls>
        <c:gapWidth val="219"/>
        <c:overlap val="-20"/>
        <c:axId val="1551747256"/>
        <c:axId val="1551745288"/>
      </c:barChart>
      <c:catAx>
        <c:axId val="155174725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spcAft>
                <a:spcPts val="1000"/>
              </a:spcAft>
              <a:defRPr sz="1197" b="0" i="0" u="none" strike="noStrike" kern="1200" baseline="0">
                <a:solidFill>
                  <a:schemeClr val="tx2"/>
                </a:solidFill>
                <a:latin typeface="+mn-lt"/>
                <a:ea typeface="+mn-ea"/>
                <a:cs typeface="+mn-cs"/>
              </a:defRPr>
            </a:pPr>
            <a:endParaRPr lang="en-US"/>
          </a:p>
        </c:txPr>
        <c:crossAx val="1551745288"/>
        <c:crosses val="autoZero"/>
        <c:auto val="1"/>
        <c:lblAlgn val="ctr"/>
        <c:lblOffset val="40"/>
        <c:noMultiLvlLbl val="0"/>
      </c:catAx>
      <c:valAx>
        <c:axId val="1551745288"/>
        <c:scaling>
          <c:orientation val="minMax"/>
        </c:scaling>
        <c:delete val="0"/>
        <c:axPos val="l"/>
        <c:majorGridlines>
          <c:spPr>
            <a:ln w="12700"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155174725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legend>
    <c:plotVisOnly val="1"/>
    <c:dispBlanksAs val="gap"/>
    <c:showDLblsOverMax val="0"/>
    <c:extLst/>
  </c:chart>
  <c:spPr>
    <a:noFill/>
    <a:ln>
      <a:noFill/>
    </a:ln>
    <a:effectLst/>
  </c:spPr>
  <c:txPr>
    <a:bodyPr/>
    <a:lstStyle/>
    <a:p>
      <a:pPr>
        <a:defRPr>
          <a:solidFill>
            <a:schemeClr val="tx2"/>
          </a:solidFill>
        </a:defRPr>
      </a:pPr>
      <a:endParaRPr lang="en-US"/>
    </a:p>
  </c:txPr>
  <c:externalData r:id="rId4">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500" b="1" i="0" u="none" strike="noStrike" kern="1200" spc="0" baseline="0">
                <a:solidFill>
                  <a:schemeClr val="tx2"/>
                </a:solidFill>
                <a:latin typeface="+mn-lt"/>
                <a:ea typeface="+mn-ea"/>
                <a:cs typeface="+mn-cs"/>
              </a:defRPr>
            </a:pPr>
            <a:r>
              <a:rPr lang="en-US"/>
              <a:t>Chart with new color palette</a:t>
            </a:r>
          </a:p>
        </c:rich>
      </c:tx>
      <c:layout>
        <c:manualLayout>
          <c:xMode val="edge"/>
          <c:yMode val="edge"/>
          <c:x val="0.33115788813250935"/>
          <c:y val="4.4544912142118831E-3"/>
        </c:manualLayout>
      </c:layout>
      <c:overlay val="0"/>
      <c:spPr>
        <a:noFill/>
        <a:ln>
          <a:noFill/>
        </a:ln>
        <a:effectLst/>
      </c:spPr>
    </c:title>
    <c:autoTitleDeleted val="0"/>
    <c:plotArea>
      <c:layout>
        <c:manualLayout>
          <c:layoutTarget val="inner"/>
          <c:xMode val="edge"/>
          <c:yMode val="edge"/>
          <c:x val="0.35745619446971522"/>
          <c:y val="0.22303884906595853"/>
          <c:w val="0.3328962365760057"/>
          <c:h val="0.7769611509340415"/>
        </c:manualLayout>
      </c:layout>
      <c:pieChart>
        <c:varyColors val="1"/>
        <c:ser>
          <c:idx val="0"/>
          <c:order val="0"/>
          <c:tx>
            <c:strRef>
              <c:f>Sheet1!$B$1</c:f>
              <c:strCache>
                <c:ptCount val="1"/>
                <c:pt idx="0">
                  <c:v>Sales</c:v>
                </c:pt>
              </c:strCache>
            </c:strRef>
          </c:tx>
          <c:spPr>
            <a:solidFill>
              <a:schemeClr val="accent1"/>
            </a:solidFill>
            <a:ln w="25400">
              <a:solidFill>
                <a:schemeClr val="bg1"/>
              </a:solidFill>
            </a:ln>
          </c:spPr>
          <c:dPt>
            <c:idx val="0"/>
            <c:bubble3D val="0"/>
            <c:spPr>
              <a:solidFill>
                <a:srgbClr val="0A4B8C"/>
              </a:solidFill>
              <a:ln w="25400">
                <a:solidFill>
                  <a:schemeClr val="bg1"/>
                </a:solidFill>
              </a:ln>
              <a:effectLst/>
            </c:spPr>
            <c:extLst>
              <c:ext xmlns:c16="http://schemas.microsoft.com/office/drawing/2014/chart" uri="{C3380CC4-5D6E-409C-BE32-E72D297353CC}">
                <c16:uniqueId val="{00000001-6C33-451C-9278-5D0BBFA66CBB}"/>
              </c:ext>
            </c:extLst>
          </c:dPt>
          <c:dPt>
            <c:idx val="1"/>
            <c:bubble3D val="0"/>
            <c:spPr>
              <a:solidFill>
                <a:srgbClr val="267AC0"/>
              </a:solidFill>
              <a:ln w="25400">
                <a:solidFill>
                  <a:schemeClr val="bg1"/>
                </a:solidFill>
              </a:ln>
              <a:effectLst/>
            </c:spPr>
            <c:extLst>
              <c:ext xmlns:c16="http://schemas.microsoft.com/office/drawing/2014/chart" uri="{C3380CC4-5D6E-409C-BE32-E72D297353CC}">
                <c16:uniqueId val="{00000003-6C33-451C-9278-5D0BBFA66CBB}"/>
              </c:ext>
            </c:extLst>
          </c:dPt>
          <c:dPt>
            <c:idx val="2"/>
            <c:bubble3D val="0"/>
            <c:spPr>
              <a:solidFill>
                <a:srgbClr val="00787E"/>
              </a:solidFill>
              <a:ln w="25400">
                <a:solidFill>
                  <a:schemeClr val="bg1"/>
                </a:solidFill>
              </a:ln>
              <a:effectLst/>
            </c:spPr>
            <c:extLst>
              <c:ext xmlns:c16="http://schemas.microsoft.com/office/drawing/2014/chart" uri="{C3380CC4-5D6E-409C-BE32-E72D297353CC}">
                <c16:uniqueId val="{00000005-6C33-451C-9278-5D0BBFA66CBB}"/>
              </c:ext>
            </c:extLst>
          </c:dPt>
          <c:dPt>
            <c:idx val="3"/>
            <c:bubble3D val="0"/>
            <c:spPr>
              <a:solidFill>
                <a:srgbClr val="00A78E"/>
              </a:solidFill>
              <a:ln w="25400">
                <a:solidFill>
                  <a:schemeClr val="bg1"/>
                </a:solidFill>
              </a:ln>
              <a:effectLst/>
            </c:spPr>
            <c:extLst>
              <c:ext xmlns:c16="http://schemas.microsoft.com/office/drawing/2014/chart" uri="{C3380CC4-5D6E-409C-BE32-E72D297353CC}">
                <c16:uniqueId val="{00000007-6C33-451C-9278-5D0BBFA66CBB}"/>
              </c:ext>
            </c:extLst>
          </c:dPt>
          <c:dPt>
            <c:idx val="4"/>
            <c:bubble3D val="0"/>
            <c:spPr>
              <a:solidFill>
                <a:schemeClr val="accent5"/>
              </a:solidFill>
              <a:ln w="25400">
                <a:solidFill>
                  <a:schemeClr val="bg1"/>
                </a:solidFill>
              </a:ln>
              <a:effectLst/>
            </c:spPr>
            <c:extLst>
              <c:ext xmlns:c16="http://schemas.microsoft.com/office/drawing/2014/chart" uri="{C3380CC4-5D6E-409C-BE32-E72D297353CC}">
                <c16:uniqueId val="{00000009-6C33-451C-9278-5D0BBFA66CBB}"/>
              </c:ext>
            </c:extLst>
          </c:dPt>
          <c:dPt>
            <c:idx val="5"/>
            <c:bubble3D val="0"/>
            <c:spPr>
              <a:solidFill>
                <a:schemeClr val="accent6"/>
              </a:solidFill>
              <a:ln w="25400">
                <a:solidFill>
                  <a:schemeClr val="bg1"/>
                </a:solidFill>
              </a:ln>
              <a:effectLst/>
            </c:spPr>
            <c:extLst>
              <c:ext xmlns:c16="http://schemas.microsoft.com/office/drawing/2014/chart" uri="{C3380CC4-5D6E-409C-BE32-E72D297353CC}">
                <c16:uniqueId val="{0000000B-6C33-451C-9278-5D0BBFA66CBB}"/>
              </c:ext>
            </c:extLst>
          </c:dPt>
          <c:dPt>
            <c:idx val="6"/>
            <c:bubble3D val="0"/>
            <c:spPr>
              <a:solidFill>
                <a:srgbClr val="487A10"/>
              </a:solidFill>
              <a:ln w="25400">
                <a:solidFill>
                  <a:schemeClr val="bg1"/>
                </a:solidFill>
              </a:ln>
              <a:effectLst/>
            </c:spPr>
            <c:extLst>
              <c:ext xmlns:c16="http://schemas.microsoft.com/office/drawing/2014/chart" uri="{C3380CC4-5D6E-409C-BE32-E72D297353CC}">
                <c16:uniqueId val="{0000000D-6C33-451C-9278-5D0BBFA66CBB}"/>
              </c:ext>
            </c:extLst>
          </c:dPt>
          <c:dPt>
            <c:idx val="7"/>
            <c:bubble3D val="0"/>
            <c:spPr>
              <a:solidFill>
                <a:srgbClr val="61A515"/>
              </a:solidFill>
              <a:ln w="25400">
                <a:solidFill>
                  <a:schemeClr val="bg1"/>
                </a:solidFill>
              </a:ln>
              <a:effectLst/>
            </c:spPr>
            <c:extLst>
              <c:ext xmlns:c16="http://schemas.microsoft.com/office/drawing/2014/chart" uri="{C3380CC4-5D6E-409C-BE32-E72D297353CC}">
                <c16:uniqueId val="{0000000F-6C33-451C-9278-5D0BBFA66CBB}"/>
              </c:ext>
            </c:extLst>
          </c:dPt>
          <c:dPt>
            <c:idx val="8"/>
            <c:bubble3D val="0"/>
            <c:spPr>
              <a:solidFill>
                <a:srgbClr val="CE430C"/>
              </a:solidFill>
              <a:ln w="25400">
                <a:solidFill>
                  <a:schemeClr val="bg1"/>
                </a:solidFill>
              </a:ln>
              <a:effectLst/>
            </c:spPr>
            <c:extLst>
              <c:ext xmlns:c16="http://schemas.microsoft.com/office/drawing/2014/chart" uri="{C3380CC4-5D6E-409C-BE32-E72D297353CC}">
                <c16:uniqueId val="{00000011-6C33-451C-9278-5D0BBFA66CBB}"/>
              </c:ext>
            </c:extLst>
          </c:dPt>
          <c:dPt>
            <c:idx val="9"/>
            <c:bubble3D val="0"/>
            <c:spPr>
              <a:solidFill>
                <a:srgbClr val="F4642A"/>
              </a:solidFill>
              <a:ln w="25400">
                <a:solidFill>
                  <a:schemeClr val="bg1"/>
                </a:solidFill>
              </a:ln>
              <a:effectLst/>
            </c:spPr>
            <c:extLst>
              <c:ext xmlns:c16="http://schemas.microsoft.com/office/drawing/2014/chart" uri="{C3380CC4-5D6E-409C-BE32-E72D297353CC}">
                <c16:uniqueId val="{00000013-6C33-451C-9278-5D0BBFA66CBB}"/>
              </c:ext>
            </c:extLst>
          </c:dPt>
          <c:dPt>
            <c:idx val="10"/>
            <c:bubble3D val="0"/>
            <c:spPr>
              <a:solidFill>
                <a:srgbClr val="0B315E"/>
              </a:solidFill>
              <a:ln w="25400">
                <a:solidFill>
                  <a:schemeClr val="bg1"/>
                </a:solidFill>
              </a:ln>
              <a:effectLst/>
            </c:spPr>
            <c:extLst>
              <c:ext xmlns:c16="http://schemas.microsoft.com/office/drawing/2014/chart" uri="{C3380CC4-5D6E-409C-BE32-E72D297353CC}">
                <c16:uniqueId val="{00000015-6C33-451C-9278-5D0BBFA66CBB}"/>
              </c:ext>
            </c:extLst>
          </c:dPt>
          <c:dPt>
            <c:idx val="11"/>
            <c:bubble3D val="0"/>
            <c:spPr>
              <a:solidFill>
                <a:srgbClr val="00585E"/>
              </a:solidFill>
              <a:ln w="25400">
                <a:solidFill>
                  <a:schemeClr val="bg1"/>
                </a:solidFill>
              </a:ln>
              <a:effectLst/>
            </c:spPr>
            <c:extLst>
              <c:ext xmlns:c16="http://schemas.microsoft.com/office/drawing/2014/chart" uri="{C3380CC4-5D6E-409C-BE32-E72D297353CC}">
                <c16:uniqueId val="{00000017-6C33-451C-9278-5D0BBFA66CBB}"/>
              </c:ext>
            </c:extLst>
          </c:dPt>
          <c:dPt>
            <c:idx val="12"/>
            <c:bubble3D val="0"/>
            <c:spPr>
              <a:solidFill>
                <a:srgbClr val="3F3F3F"/>
              </a:solidFill>
              <a:ln w="25400">
                <a:solidFill>
                  <a:schemeClr val="bg1"/>
                </a:solidFill>
              </a:ln>
              <a:effectLst/>
            </c:spPr>
            <c:extLst>
              <c:ext xmlns:c16="http://schemas.microsoft.com/office/drawing/2014/chart" uri="{C3380CC4-5D6E-409C-BE32-E72D297353CC}">
                <c16:uniqueId val="{00000019-6C33-451C-9278-5D0BBFA66CBB}"/>
              </c:ext>
            </c:extLst>
          </c:dPt>
          <c:dPt>
            <c:idx val="13"/>
            <c:bubble3D val="0"/>
            <c:spPr>
              <a:solidFill>
                <a:srgbClr val="2E4E0A"/>
              </a:solidFill>
              <a:ln w="25400">
                <a:solidFill>
                  <a:schemeClr val="bg1"/>
                </a:solidFill>
              </a:ln>
              <a:effectLst/>
            </c:spPr>
            <c:extLst>
              <c:ext xmlns:c16="http://schemas.microsoft.com/office/drawing/2014/chart" uri="{C3380CC4-5D6E-409C-BE32-E72D297353CC}">
                <c16:uniqueId val="{0000001B-6C33-451C-9278-5D0BBFA66CBB}"/>
              </c:ext>
            </c:extLst>
          </c:dPt>
          <c:dPt>
            <c:idx val="14"/>
            <c:bubble3D val="0"/>
            <c:spPr>
              <a:solidFill>
                <a:srgbClr val="963108"/>
              </a:solidFill>
              <a:ln w="25400">
                <a:solidFill>
                  <a:schemeClr val="bg1"/>
                </a:solidFill>
              </a:ln>
              <a:effectLst/>
            </c:spPr>
            <c:extLst>
              <c:ext xmlns:c16="http://schemas.microsoft.com/office/drawing/2014/chart" uri="{C3380CC4-5D6E-409C-BE32-E72D297353CC}">
                <c16:uniqueId val="{0000001D-6C33-451C-9278-5D0BBFA66CBB}"/>
              </c:ext>
            </c:extLst>
          </c:dPt>
          <c:dLbls>
            <c:dLbl>
              <c:idx val="0"/>
              <c:layout>
                <c:manualLayout>
                  <c:x val="-1.0624169986719787E-2"/>
                  <c:y val="-7.8263058900955343E-17"/>
                </c:manualLayout>
              </c:layout>
              <c:tx>
                <c:rich>
                  <a:bodyPr rot="0" spcFirstLastPara="1" vertOverflow="ellipsis" vert="horz" wrap="square" lIns="38100" tIns="19050" rIns="38100" bIns="19050" anchor="ctr" anchorCtr="1">
                    <a:spAutoFit/>
                  </a:bodyPr>
                  <a:lstStyle/>
                  <a:p>
                    <a:pPr>
                      <a:lnSpc>
                        <a:spcPct val="90000"/>
                      </a:lnSpc>
                      <a:defRPr sz="1200" b="0" i="0" u="none" strike="noStrike" kern="1200" baseline="0">
                        <a:solidFill>
                          <a:schemeClr val="tx2"/>
                        </a:solidFill>
                        <a:latin typeface="+mn-lt"/>
                        <a:ea typeface="+mn-ea"/>
                        <a:cs typeface="+mn-cs"/>
                      </a:defRPr>
                    </a:pPr>
                    <a:r>
                      <a:rPr lang="en-US" b="0"/>
                      <a:t>Q1</a:t>
                    </a:r>
                    <a:br>
                      <a:rPr lang="en-US" b="0"/>
                    </a:br>
                    <a:fld id="{8B1E2817-87F5-4FD5-8095-456FB54454E5}" type="VALUE">
                      <a:rPr lang="en-US" b="0" smtClean="0"/>
                      <a:pPr>
                        <a:lnSpc>
                          <a:spcPct val="90000"/>
                        </a:lnSpc>
                        <a:defRPr sz="1200" b="0" i="0" u="none" strike="noStrike" kern="1200" baseline="0">
                          <a:solidFill>
                            <a:schemeClr val="tx2"/>
                          </a:solidFill>
                          <a:latin typeface="+mn-lt"/>
                          <a:ea typeface="+mn-ea"/>
                          <a:cs typeface="+mn-cs"/>
                        </a:defRPr>
                      </a:pPr>
                      <a:t>[VALUE]</a:t>
                    </a:fld>
                    <a:r>
                      <a:rPr lang="en-US" b="0"/>
                      <a:t>%</a:t>
                    </a:r>
                  </a:p>
                </c:rich>
              </c:tx>
              <c:spPr>
                <a:noFill/>
                <a:ln>
                  <a:noFill/>
                </a:ln>
                <a:effectLst/>
              </c:spPr>
              <c:dLblPos val="bestFit"/>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6C33-451C-9278-5D0BBFA66CBB}"/>
                </c:ext>
              </c:extLst>
            </c:dLbl>
            <c:dLbl>
              <c:idx val="1"/>
              <c:layout>
                <c:manualLayout>
                  <c:x val="3.5413899955731975E-3"/>
                  <c:y val="7.4600698057167001E-17"/>
                </c:manualLayout>
              </c:layout>
              <c:tx>
                <c:rich>
                  <a:bodyPr rot="0" spcFirstLastPara="1" vertOverflow="ellipsis" vert="horz" wrap="square" lIns="38100" tIns="19050" rIns="38100" bIns="19050" anchor="ctr" anchorCtr="1">
                    <a:spAutoFit/>
                  </a:bodyPr>
                  <a:lstStyle/>
                  <a:p>
                    <a:pPr>
                      <a:lnSpc>
                        <a:spcPct val="90000"/>
                      </a:lnSpc>
                      <a:defRPr sz="1200" b="0" i="0" u="none" strike="noStrike" kern="1200" baseline="0">
                        <a:solidFill>
                          <a:schemeClr val="tx2"/>
                        </a:solidFill>
                        <a:latin typeface="+mn-lt"/>
                        <a:ea typeface="+mn-ea"/>
                        <a:cs typeface="+mn-cs"/>
                      </a:defRPr>
                    </a:pPr>
                    <a:r>
                      <a:rPr lang="en-US" b="0"/>
                      <a:t>Q2</a:t>
                    </a:r>
                    <a:br>
                      <a:rPr lang="en-US" b="0"/>
                    </a:br>
                    <a:fld id="{364A021F-1171-490D-AFC4-B822472E9F92}" type="VALUE">
                      <a:rPr lang="en-US" b="0" smtClean="0"/>
                      <a:pPr>
                        <a:lnSpc>
                          <a:spcPct val="90000"/>
                        </a:lnSpc>
                        <a:defRPr sz="1200" b="0" i="0" u="none" strike="noStrike" kern="1200" baseline="0">
                          <a:solidFill>
                            <a:schemeClr val="tx2"/>
                          </a:solidFill>
                          <a:latin typeface="+mn-lt"/>
                          <a:ea typeface="+mn-ea"/>
                          <a:cs typeface="+mn-cs"/>
                        </a:defRPr>
                      </a:pPr>
                      <a:t>[VALUE]</a:t>
                    </a:fld>
                    <a:r>
                      <a:rPr lang="en-US" b="0"/>
                      <a:t>%</a:t>
                    </a:r>
                  </a:p>
                </c:rich>
              </c:tx>
              <c:spPr>
                <a:noFill/>
                <a:ln>
                  <a:noFill/>
                </a:ln>
                <a:effectLst/>
              </c:spPr>
              <c:dLblPos val="bestFit"/>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6C33-451C-9278-5D0BBFA66CBB}"/>
                </c:ext>
              </c:extLst>
            </c:dLbl>
            <c:dLbl>
              <c:idx val="2"/>
              <c:layout>
                <c:manualLayout>
                  <c:x val="-1.2394864984506419E-2"/>
                  <c:y val="5.8525644619956588E-2"/>
                </c:manualLayout>
              </c:layout>
              <c:tx>
                <c:rich>
                  <a:bodyPr rot="0" spcFirstLastPara="1" vertOverflow="ellipsis" vert="horz" wrap="square" lIns="38100" tIns="19050" rIns="38100" bIns="19050" anchor="ctr" anchorCtr="1">
                    <a:spAutoFit/>
                  </a:bodyPr>
                  <a:lstStyle/>
                  <a:p>
                    <a:pPr>
                      <a:lnSpc>
                        <a:spcPct val="90000"/>
                      </a:lnSpc>
                      <a:defRPr sz="1200" b="0" i="0" u="none" strike="noStrike" kern="1200" baseline="0">
                        <a:solidFill>
                          <a:schemeClr val="tx2"/>
                        </a:solidFill>
                        <a:latin typeface="+mn-lt"/>
                        <a:ea typeface="+mn-ea"/>
                        <a:cs typeface="+mn-cs"/>
                      </a:defRPr>
                    </a:pPr>
                    <a:r>
                      <a:rPr lang="en-US" b="0"/>
                      <a:t>Q3</a:t>
                    </a:r>
                    <a:br>
                      <a:rPr lang="en-US" b="0"/>
                    </a:br>
                    <a:fld id="{92CA9758-7653-4BF9-ACC5-3A38ABA86B77}" type="VALUE">
                      <a:rPr lang="en-US" b="0" smtClean="0"/>
                      <a:pPr>
                        <a:lnSpc>
                          <a:spcPct val="90000"/>
                        </a:lnSpc>
                        <a:defRPr sz="1200" b="0" i="0" u="none" strike="noStrike" kern="1200" baseline="0">
                          <a:solidFill>
                            <a:schemeClr val="tx2"/>
                          </a:solidFill>
                          <a:latin typeface="+mn-lt"/>
                          <a:ea typeface="+mn-ea"/>
                          <a:cs typeface="+mn-cs"/>
                        </a:defRPr>
                      </a:pPr>
                      <a:t>[VALUE]</a:t>
                    </a:fld>
                    <a:r>
                      <a:rPr lang="en-US" b="0"/>
                      <a:t>%</a:t>
                    </a:r>
                  </a:p>
                </c:rich>
              </c:tx>
              <c:spPr>
                <a:noFill/>
                <a:ln>
                  <a:noFill/>
                </a:ln>
                <a:effectLst/>
              </c:spPr>
              <c:dLblPos val="bestFit"/>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6C33-451C-9278-5D0BBFA66CBB}"/>
                </c:ext>
              </c:extLst>
            </c:dLbl>
            <c:dLbl>
              <c:idx val="3"/>
              <c:layout>
                <c:manualLayout>
                  <c:x val="1.0624169986719723E-2"/>
                  <c:y val="2.1622366574509031E-2"/>
                </c:manualLayout>
              </c:layout>
              <c:tx>
                <c:rich>
                  <a:bodyPr rot="0" spcFirstLastPara="1" vertOverflow="ellipsis" vert="horz" wrap="square" lIns="38100" tIns="19050" rIns="38100" bIns="19050" anchor="ctr" anchorCtr="1">
                    <a:spAutoFit/>
                  </a:bodyPr>
                  <a:lstStyle/>
                  <a:p>
                    <a:pPr>
                      <a:lnSpc>
                        <a:spcPct val="90000"/>
                      </a:lnSpc>
                      <a:defRPr sz="1200" b="0" i="0" u="none" strike="noStrike" kern="1200" baseline="0">
                        <a:solidFill>
                          <a:schemeClr val="tx2"/>
                        </a:solidFill>
                        <a:latin typeface="+mn-lt"/>
                        <a:ea typeface="+mn-ea"/>
                        <a:cs typeface="+mn-cs"/>
                      </a:defRPr>
                    </a:pPr>
                    <a:r>
                      <a:rPr lang="en-US" b="0"/>
                      <a:t>Q4</a:t>
                    </a:r>
                    <a:br>
                      <a:rPr lang="en-US" b="0"/>
                    </a:br>
                    <a:r>
                      <a:rPr lang="en-US" b="0"/>
                      <a:t>9%</a:t>
                    </a:r>
                  </a:p>
                </c:rich>
              </c:tx>
              <c:spPr>
                <a:noFill/>
                <a:ln>
                  <a:noFill/>
                </a:ln>
                <a:effectLst/>
              </c:spPr>
              <c:dLblPos val="bestFi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6C33-451C-9278-5D0BBFA66CBB}"/>
                </c:ext>
              </c:extLst>
            </c:dLbl>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2"/>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extLst>
          </c:dLbls>
          <c:cat>
            <c:strRef>
              <c:f>Sheet1!$A$2:$A$5</c:f>
              <c:strCache>
                <c:ptCount val="4"/>
                <c:pt idx="0">
                  <c:v>CVS Health</c:v>
                </c:pt>
                <c:pt idx="1">
                  <c:v>Company</c:v>
                </c:pt>
                <c:pt idx="2">
                  <c:v>Company</c:v>
                </c:pt>
                <c:pt idx="3">
                  <c:v>Company</c:v>
                </c:pt>
              </c:strCache>
            </c:strRef>
          </c:cat>
          <c:val>
            <c:numRef>
              <c:f>Sheet1!$B$2:$B$5</c:f>
              <c:numCache>
                <c:formatCode>General</c:formatCode>
                <c:ptCount val="4"/>
                <c:pt idx="0">
                  <c:v>58</c:v>
                </c:pt>
                <c:pt idx="1">
                  <c:v>23</c:v>
                </c:pt>
                <c:pt idx="2">
                  <c:v>10</c:v>
                </c:pt>
                <c:pt idx="3">
                  <c:v>7</c:v>
                </c:pt>
              </c:numCache>
            </c:numRef>
          </c:val>
          <c:extLst>
            <c:ext xmlns:c16="http://schemas.microsoft.com/office/drawing/2014/chart" uri="{C3380CC4-5D6E-409C-BE32-E72D297353CC}">
              <c16:uniqueId val="{0000001E-6C33-451C-9278-5D0BBFA66CBB}"/>
            </c:ext>
          </c:extLst>
        </c:ser>
        <c:dLbls>
          <c:showLegendKey val="0"/>
          <c:showVal val="0"/>
          <c:showCatName val="0"/>
          <c:showSerName val="0"/>
          <c:showPercent val="0"/>
          <c:showBubbleSize val="0"/>
          <c:showLeaderLines val="0"/>
        </c:dLbls>
        <c:firstSliceAng val="0"/>
      </c:pieChart>
      <c:spPr>
        <a:noFill/>
        <a:ln>
          <a:noFill/>
        </a:ln>
        <a:effectLst/>
      </c:spPr>
    </c:plotArea>
    <c:plotVisOnly val="1"/>
    <c:dispBlanksAs val="gap"/>
    <c:showDLblsOverMax val="0"/>
    <c:extLst/>
  </c:chart>
  <c:spPr>
    <a:noFill/>
    <a:ln>
      <a:noFill/>
    </a:ln>
    <a:effectLst/>
  </c:spPr>
  <c:txPr>
    <a:bodyPr/>
    <a:lstStyle/>
    <a:p>
      <a:pPr>
        <a:defRPr/>
      </a:pPr>
      <a:endParaRPr lang="en-US"/>
    </a:p>
  </c:txPr>
  <c:externalData r:id="rId2">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500" b="1" i="0" u="none" strike="noStrike" kern="1200" spc="0" baseline="0">
                <a:solidFill>
                  <a:schemeClr val="tx2"/>
                </a:solidFill>
                <a:latin typeface="+mn-lt"/>
                <a:ea typeface="+mn-ea"/>
                <a:cs typeface="+mn-cs"/>
              </a:defRPr>
            </a:pPr>
            <a:r>
              <a:rPr lang="en-US"/>
              <a:t>Manual recolor to highlight brand</a:t>
            </a:r>
          </a:p>
        </c:rich>
      </c:tx>
      <c:layout>
        <c:manualLayout>
          <c:xMode val="edge"/>
          <c:yMode val="edge"/>
          <c:x val="0.30105607317013661"/>
          <c:y val="4.4544912142118831E-3"/>
        </c:manualLayout>
      </c:layout>
      <c:overlay val="0"/>
      <c:spPr>
        <a:noFill/>
        <a:ln>
          <a:noFill/>
        </a:ln>
        <a:effectLst/>
      </c:spPr>
    </c:title>
    <c:autoTitleDeleted val="0"/>
    <c:plotArea>
      <c:layout>
        <c:manualLayout>
          <c:layoutTarget val="inner"/>
          <c:xMode val="edge"/>
          <c:yMode val="edge"/>
          <c:x val="0.35745619446971522"/>
          <c:y val="0.22303884906595853"/>
          <c:w val="0.3328962365760057"/>
          <c:h val="0.7769611509340415"/>
        </c:manualLayout>
      </c:layout>
      <c:pieChart>
        <c:varyColors val="1"/>
        <c:ser>
          <c:idx val="0"/>
          <c:order val="0"/>
          <c:tx>
            <c:strRef>
              <c:f>Sheet1!$B$1</c:f>
              <c:strCache>
                <c:ptCount val="1"/>
                <c:pt idx="0">
                  <c:v>Sales</c:v>
                </c:pt>
              </c:strCache>
            </c:strRef>
          </c:tx>
          <c:spPr>
            <a:solidFill>
              <a:schemeClr val="accent1"/>
            </a:solidFill>
            <a:ln w="25400">
              <a:solidFill>
                <a:schemeClr val="bg1"/>
              </a:solidFill>
            </a:ln>
          </c:spPr>
          <c:dPt>
            <c:idx val="0"/>
            <c:bubble3D val="0"/>
            <c:spPr>
              <a:solidFill>
                <a:srgbClr val="CC0000"/>
              </a:solidFill>
              <a:ln w="25400">
                <a:solidFill>
                  <a:schemeClr val="bg1"/>
                </a:solidFill>
              </a:ln>
              <a:effectLst/>
            </c:spPr>
            <c:extLst>
              <c:ext xmlns:c16="http://schemas.microsoft.com/office/drawing/2014/chart" uri="{C3380CC4-5D6E-409C-BE32-E72D297353CC}">
                <c16:uniqueId val="{00000001-2E36-4E44-AA1F-78A3422346C6}"/>
              </c:ext>
            </c:extLst>
          </c:dPt>
          <c:dPt>
            <c:idx val="1"/>
            <c:bubble3D val="0"/>
            <c:spPr>
              <a:solidFill>
                <a:srgbClr val="267AC0"/>
              </a:solidFill>
              <a:ln w="25400">
                <a:solidFill>
                  <a:schemeClr val="bg1"/>
                </a:solidFill>
              </a:ln>
              <a:effectLst/>
            </c:spPr>
            <c:extLst>
              <c:ext xmlns:c16="http://schemas.microsoft.com/office/drawing/2014/chart" uri="{C3380CC4-5D6E-409C-BE32-E72D297353CC}">
                <c16:uniqueId val="{00000003-2E36-4E44-AA1F-78A3422346C6}"/>
              </c:ext>
            </c:extLst>
          </c:dPt>
          <c:dPt>
            <c:idx val="2"/>
            <c:bubble3D val="0"/>
            <c:spPr>
              <a:solidFill>
                <a:srgbClr val="00787E"/>
              </a:solidFill>
              <a:ln w="25400">
                <a:solidFill>
                  <a:schemeClr val="bg1"/>
                </a:solidFill>
              </a:ln>
              <a:effectLst/>
            </c:spPr>
            <c:extLst>
              <c:ext xmlns:c16="http://schemas.microsoft.com/office/drawing/2014/chart" uri="{C3380CC4-5D6E-409C-BE32-E72D297353CC}">
                <c16:uniqueId val="{00000005-2E36-4E44-AA1F-78A3422346C6}"/>
              </c:ext>
            </c:extLst>
          </c:dPt>
          <c:dPt>
            <c:idx val="3"/>
            <c:bubble3D val="0"/>
            <c:spPr>
              <a:solidFill>
                <a:srgbClr val="00A78E"/>
              </a:solidFill>
              <a:ln w="25400">
                <a:solidFill>
                  <a:schemeClr val="bg1"/>
                </a:solidFill>
              </a:ln>
              <a:effectLst/>
            </c:spPr>
            <c:extLst>
              <c:ext xmlns:c16="http://schemas.microsoft.com/office/drawing/2014/chart" uri="{C3380CC4-5D6E-409C-BE32-E72D297353CC}">
                <c16:uniqueId val="{00000007-2E36-4E44-AA1F-78A3422346C6}"/>
              </c:ext>
            </c:extLst>
          </c:dPt>
          <c:dPt>
            <c:idx val="4"/>
            <c:bubble3D val="0"/>
            <c:spPr>
              <a:solidFill>
                <a:schemeClr val="accent5"/>
              </a:solidFill>
              <a:ln w="25400">
                <a:solidFill>
                  <a:schemeClr val="bg1"/>
                </a:solidFill>
              </a:ln>
              <a:effectLst/>
            </c:spPr>
            <c:extLst>
              <c:ext xmlns:c16="http://schemas.microsoft.com/office/drawing/2014/chart" uri="{C3380CC4-5D6E-409C-BE32-E72D297353CC}">
                <c16:uniqueId val="{00000009-2E36-4E44-AA1F-78A3422346C6}"/>
              </c:ext>
            </c:extLst>
          </c:dPt>
          <c:dPt>
            <c:idx val="5"/>
            <c:bubble3D val="0"/>
            <c:spPr>
              <a:solidFill>
                <a:schemeClr val="accent6"/>
              </a:solidFill>
              <a:ln w="25400">
                <a:solidFill>
                  <a:schemeClr val="bg1"/>
                </a:solidFill>
              </a:ln>
              <a:effectLst/>
            </c:spPr>
            <c:extLst>
              <c:ext xmlns:c16="http://schemas.microsoft.com/office/drawing/2014/chart" uri="{C3380CC4-5D6E-409C-BE32-E72D297353CC}">
                <c16:uniqueId val="{0000000B-2E36-4E44-AA1F-78A3422346C6}"/>
              </c:ext>
            </c:extLst>
          </c:dPt>
          <c:dPt>
            <c:idx val="6"/>
            <c:bubble3D val="0"/>
            <c:spPr>
              <a:solidFill>
                <a:srgbClr val="487A10"/>
              </a:solidFill>
              <a:ln w="25400">
                <a:solidFill>
                  <a:schemeClr val="bg1"/>
                </a:solidFill>
              </a:ln>
              <a:effectLst/>
            </c:spPr>
            <c:extLst>
              <c:ext xmlns:c16="http://schemas.microsoft.com/office/drawing/2014/chart" uri="{C3380CC4-5D6E-409C-BE32-E72D297353CC}">
                <c16:uniqueId val="{0000000D-2E36-4E44-AA1F-78A3422346C6}"/>
              </c:ext>
            </c:extLst>
          </c:dPt>
          <c:dPt>
            <c:idx val="7"/>
            <c:bubble3D val="0"/>
            <c:spPr>
              <a:solidFill>
                <a:srgbClr val="61A515"/>
              </a:solidFill>
              <a:ln w="25400">
                <a:solidFill>
                  <a:schemeClr val="bg1"/>
                </a:solidFill>
              </a:ln>
              <a:effectLst/>
            </c:spPr>
            <c:extLst>
              <c:ext xmlns:c16="http://schemas.microsoft.com/office/drawing/2014/chart" uri="{C3380CC4-5D6E-409C-BE32-E72D297353CC}">
                <c16:uniqueId val="{0000000F-2E36-4E44-AA1F-78A3422346C6}"/>
              </c:ext>
            </c:extLst>
          </c:dPt>
          <c:dPt>
            <c:idx val="8"/>
            <c:bubble3D val="0"/>
            <c:spPr>
              <a:solidFill>
                <a:srgbClr val="CE430C"/>
              </a:solidFill>
              <a:ln w="25400">
                <a:solidFill>
                  <a:schemeClr val="bg1"/>
                </a:solidFill>
              </a:ln>
              <a:effectLst/>
            </c:spPr>
            <c:extLst>
              <c:ext xmlns:c16="http://schemas.microsoft.com/office/drawing/2014/chart" uri="{C3380CC4-5D6E-409C-BE32-E72D297353CC}">
                <c16:uniqueId val="{00000011-2E36-4E44-AA1F-78A3422346C6}"/>
              </c:ext>
            </c:extLst>
          </c:dPt>
          <c:dPt>
            <c:idx val="9"/>
            <c:bubble3D val="0"/>
            <c:spPr>
              <a:solidFill>
                <a:srgbClr val="F4642A"/>
              </a:solidFill>
              <a:ln w="25400">
                <a:solidFill>
                  <a:schemeClr val="bg1"/>
                </a:solidFill>
              </a:ln>
              <a:effectLst/>
            </c:spPr>
            <c:extLst>
              <c:ext xmlns:c16="http://schemas.microsoft.com/office/drawing/2014/chart" uri="{C3380CC4-5D6E-409C-BE32-E72D297353CC}">
                <c16:uniqueId val="{00000013-2E36-4E44-AA1F-78A3422346C6}"/>
              </c:ext>
            </c:extLst>
          </c:dPt>
          <c:dPt>
            <c:idx val="10"/>
            <c:bubble3D val="0"/>
            <c:spPr>
              <a:solidFill>
                <a:srgbClr val="0B315E"/>
              </a:solidFill>
              <a:ln w="25400">
                <a:solidFill>
                  <a:schemeClr val="bg1"/>
                </a:solidFill>
              </a:ln>
              <a:effectLst/>
            </c:spPr>
            <c:extLst>
              <c:ext xmlns:c16="http://schemas.microsoft.com/office/drawing/2014/chart" uri="{C3380CC4-5D6E-409C-BE32-E72D297353CC}">
                <c16:uniqueId val="{00000015-2E36-4E44-AA1F-78A3422346C6}"/>
              </c:ext>
            </c:extLst>
          </c:dPt>
          <c:dPt>
            <c:idx val="11"/>
            <c:bubble3D val="0"/>
            <c:spPr>
              <a:solidFill>
                <a:srgbClr val="00585E"/>
              </a:solidFill>
              <a:ln w="25400">
                <a:solidFill>
                  <a:schemeClr val="bg1"/>
                </a:solidFill>
              </a:ln>
              <a:effectLst/>
            </c:spPr>
            <c:extLst>
              <c:ext xmlns:c16="http://schemas.microsoft.com/office/drawing/2014/chart" uri="{C3380CC4-5D6E-409C-BE32-E72D297353CC}">
                <c16:uniqueId val="{00000017-2E36-4E44-AA1F-78A3422346C6}"/>
              </c:ext>
            </c:extLst>
          </c:dPt>
          <c:dPt>
            <c:idx val="12"/>
            <c:bubble3D val="0"/>
            <c:spPr>
              <a:solidFill>
                <a:srgbClr val="3F3F3F"/>
              </a:solidFill>
              <a:ln w="25400">
                <a:solidFill>
                  <a:schemeClr val="bg1"/>
                </a:solidFill>
              </a:ln>
              <a:effectLst/>
            </c:spPr>
            <c:extLst>
              <c:ext xmlns:c16="http://schemas.microsoft.com/office/drawing/2014/chart" uri="{C3380CC4-5D6E-409C-BE32-E72D297353CC}">
                <c16:uniqueId val="{00000019-2E36-4E44-AA1F-78A3422346C6}"/>
              </c:ext>
            </c:extLst>
          </c:dPt>
          <c:dPt>
            <c:idx val="13"/>
            <c:bubble3D val="0"/>
            <c:spPr>
              <a:solidFill>
                <a:srgbClr val="2E4E0A"/>
              </a:solidFill>
              <a:ln w="25400">
                <a:solidFill>
                  <a:schemeClr val="bg1"/>
                </a:solidFill>
              </a:ln>
              <a:effectLst/>
            </c:spPr>
            <c:extLst>
              <c:ext xmlns:c16="http://schemas.microsoft.com/office/drawing/2014/chart" uri="{C3380CC4-5D6E-409C-BE32-E72D297353CC}">
                <c16:uniqueId val="{0000001B-2E36-4E44-AA1F-78A3422346C6}"/>
              </c:ext>
            </c:extLst>
          </c:dPt>
          <c:dPt>
            <c:idx val="14"/>
            <c:bubble3D val="0"/>
            <c:spPr>
              <a:solidFill>
                <a:srgbClr val="963108"/>
              </a:solidFill>
              <a:ln w="25400">
                <a:solidFill>
                  <a:schemeClr val="bg1"/>
                </a:solidFill>
              </a:ln>
              <a:effectLst/>
            </c:spPr>
            <c:extLst>
              <c:ext xmlns:c16="http://schemas.microsoft.com/office/drawing/2014/chart" uri="{C3380CC4-5D6E-409C-BE32-E72D297353CC}">
                <c16:uniqueId val="{0000001D-2E36-4E44-AA1F-78A3422346C6}"/>
              </c:ext>
            </c:extLst>
          </c:dPt>
          <c:dLbls>
            <c:dLbl>
              <c:idx val="0"/>
              <c:tx>
                <c:rich>
                  <a:bodyPr rot="0" spcFirstLastPara="1" vertOverflow="ellipsis" vert="horz" wrap="square" lIns="38100" tIns="19050" rIns="38100" bIns="19050" anchor="ctr" anchorCtr="1">
                    <a:spAutoFit/>
                  </a:bodyPr>
                  <a:lstStyle/>
                  <a:p>
                    <a:pPr>
                      <a:lnSpc>
                        <a:spcPct val="90000"/>
                      </a:lnSpc>
                      <a:defRPr sz="1200" b="0" i="0" u="none" strike="noStrike" kern="1200" baseline="0">
                        <a:solidFill>
                          <a:schemeClr val="tx2"/>
                        </a:solidFill>
                        <a:latin typeface="+mn-lt"/>
                        <a:ea typeface="+mn-ea"/>
                        <a:cs typeface="+mn-cs"/>
                      </a:defRPr>
                    </a:pPr>
                    <a:r>
                      <a:rPr lang="en-US" b="0"/>
                      <a:t>CVS Health</a:t>
                    </a:r>
                    <a:br>
                      <a:rPr lang="en-US" b="0"/>
                    </a:br>
                    <a:fld id="{8B1E2817-87F5-4FD5-8095-456FB54454E5}" type="VALUE">
                      <a:rPr lang="en-US" b="0" smtClean="0"/>
                      <a:pPr>
                        <a:lnSpc>
                          <a:spcPct val="90000"/>
                        </a:lnSpc>
                        <a:defRPr sz="1200" b="0" i="0" u="none" strike="noStrike" kern="1200" baseline="0">
                          <a:solidFill>
                            <a:schemeClr val="tx2"/>
                          </a:solidFill>
                          <a:latin typeface="+mn-lt"/>
                          <a:ea typeface="+mn-ea"/>
                          <a:cs typeface="+mn-cs"/>
                        </a:defRPr>
                      </a:pPr>
                      <a:t>[VALUE]</a:t>
                    </a:fld>
                    <a:r>
                      <a:rPr lang="en-US" b="0"/>
                      <a:t>%</a:t>
                    </a:r>
                  </a:p>
                </c:rich>
              </c:tx>
              <c:spPr>
                <a:noFill/>
                <a:ln>
                  <a:noFill/>
                </a:ln>
                <a:effectLst/>
              </c:spPr>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2E36-4E44-AA1F-78A3422346C6}"/>
                </c:ext>
              </c:extLst>
            </c:dLbl>
            <c:dLbl>
              <c:idx val="1"/>
              <c:tx>
                <c:rich>
                  <a:bodyPr rot="0" spcFirstLastPara="1" vertOverflow="ellipsis" vert="horz" wrap="square" lIns="38100" tIns="19050" rIns="38100" bIns="19050" anchor="ctr" anchorCtr="1">
                    <a:spAutoFit/>
                  </a:bodyPr>
                  <a:lstStyle/>
                  <a:p>
                    <a:pPr>
                      <a:lnSpc>
                        <a:spcPct val="90000"/>
                      </a:lnSpc>
                      <a:defRPr sz="1200" b="0" i="0" u="none" strike="noStrike" kern="1200" baseline="0">
                        <a:solidFill>
                          <a:schemeClr val="tx2"/>
                        </a:solidFill>
                        <a:latin typeface="+mn-lt"/>
                        <a:ea typeface="+mn-ea"/>
                        <a:cs typeface="+mn-cs"/>
                      </a:defRPr>
                    </a:pPr>
                    <a:r>
                      <a:rPr lang="en-US" b="0"/>
                      <a:t>Company</a:t>
                    </a:r>
                    <a:br>
                      <a:rPr lang="en-US" b="0"/>
                    </a:br>
                    <a:fld id="{364A021F-1171-490D-AFC4-B822472E9F92}" type="VALUE">
                      <a:rPr lang="en-US" b="0" smtClean="0"/>
                      <a:pPr>
                        <a:lnSpc>
                          <a:spcPct val="90000"/>
                        </a:lnSpc>
                        <a:defRPr sz="1200" b="0" i="0" u="none" strike="noStrike" kern="1200" baseline="0">
                          <a:solidFill>
                            <a:schemeClr val="tx2"/>
                          </a:solidFill>
                          <a:latin typeface="+mn-lt"/>
                          <a:ea typeface="+mn-ea"/>
                          <a:cs typeface="+mn-cs"/>
                        </a:defRPr>
                      </a:pPr>
                      <a:t>[VALUE]</a:t>
                    </a:fld>
                    <a:r>
                      <a:rPr lang="en-US" b="0"/>
                      <a:t>%</a:t>
                    </a:r>
                  </a:p>
                </c:rich>
              </c:tx>
              <c:spPr>
                <a:noFill/>
                <a:ln>
                  <a:noFill/>
                </a:ln>
                <a:effectLst/>
              </c:spPr>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2E36-4E44-AA1F-78A3422346C6}"/>
                </c:ext>
              </c:extLst>
            </c:dLbl>
            <c:dLbl>
              <c:idx val="2"/>
              <c:layout>
                <c:manualLayout>
                  <c:x val="-7.0827799911465251E-3"/>
                  <c:y val="8.2940622054665417E-2"/>
                </c:manualLayout>
              </c:layout>
              <c:tx>
                <c:rich>
                  <a:bodyPr rot="0" spcFirstLastPara="1" vertOverflow="ellipsis" vert="horz" wrap="square" lIns="38100" tIns="19050" rIns="38100" bIns="19050" anchor="ctr" anchorCtr="1">
                    <a:spAutoFit/>
                  </a:bodyPr>
                  <a:lstStyle/>
                  <a:p>
                    <a:pPr>
                      <a:lnSpc>
                        <a:spcPct val="90000"/>
                      </a:lnSpc>
                      <a:defRPr sz="1200" b="0" i="0" u="none" strike="noStrike" kern="1200" baseline="0">
                        <a:solidFill>
                          <a:schemeClr val="tx2"/>
                        </a:solidFill>
                        <a:latin typeface="+mn-lt"/>
                        <a:ea typeface="+mn-ea"/>
                        <a:cs typeface="+mn-cs"/>
                      </a:defRPr>
                    </a:pPr>
                    <a:r>
                      <a:rPr lang="en-US" b="0"/>
                      <a:t>Company</a:t>
                    </a:r>
                    <a:br>
                      <a:rPr lang="en-US" b="0"/>
                    </a:br>
                    <a:fld id="{92CA9758-7653-4BF9-ACC5-3A38ABA86B77}" type="VALUE">
                      <a:rPr lang="en-US" b="0" smtClean="0"/>
                      <a:pPr>
                        <a:lnSpc>
                          <a:spcPct val="90000"/>
                        </a:lnSpc>
                        <a:defRPr sz="1200" b="0" i="0" u="none" strike="noStrike" kern="1200" baseline="0">
                          <a:solidFill>
                            <a:schemeClr val="tx2"/>
                          </a:solidFill>
                          <a:latin typeface="+mn-lt"/>
                          <a:ea typeface="+mn-ea"/>
                          <a:cs typeface="+mn-cs"/>
                        </a:defRPr>
                      </a:pPr>
                      <a:t>[VALUE]</a:t>
                    </a:fld>
                    <a:r>
                      <a:rPr lang="en-US" b="0"/>
                      <a:t>%</a:t>
                    </a:r>
                  </a:p>
                </c:rich>
              </c:tx>
              <c:spPr>
                <a:noFill/>
                <a:ln>
                  <a:noFill/>
                </a:ln>
                <a:effectLst/>
              </c:spPr>
              <c:dLblPos val="bestFit"/>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2E36-4E44-AA1F-78A3422346C6}"/>
                </c:ext>
              </c:extLst>
            </c:dLbl>
            <c:dLbl>
              <c:idx val="3"/>
              <c:layout>
                <c:manualLayout>
                  <c:x val="1.0624169986719787E-2"/>
                  <c:y val="3.0160226201696495E-2"/>
                </c:manualLayout>
              </c:layout>
              <c:tx>
                <c:rich>
                  <a:bodyPr rot="0" spcFirstLastPara="1" vertOverflow="ellipsis" vert="horz" wrap="square" lIns="38100" tIns="19050" rIns="38100" bIns="19050" anchor="ctr" anchorCtr="1">
                    <a:spAutoFit/>
                  </a:bodyPr>
                  <a:lstStyle/>
                  <a:p>
                    <a:pPr>
                      <a:lnSpc>
                        <a:spcPct val="90000"/>
                      </a:lnSpc>
                      <a:defRPr sz="1200" b="0" i="0" u="none" strike="noStrike" kern="1200" baseline="0">
                        <a:solidFill>
                          <a:schemeClr val="tx2"/>
                        </a:solidFill>
                        <a:latin typeface="+mn-lt"/>
                        <a:ea typeface="+mn-ea"/>
                        <a:cs typeface="+mn-cs"/>
                      </a:defRPr>
                    </a:pPr>
                    <a:r>
                      <a:rPr lang="en-US" b="0"/>
                      <a:t>Company</a:t>
                    </a:r>
                    <a:br>
                      <a:rPr lang="en-US" b="0"/>
                    </a:br>
                    <a:fld id="{F9679FB8-D127-45F4-97B1-F8546B188950}" type="VALUE">
                      <a:rPr lang="en-US" b="0" smtClean="0"/>
                      <a:pPr>
                        <a:lnSpc>
                          <a:spcPct val="90000"/>
                        </a:lnSpc>
                        <a:defRPr sz="1200" b="0" i="0" u="none" strike="noStrike" kern="1200" baseline="0">
                          <a:solidFill>
                            <a:schemeClr val="tx2"/>
                          </a:solidFill>
                          <a:latin typeface="+mn-lt"/>
                          <a:ea typeface="+mn-ea"/>
                          <a:cs typeface="+mn-cs"/>
                        </a:defRPr>
                      </a:pPr>
                      <a:t>[VALUE]</a:t>
                    </a:fld>
                    <a:r>
                      <a:rPr lang="en-US" b="0"/>
                      <a:t>%</a:t>
                    </a:r>
                  </a:p>
                </c:rich>
              </c:tx>
              <c:spPr>
                <a:noFill/>
                <a:ln>
                  <a:noFill/>
                </a:ln>
                <a:effectLst/>
              </c:spPr>
              <c:dLblPos val="bestFit"/>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7-2E36-4E44-AA1F-78A3422346C6}"/>
                </c:ext>
              </c:extLst>
            </c:dLbl>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2"/>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extLst>
          </c:dLbls>
          <c:cat>
            <c:strRef>
              <c:f>Sheet1!$A$2:$A$5</c:f>
              <c:strCache>
                <c:ptCount val="4"/>
                <c:pt idx="0">
                  <c:v>CVS Health</c:v>
                </c:pt>
                <c:pt idx="1">
                  <c:v>Company</c:v>
                </c:pt>
                <c:pt idx="2">
                  <c:v>Company</c:v>
                </c:pt>
                <c:pt idx="3">
                  <c:v>Company</c:v>
                </c:pt>
              </c:strCache>
            </c:strRef>
          </c:cat>
          <c:val>
            <c:numRef>
              <c:f>Sheet1!$B$2:$B$5</c:f>
              <c:numCache>
                <c:formatCode>General</c:formatCode>
                <c:ptCount val="4"/>
                <c:pt idx="0">
                  <c:v>64</c:v>
                </c:pt>
                <c:pt idx="1">
                  <c:v>18</c:v>
                </c:pt>
                <c:pt idx="2">
                  <c:v>11</c:v>
                </c:pt>
                <c:pt idx="3">
                  <c:v>7</c:v>
                </c:pt>
              </c:numCache>
            </c:numRef>
          </c:val>
          <c:extLst>
            <c:ext xmlns:c16="http://schemas.microsoft.com/office/drawing/2014/chart" uri="{C3380CC4-5D6E-409C-BE32-E72D297353CC}">
              <c16:uniqueId val="{0000001E-2E36-4E44-AA1F-78A3422346C6}"/>
            </c:ext>
          </c:extLst>
        </c:ser>
        <c:dLbls>
          <c:showLegendKey val="0"/>
          <c:showVal val="0"/>
          <c:showCatName val="0"/>
          <c:showSerName val="0"/>
          <c:showPercent val="0"/>
          <c:showBubbleSize val="0"/>
          <c:showLeaderLines val="0"/>
        </c:dLbls>
        <c:firstSliceAng val="0"/>
      </c:pieChart>
      <c:spPr>
        <a:noFill/>
        <a:ln>
          <a:noFill/>
        </a:ln>
        <a:effectLst/>
      </c:spPr>
    </c:plotArea>
    <c:plotVisOnly val="1"/>
    <c:dispBlanksAs val="gap"/>
    <c:showDLblsOverMax val="0"/>
    <c:extLst/>
  </c:chart>
  <c:spPr>
    <a:noFill/>
    <a:ln>
      <a:noFill/>
    </a:ln>
    <a:effectLst/>
  </c:spPr>
  <c:txPr>
    <a:bodyPr/>
    <a:lstStyle/>
    <a:p>
      <a:pPr>
        <a:defRPr/>
      </a:pPr>
      <a:endParaRPr lang="en-US"/>
    </a:p>
  </c:txPr>
  <c:externalData r:id="rId2">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500" b="1" i="0" u="none" strike="noStrike" kern="1200" spc="0" baseline="0">
                <a:solidFill>
                  <a:schemeClr val="tx2"/>
                </a:solidFill>
                <a:latin typeface="+mn-lt"/>
                <a:ea typeface="+mn-ea"/>
                <a:cs typeface="+mn-cs"/>
              </a:defRPr>
            </a:pPr>
            <a:r>
              <a:rPr lang="en-CA"/>
              <a:t>Chart title 1</a:t>
            </a:r>
          </a:p>
        </c:rich>
      </c:tx>
      <c:layout>
        <c:manualLayout>
          <c:xMode val="edge"/>
          <c:yMode val="edge"/>
          <c:x val="0.28787270507362389"/>
          <c:y val="0"/>
        </c:manualLayout>
      </c:layout>
      <c:overlay val="0"/>
      <c:spPr>
        <a:noFill/>
        <a:ln>
          <a:noFill/>
        </a:ln>
        <a:effectLst/>
      </c:spPr>
    </c:title>
    <c:autoTitleDeleted val="0"/>
    <c:plotArea>
      <c:layout>
        <c:manualLayout>
          <c:layoutTarget val="inner"/>
          <c:xMode val="edge"/>
          <c:yMode val="edge"/>
          <c:x val="0.14016987781913834"/>
          <c:y val="0.24490746777671896"/>
          <c:w val="0.61610035873190983"/>
          <c:h val="0.53050353578414167"/>
        </c:manualLayout>
      </c:layout>
      <c:pieChart>
        <c:varyColors val="1"/>
        <c:ser>
          <c:idx val="0"/>
          <c:order val="0"/>
          <c:tx>
            <c:strRef>
              <c:f>Sheet1!$B$1</c:f>
              <c:strCache>
                <c:ptCount val="1"/>
                <c:pt idx="0">
                  <c:v>Sales</c:v>
                </c:pt>
              </c:strCache>
            </c:strRef>
          </c:tx>
          <c:spPr>
            <a:solidFill>
              <a:schemeClr val="accent1"/>
            </a:solidFill>
            <a:ln w="25400">
              <a:solidFill>
                <a:schemeClr val="bg1"/>
              </a:solidFill>
            </a:ln>
          </c:spPr>
          <c:dPt>
            <c:idx val="0"/>
            <c:bubble3D val="0"/>
            <c:spPr>
              <a:solidFill>
                <a:srgbClr val="0A4B8C"/>
              </a:solidFill>
              <a:ln w="25400">
                <a:solidFill>
                  <a:schemeClr val="bg1"/>
                </a:solidFill>
              </a:ln>
              <a:effectLst/>
            </c:spPr>
            <c:extLst>
              <c:ext xmlns:c16="http://schemas.microsoft.com/office/drawing/2014/chart" uri="{C3380CC4-5D6E-409C-BE32-E72D297353CC}">
                <c16:uniqueId val="{00000001-6F47-4FE4-9EFD-630430B1AF25}"/>
              </c:ext>
            </c:extLst>
          </c:dPt>
          <c:dPt>
            <c:idx val="1"/>
            <c:bubble3D val="0"/>
            <c:spPr>
              <a:solidFill>
                <a:srgbClr val="267AC0"/>
              </a:solidFill>
              <a:ln w="25400">
                <a:solidFill>
                  <a:schemeClr val="bg1"/>
                </a:solidFill>
              </a:ln>
              <a:effectLst/>
            </c:spPr>
            <c:extLst>
              <c:ext xmlns:c16="http://schemas.microsoft.com/office/drawing/2014/chart" uri="{C3380CC4-5D6E-409C-BE32-E72D297353CC}">
                <c16:uniqueId val="{00000003-6F47-4FE4-9EFD-630430B1AF25}"/>
              </c:ext>
            </c:extLst>
          </c:dPt>
          <c:dPt>
            <c:idx val="2"/>
            <c:bubble3D val="0"/>
            <c:spPr>
              <a:solidFill>
                <a:srgbClr val="00787E"/>
              </a:solidFill>
              <a:ln w="25400">
                <a:solidFill>
                  <a:schemeClr val="bg1"/>
                </a:solidFill>
              </a:ln>
              <a:effectLst/>
            </c:spPr>
            <c:extLst>
              <c:ext xmlns:c16="http://schemas.microsoft.com/office/drawing/2014/chart" uri="{C3380CC4-5D6E-409C-BE32-E72D297353CC}">
                <c16:uniqueId val="{00000005-6F47-4FE4-9EFD-630430B1AF25}"/>
              </c:ext>
            </c:extLst>
          </c:dPt>
          <c:dPt>
            <c:idx val="3"/>
            <c:bubble3D val="0"/>
            <c:spPr>
              <a:solidFill>
                <a:srgbClr val="00A78E"/>
              </a:solidFill>
              <a:ln w="25400">
                <a:solidFill>
                  <a:schemeClr val="bg1"/>
                </a:solidFill>
              </a:ln>
              <a:effectLst/>
            </c:spPr>
            <c:extLst>
              <c:ext xmlns:c16="http://schemas.microsoft.com/office/drawing/2014/chart" uri="{C3380CC4-5D6E-409C-BE32-E72D297353CC}">
                <c16:uniqueId val="{00000007-6F47-4FE4-9EFD-630430B1AF25}"/>
              </c:ext>
            </c:extLst>
          </c:dPt>
          <c:dPt>
            <c:idx val="4"/>
            <c:bubble3D val="0"/>
            <c:spPr>
              <a:solidFill>
                <a:schemeClr val="accent5"/>
              </a:solidFill>
              <a:ln w="25400">
                <a:solidFill>
                  <a:schemeClr val="bg1"/>
                </a:solidFill>
              </a:ln>
              <a:effectLst/>
            </c:spPr>
            <c:extLst>
              <c:ext xmlns:c16="http://schemas.microsoft.com/office/drawing/2014/chart" uri="{C3380CC4-5D6E-409C-BE32-E72D297353CC}">
                <c16:uniqueId val="{00000009-6F47-4FE4-9EFD-630430B1AF25}"/>
              </c:ext>
            </c:extLst>
          </c:dPt>
          <c:dPt>
            <c:idx val="5"/>
            <c:bubble3D val="0"/>
            <c:spPr>
              <a:solidFill>
                <a:schemeClr val="accent6"/>
              </a:solidFill>
              <a:ln w="25400">
                <a:solidFill>
                  <a:schemeClr val="bg1"/>
                </a:solidFill>
              </a:ln>
              <a:effectLst/>
            </c:spPr>
            <c:extLst>
              <c:ext xmlns:c16="http://schemas.microsoft.com/office/drawing/2014/chart" uri="{C3380CC4-5D6E-409C-BE32-E72D297353CC}">
                <c16:uniqueId val="{0000000B-6F47-4FE4-9EFD-630430B1AF25}"/>
              </c:ext>
            </c:extLst>
          </c:dPt>
          <c:dPt>
            <c:idx val="6"/>
            <c:bubble3D val="0"/>
            <c:spPr>
              <a:solidFill>
                <a:srgbClr val="487A10"/>
              </a:solidFill>
              <a:ln w="25400">
                <a:solidFill>
                  <a:schemeClr val="bg1"/>
                </a:solidFill>
              </a:ln>
              <a:effectLst/>
            </c:spPr>
            <c:extLst>
              <c:ext xmlns:c16="http://schemas.microsoft.com/office/drawing/2014/chart" uri="{C3380CC4-5D6E-409C-BE32-E72D297353CC}">
                <c16:uniqueId val="{0000000D-6F47-4FE4-9EFD-630430B1AF25}"/>
              </c:ext>
            </c:extLst>
          </c:dPt>
          <c:dPt>
            <c:idx val="7"/>
            <c:bubble3D val="0"/>
            <c:spPr>
              <a:solidFill>
                <a:srgbClr val="61A515"/>
              </a:solidFill>
              <a:ln w="25400">
                <a:solidFill>
                  <a:schemeClr val="bg1"/>
                </a:solidFill>
              </a:ln>
              <a:effectLst/>
            </c:spPr>
            <c:extLst>
              <c:ext xmlns:c16="http://schemas.microsoft.com/office/drawing/2014/chart" uri="{C3380CC4-5D6E-409C-BE32-E72D297353CC}">
                <c16:uniqueId val="{0000000F-6F47-4FE4-9EFD-630430B1AF25}"/>
              </c:ext>
            </c:extLst>
          </c:dPt>
          <c:dPt>
            <c:idx val="8"/>
            <c:bubble3D val="0"/>
            <c:spPr>
              <a:solidFill>
                <a:srgbClr val="CE430C"/>
              </a:solidFill>
              <a:ln w="25400">
                <a:solidFill>
                  <a:schemeClr val="bg1"/>
                </a:solidFill>
              </a:ln>
              <a:effectLst/>
            </c:spPr>
            <c:extLst>
              <c:ext xmlns:c16="http://schemas.microsoft.com/office/drawing/2014/chart" uri="{C3380CC4-5D6E-409C-BE32-E72D297353CC}">
                <c16:uniqueId val="{00000011-6F47-4FE4-9EFD-630430B1AF25}"/>
              </c:ext>
            </c:extLst>
          </c:dPt>
          <c:dPt>
            <c:idx val="9"/>
            <c:bubble3D val="0"/>
            <c:spPr>
              <a:solidFill>
                <a:srgbClr val="F4642A"/>
              </a:solidFill>
              <a:ln w="25400">
                <a:solidFill>
                  <a:schemeClr val="bg1"/>
                </a:solidFill>
              </a:ln>
              <a:effectLst/>
            </c:spPr>
            <c:extLst>
              <c:ext xmlns:c16="http://schemas.microsoft.com/office/drawing/2014/chart" uri="{C3380CC4-5D6E-409C-BE32-E72D297353CC}">
                <c16:uniqueId val="{00000013-6F47-4FE4-9EFD-630430B1AF25}"/>
              </c:ext>
            </c:extLst>
          </c:dPt>
          <c:dPt>
            <c:idx val="10"/>
            <c:bubble3D val="0"/>
            <c:spPr>
              <a:solidFill>
                <a:srgbClr val="0B315E"/>
              </a:solidFill>
              <a:ln w="25400">
                <a:solidFill>
                  <a:schemeClr val="bg1"/>
                </a:solidFill>
              </a:ln>
              <a:effectLst/>
            </c:spPr>
            <c:extLst>
              <c:ext xmlns:c16="http://schemas.microsoft.com/office/drawing/2014/chart" uri="{C3380CC4-5D6E-409C-BE32-E72D297353CC}">
                <c16:uniqueId val="{00000015-6F47-4FE4-9EFD-630430B1AF25}"/>
              </c:ext>
            </c:extLst>
          </c:dPt>
          <c:dPt>
            <c:idx val="11"/>
            <c:bubble3D val="0"/>
            <c:spPr>
              <a:solidFill>
                <a:srgbClr val="00585E"/>
              </a:solidFill>
              <a:ln w="25400">
                <a:solidFill>
                  <a:schemeClr val="bg1"/>
                </a:solidFill>
              </a:ln>
              <a:effectLst/>
            </c:spPr>
            <c:extLst>
              <c:ext xmlns:c16="http://schemas.microsoft.com/office/drawing/2014/chart" uri="{C3380CC4-5D6E-409C-BE32-E72D297353CC}">
                <c16:uniqueId val="{00000017-6F47-4FE4-9EFD-630430B1AF25}"/>
              </c:ext>
            </c:extLst>
          </c:dPt>
          <c:dPt>
            <c:idx val="12"/>
            <c:bubble3D val="0"/>
            <c:spPr>
              <a:solidFill>
                <a:srgbClr val="3F3F3F"/>
              </a:solidFill>
              <a:ln w="25400">
                <a:solidFill>
                  <a:schemeClr val="bg1"/>
                </a:solidFill>
              </a:ln>
              <a:effectLst/>
            </c:spPr>
            <c:extLst>
              <c:ext xmlns:c16="http://schemas.microsoft.com/office/drawing/2014/chart" uri="{C3380CC4-5D6E-409C-BE32-E72D297353CC}">
                <c16:uniqueId val="{00000019-6F47-4FE4-9EFD-630430B1AF25}"/>
              </c:ext>
            </c:extLst>
          </c:dPt>
          <c:dPt>
            <c:idx val="13"/>
            <c:bubble3D val="0"/>
            <c:spPr>
              <a:solidFill>
                <a:srgbClr val="2E4E0A"/>
              </a:solidFill>
              <a:ln w="25400">
                <a:solidFill>
                  <a:schemeClr val="bg1"/>
                </a:solidFill>
              </a:ln>
              <a:effectLst/>
            </c:spPr>
            <c:extLst>
              <c:ext xmlns:c16="http://schemas.microsoft.com/office/drawing/2014/chart" uri="{C3380CC4-5D6E-409C-BE32-E72D297353CC}">
                <c16:uniqueId val="{0000001B-6F47-4FE4-9EFD-630430B1AF25}"/>
              </c:ext>
            </c:extLst>
          </c:dPt>
          <c:dPt>
            <c:idx val="14"/>
            <c:bubble3D val="0"/>
            <c:spPr>
              <a:solidFill>
                <a:srgbClr val="963108"/>
              </a:solidFill>
              <a:ln w="25400">
                <a:solidFill>
                  <a:schemeClr val="bg1"/>
                </a:solidFill>
              </a:ln>
              <a:effectLst/>
            </c:spPr>
            <c:extLst>
              <c:ext xmlns:c16="http://schemas.microsoft.com/office/drawing/2014/chart" uri="{C3380CC4-5D6E-409C-BE32-E72D297353CC}">
                <c16:uniqueId val="{0000001D-6F47-4FE4-9EFD-630430B1AF25}"/>
              </c:ext>
            </c:extLst>
          </c:dPt>
          <c:dLbls>
            <c:dLbl>
              <c:idx val="0"/>
              <c:layout>
                <c:manualLayout>
                  <c:x val="-1.8492836719609707E-2"/>
                  <c:y val="0"/>
                </c:manualLayout>
              </c:layout>
              <c:tx>
                <c:rich>
                  <a:bodyPr rot="0" spcFirstLastPara="1" vertOverflow="ellipsis" vert="horz" wrap="square" lIns="38100" tIns="19050" rIns="38100" bIns="19050" anchor="ctr" anchorCtr="1">
                    <a:spAutoFit/>
                  </a:bodyPr>
                  <a:lstStyle/>
                  <a:p>
                    <a:pPr>
                      <a:defRPr sz="1200" b="0" i="0" u="none" strike="noStrike" kern="1200" baseline="0">
                        <a:solidFill>
                          <a:schemeClr val="tx2"/>
                        </a:solidFill>
                        <a:latin typeface="+mn-lt"/>
                        <a:ea typeface="+mn-ea"/>
                        <a:cs typeface="+mn-cs"/>
                      </a:defRPr>
                    </a:pPr>
                    <a:r>
                      <a:rPr lang="en-US" b="0"/>
                      <a:t>Q1</a:t>
                    </a:r>
                    <a:br>
                      <a:rPr lang="en-US" b="0"/>
                    </a:br>
                    <a:fld id="{F2417AEB-42D8-4E4F-81C5-AB9FB8298A70}" type="VALUE">
                      <a:rPr lang="en-US" b="0" smtClean="0"/>
                      <a:pPr>
                        <a:defRPr sz="1200" b="0" i="0" u="none" strike="noStrike" kern="1200" baseline="0">
                          <a:solidFill>
                            <a:schemeClr val="tx2"/>
                          </a:solidFill>
                          <a:latin typeface="+mn-lt"/>
                          <a:ea typeface="+mn-ea"/>
                          <a:cs typeface="+mn-cs"/>
                        </a:defRPr>
                      </a:pPr>
                      <a:t>[VALUE]</a:t>
                    </a:fld>
                    <a:endParaRPr lang="en-US" b="0"/>
                  </a:p>
                </c:rich>
              </c:tx>
              <c:spPr>
                <a:noFill/>
                <a:ln>
                  <a:noFill/>
                </a:ln>
                <a:effectLst/>
              </c:spPr>
              <c:dLblPos val="bestFit"/>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6F47-4FE4-9EFD-630430B1AF25}"/>
                </c:ext>
              </c:extLst>
            </c:dLbl>
            <c:dLbl>
              <c:idx val="1"/>
              <c:layout>
                <c:manualLayout>
                  <c:x val="7.3971346878438284E-3"/>
                  <c:y val="0"/>
                </c:manualLayout>
              </c:layout>
              <c:tx>
                <c:rich>
                  <a:bodyPr rot="0" spcFirstLastPara="1" vertOverflow="ellipsis" vert="horz" wrap="square" lIns="38100" tIns="19050" rIns="38100" bIns="19050" anchor="ctr" anchorCtr="1">
                    <a:spAutoFit/>
                  </a:bodyPr>
                  <a:lstStyle/>
                  <a:p>
                    <a:pPr>
                      <a:defRPr sz="1200" b="0" i="0" u="none" strike="noStrike" kern="1200" baseline="0">
                        <a:solidFill>
                          <a:schemeClr val="tx2"/>
                        </a:solidFill>
                        <a:latin typeface="+mn-lt"/>
                        <a:ea typeface="+mn-ea"/>
                        <a:cs typeface="+mn-cs"/>
                      </a:defRPr>
                    </a:pPr>
                    <a:r>
                      <a:rPr lang="en-US" b="0"/>
                      <a:t>Q2</a:t>
                    </a:r>
                    <a:br>
                      <a:rPr lang="en-US" b="0"/>
                    </a:br>
                    <a:fld id="{676EB159-1DFC-4AB6-BF74-5F10B86B65E6}" type="VALUE">
                      <a:rPr lang="en-US" b="0" smtClean="0"/>
                      <a:pPr>
                        <a:defRPr sz="1200" b="0" i="0" u="none" strike="noStrike" kern="1200" baseline="0">
                          <a:solidFill>
                            <a:schemeClr val="tx2"/>
                          </a:solidFill>
                          <a:latin typeface="+mn-lt"/>
                          <a:ea typeface="+mn-ea"/>
                          <a:cs typeface="+mn-cs"/>
                        </a:defRPr>
                      </a:pPr>
                      <a:t>[VALUE]</a:t>
                    </a:fld>
                    <a:endParaRPr lang="en-US" b="0"/>
                  </a:p>
                </c:rich>
              </c:tx>
              <c:spPr>
                <a:noFill/>
                <a:ln>
                  <a:noFill/>
                </a:ln>
                <a:effectLst/>
              </c:spPr>
              <c:dLblPos val="bestFit"/>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6F47-4FE4-9EFD-630430B1AF25}"/>
                </c:ext>
              </c:extLst>
            </c:dLbl>
            <c:dLbl>
              <c:idx val="2"/>
              <c:layout>
                <c:manualLayout>
                  <c:x val="-1.0950490527467139E-17"/>
                  <c:y val="3.2916520335022792E-2"/>
                </c:manualLayout>
              </c:layout>
              <c:tx>
                <c:rich>
                  <a:bodyPr rot="0" spcFirstLastPara="1" vertOverflow="ellipsis" vert="horz" wrap="square" lIns="38100" tIns="19050" rIns="38100" bIns="19050" anchor="ctr" anchorCtr="1">
                    <a:spAutoFit/>
                  </a:bodyPr>
                  <a:lstStyle/>
                  <a:p>
                    <a:pPr>
                      <a:defRPr sz="1200" b="0" i="0" u="none" strike="noStrike" kern="1200" baseline="0">
                        <a:solidFill>
                          <a:schemeClr val="tx2"/>
                        </a:solidFill>
                        <a:latin typeface="+mn-lt"/>
                        <a:ea typeface="+mn-ea"/>
                        <a:cs typeface="+mn-cs"/>
                      </a:defRPr>
                    </a:pPr>
                    <a:r>
                      <a:rPr lang="en-US" b="0"/>
                      <a:t>Q3</a:t>
                    </a:r>
                    <a:br>
                      <a:rPr lang="en-US" b="0"/>
                    </a:br>
                    <a:fld id="{602B0546-865F-4B41-B312-785CC6EC3481}" type="VALUE">
                      <a:rPr lang="en-US" b="0" smtClean="0"/>
                      <a:pPr>
                        <a:defRPr sz="1200" b="0" i="0" u="none" strike="noStrike" kern="1200" baseline="0">
                          <a:solidFill>
                            <a:schemeClr val="tx2"/>
                          </a:solidFill>
                          <a:latin typeface="+mn-lt"/>
                          <a:ea typeface="+mn-ea"/>
                          <a:cs typeface="+mn-cs"/>
                        </a:defRPr>
                      </a:pPr>
                      <a:t>[VALUE]</a:t>
                    </a:fld>
                    <a:endParaRPr lang="en-US" b="0"/>
                  </a:p>
                </c:rich>
              </c:tx>
              <c:spPr>
                <a:noFill/>
                <a:ln>
                  <a:noFill/>
                </a:ln>
                <a:effectLst/>
              </c:spPr>
              <c:dLblPos val="bestFit"/>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6F47-4FE4-9EFD-630430B1AF25}"/>
                </c:ext>
              </c:extLst>
            </c:dLbl>
            <c:dLbl>
              <c:idx val="3"/>
              <c:layout>
                <c:manualLayout>
                  <c:x val="1.841973905005647E-2"/>
                  <c:y val="7.8158383068358487E-3"/>
                </c:manualLayout>
              </c:layout>
              <c:tx>
                <c:rich>
                  <a:bodyPr rot="0" spcFirstLastPara="1" vertOverflow="ellipsis" vert="horz" wrap="square" lIns="38100" tIns="19050" rIns="38100" bIns="19050" anchor="ctr" anchorCtr="1">
                    <a:spAutoFit/>
                  </a:bodyPr>
                  <a:lstStyle/>
                  <a:p>
                    <a:pPr>
                      <a:defRPr sz="1200" b="0" i="0" u="none" strike="noStrike" kern="1200" baseline="0">
                        <a:solidFill>
                          <a:schemeClr val="tx2"/>
                        </a:solidFill>
                        <a:latin typeface="+mn-lt"/>
                        <a:ea typeface="+mn-ea"/>
                        <a:cs typeface="+mn-cs"/>
                      </a:defRPr>
                    </a:pPr>
                    <a:r>
                      <a:rPr lang="en-US" b="0"/>
                      <a:t>Q4</a:t>
                    </a:r>
                    <a:br>
                      <a:rPr lang="en-US" b="0"/>
                    </a:br>
                    <a:fld id="{5DB5EFE9-99CB-4B64-A180-AC9F7146421E}" type="VALUE">
                      <a:rPr lang="en-US" b="0" smtClean="0"/>
                      <a:pPr>
                        <a:defRPr sz="1200" b="0" i="0" u="none" strike="noStrike" kern="1200" baseline="0">
                          <a:solidFill>
                            <a:schemeClr val="tx2"/>
                          </a:solidFill>
                          <a:latin typeface="+mn-lt"/>
                          <a:ea typeface="+mn-ea"/>
                          <a:cs typeface="+mn-cs"/>
                        </a:defRPr>
                      </a:pPr>
                      <a:t>[VALUE]</a:t>
                    </a:fld>
                    <a:endParaRPr lang="en-US" b="0"/>
                  </a:p>
                </c:rich>
              </c:tx>
              <c:spPr>
                <a:noFill/>
                <a:ln>
                  <a:noFill/>
                </a:ln>
                <a:effectLst/>
              </c:spPr>
              <c:dLblPos val="bestFit"/>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7-6F47-4FE4-9EFD-630430B1AF25}"/>
                </c:ext>
              </c:extLst>
            </c:dLbl>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tx2"/>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extLst>
          </c:dLbls>
          <c:cat>
            <c:strRef>
              <c:f>Sheet1!$A$2:$A$5</c:f>
              <c:strCache>
                <c:ptCount val="4"/>
                <c:pt idx="0">
                  <c:v>1st Qtr</c:v>
                </c:pt>
                <c:pt idx="1">
                  <c:v>2nd Qtr</c:v>
                </c:pt>
                <c:pt idx="2">
                  <c:v>3rd Qtr</c:v>
                </c:pt>
                <c:pt idx="3">
                  <c:v>4th Qtr</c:v>
                </c:pt>
              </c:strCache>
            </c:strRef>
          </c:cat>
          <c:val>
            <c:numRef>
              <c:f>Sheet1!$B$2:$B$5</c:f>
              <c:numCache>
                <c:formatCode>0%</c:formatCode>
                <c:ptCount val="4"/>
                <c:pt idx="0">
                  <c:v>0.59</c:v>
                </c:pt>
                <c:pt idx="1">
                  <c:v>0.23</c:v>
                </c:pt>
                <c:pt idx="2">
                  <c:v>0.1</c:v>
                </c:pt>
                <c:pt idx="3">
                  <c:v>0.08</c:v>
                </c:pt>
              </c:numCache>
            </c:numRef>
          </c:val>
          <c:extLst>
            <c:ext xmlns:c16="http://schemas.microsoft.com/office/drawing/2014/chart" uri="{C3380CC4-5D6E-409C-BE32-E72D297353CC}">
              <c16:uniqueId val="{0000001E-6F47-4FE4-9EFD-630430B1AF25}"/>
            </c:ext>
          </c:extLst>
        </c:ser>
        <c:dLbls>
          <c:showLegendKey val="0"/>
          <c:showVal val="0"/>
          <c:showCatName val="0"/>
          <c:showSerName val="0"/>
          <c:showPercent val="0"/>
          <c:showBubbleSize val="0"/>
          <c:showLeaderLines val="0"/>
        </c:dLbls>
        <c:firstSliceAng val="0"/>
      </c:pieChart>
      <c:spPr>
        <a:noFill/>
        <a:ln>
          <a:noFill/>
        </a:ln>
        <a:effectLst/>
      </c:spPr>
    </c:plotArea>
    <c:plotVisOnly val="1"/>
    <c:dispBlanksAs val="gap"/>
    <c:showDLblsOverMax val="0"/>
    <c:extLst/>
  </c:chart>
  <c:spPr>
    <a:noFill/>
    <a:ln>
      <a:noFill/>
    </a:ln>
    <a:effectLst/>
  </c:spPr>
  <c:txPr>
    <a:bodyPr/>
    <a:lstStyle/>
    <a:p>
      <a:pPr>
        <a:defRPr/>
      </a:pPr>
      <a:endParaRPr lang="en-US"/>
    </a:p>
  </c:txPr>
  <c:externalData r:id="rId2">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500" b="1" i="0" u="none" strike="noStrike" kern="1200" spc="0" baseline="0">
                <a:solidFill>
                  <a:schemeClr val="tx2"/>
                </a:solidFill>
                <a:latin typeface="+mn-lt"/>
                <a:ea typeface="+mn-ea"/>
                <a:cs typeface="+mn-cs"/>
              </a:defRPr>
            </a:pPr>
            <a:r>
              <a:rPr lang="en-CA"/>
              <a:t>Chart title 2</a:t>
            </a:r>
          </a:p>
        </c:rich>
      </c:tx>
      <c:layout>
        <c:manualLayout>
          <c:xMode val="edge"/>
          <c:yMode val="edge"/>
          <c:x val="0.28787270507362389"/>
          <c:y val="0"/>
        </c:manualLayout>
      </c:layout>
      <c:overlay val="0"/>
      <c:spPr>
        <a:noFill/>
        <a:ln>
          <a:noFill/>
        </a:ln>
        <a:effectLst/>
      </c:spPr>
    </c:title>
    <c:autoTitleDeleted val="0"/>
    <c:plotArea>
      <c:layout>
        <c:manualLayout>
          <c:layoutTarget val="inner"/>
          <c:xMode val="edge"/>
          <c:yMode val="edge"/>
          <c:x val="0.14016987781913834"/>
          <c:y val="0.24490746777671896"/>
          <c:w val="0.61610035873190983"/>
          <c:h val="0.53050353578414167"/>
        </c:manualLayout>
      </c:layout>
      <c:pieChart>
        <c:varyColors val="1"/>
        <c:ser>
          <c:idx val="0"/>
          <c:order val="0"/>
          <c:tx>
            <c:strRef>
              <c:f>Sheet1!$B$1</c:f>
              <c:strCache>
                <c:ptCount val="1"/>
                <c:pt idx="0">
                  <c:v>Sales</c:v>
                </c:pt>
              </c:strCache>
            </c:strRef>
          </c:tx>
          <c:spPr>
            <a:solidFill>
              <a:schemeClr val="accent1"/>
            </a:solidFill>
            <a:ln w="25400">
              <a:solidFill>
                <a:schemeClr val="bg1"/>
              </a:solidFill>
            </a:ln>
          </c:spPr>
          <c:dPt>
            <c:idx val="0"/>
            <c:bubble3D val="0"/>
            <c:spPr>
              <a:solidFill>
                <a:srgbClr val="0A4B8C"/>
              </a:solidFill>
              <a:ln w="25400">
                <a:solidFill>
                  <a:schemeClr val="bg1"/>
                </a:solidFill>
              </a:ln>
              <a:effectLst/>
            </c:spPr>
            <c:extLst>
              <c:ext xmlns:c16="http://schemas.microsoft.com/office/drawing/2014/chart" uri="{C3380CC4-5D6E-409C-BE32-E72D297353CC}">
                <c16:uniqueId val="{00000001-44E2-4B11-8895-0EA124EC3A7E}"/>
              </c:ext>
            </c:extLst>
          </c:dPt>
          <c:dPt>
            <c:idx val="1"/>
            <c:bubble3D val="0"/>
            <c:spPr>
              <a:solidFill>
                <a:srgbClr val="267AC0"/>
              </a:solidFill>
              <a:ln w="25400">
                <a:solidFill>
                  <a:schemeClr val="bg1"/>
                </a:solidFill>
              </a:ln>
              <a:effectLst/>
            </c:spPr>
            <c:extLst>
              <c:ext xmlns:c16="http://schemas.microsoft.com/office/drawing/2014/chart" uri="{C3380CC4-5D6E-409C-BE32-E72D297353CC}">
                <c16:uniqueId val="{00000003-44E2-4B11-8895-0EA124EC3A7E}"/>
              </c:ext>
            </c:extLst>
          </c:dPt>
          <c:dPt>
            <c:idx val="2"/>
            <c:bubble3D val="0"/>
            <c:spPr>
              <a:solidFill>
                <a:srgbClr val="00787E"/>
              </a:solidFill>
              <a:ln w="25400">
                <a:solidFill>
                  <a:schemeClr val="bg1"/>
                </a:solidFill>
              </a:ln>
              <a:effectLst/>
            </c:spPr>
            <c:extLst>
              <c:ext xmlns:c16="http://schemas.microsoft.com/office/drawing/2014/chart" uri="{C3380CC4-5D6E-409C-BE32-E72D297353CC}">
                <c16:uniqueId val="{00000005-44E2-4B11-8895-0EA124EC3A7E}"/>
              </c:ext>
            </c:extLst>
          </c:dPt>
          <c:dPt>
            <c:idx val="3"/>
            <c:bubble3D val="0"/>
            <c:spPr>
              <a:solidFill>
                <a:srgbClr val="00A78E"/>
              </a:solidFill>
              <a:ln w="25400">
                <a:solidFill>
                  <a:schemeClr val="bg1"/>
                </a:solidFill>
              </a:ln>
              <a:effectLst/>
            </c:spPr>
            <c:extLst>
              <c:ext xmlns:c16="http://schemas.microsoft.com/office/drawing/2014/chart" uri="{C3380CC4-5D6E-409C-BE32-E72D297353CC}">
                <c16:uniqueId val="{00000007-44E2-4B11-8895-0EA124EC3A7E}"/>
              </c:ext>
            </c:extLst>
          </c:dPt>
          <c:dPt>
            <c:idx val="4"/>
            <c:bubble3D val="0"/>
            <c:spPr>
              <a:solidFill>
                <a:schemeClr val="accent5"/>
              </a:solidFill>
              <a:ln w="25400">
                <a:solidFill>
                  <a:schemeClr val="bg1"/>
                </a:solidFill>
              </a:ln>
              <a:effectLst/>
            </c:spPr>
            <c:extLst>
              <c:ext xmlns:c16="http://schemas.microsoft.com/office/drawing/2014/chart" uri="{C3380CC4-5D6E-409C-BE32-E72D297353CC}">
                <c16:uniqueId val="{00000009-44E2-4B11-8895-0EA124EC3A7E}"/>
              </c:ext>
            </c:extLst>
          </c:dPt>
          <c:dPt>
            <c:idx val="5"/>
            <c:bubble3D val="0"/>
            <c:spPr>
              <a:solidFill>
                <a:schemeClr val="accent6"/>
              </a:solidFill>
              <a:ln w="25400">
                <a:solidFill>
                  <a:schemeClr val="bg1"/>
                </a:solidFill>
              </a:ln>
              <a:effectLst/>
            </c:spPr>
            <c:extLst>
              <c:ext xmlns:c16="http://schemas.microsoft.com/office/drawing/2014/chart" uri="{C3380CC4-5D6E-409C-BE32-E72D297353CC}">
                <c16:uniqueId val="{0000000B-44E2-4B11-8895-0EA124EC3A7E}"/>
              </c:ext>
            </c:extLst>
          </c:dPt>
          <c:dPt>
            <c:idx val="6"/>
            <c:bubble3D val="0"/>
            <c:spPr>
              <a:solidFill>
                <a:srgbClr val="487A10"/>
              </a:solidFill>
              <a:ln w="25400">
                <a:solidFill>
                  <a:schemeClr val="bg1"/>
                </a:solidFill>
              </a:ln>
              <a:effectLst/>
            </c:spPr>
            <c:extLst>
              <c:ext xmlns:c16="http://schemas.microsoft.com/office/drawing/2014/chart" uri="{C3380CC4-5D6E-409C-BE32-E72D297353CC}">
                <c16:uniqueId val="{0000000D-44E2-4B11-8895-0EA124EC3A7E}"/>
              </c:ext>
            </c:extLst>
          </c:dPt>
          <c:dPt>
            <c:idx val="7"/>
            <c:bubble3D val="0"/>
            <c:spPr>
              <a:solidFill>
                <a:srgbClr val="61A515"/>
              </a:solidFill>
              <a:ln w="25400">
                <a:solidFill>
                  <a:schemeClr val="bg1"/>
                </a:solidFill>
              </a:ln>
              <a:effectLst/>
            </c:spPr>
            <c:extLst>
              <c:ext xmlns:c16="http://schemas.microsoft.com/office/drawing/2014/chart" uri="{C3380CC4-5D6E-409C-BE32-E72D297353CC}">
                <c16:uniqueId val="{0000000F-44E2-4B11-8895-0EA124EC3A7E}"/>
              </c:ext>
            </c:extLst>
          </c:dPt>
          <c:dPt>
            <c:idx val="8"/>
            <c:bubble3D val="0"/>
            <c:spPr>
              <a:solidFill>
                <a:srgbClr val="CE430C"/>
              </a:solidFill>
              <a:ln w="25400">
                <a:solidFill>
                  <a:schemeClr val="bg1"/>
                </a:solidFill>
              </a:ln>
              <a:effectLst/>
            </c:spPr>
            <c:extLst>
              <c:ext xmlns:c16="http://schemas.microsoft.com/office/drawing/2014/chart" uri="{C3380CC4-5D6E-409C-BE32-E72D297353CC}">
                <c16:uniqueId val="{00000011-44E2-4B11-8895-0EA124EC3A7E}"/>
              </c:ext>
            </c:extLst>
          </c:dPt>
          <c:dPt>
            <c:idx val="9"/>
            <c:bubble3D val="0"/>
            <c:spPr>
              <a:solidFill>
                <a:srgbClr val="F4642A"/>
              </a:solidFill>
              <a:ln w="25400">
                <a:solidFill>
                  <a:schemeClr val="bg1"/>
                </a:solidFill>
              </a:ln>
              <a:effectLst/>
            </c:spPr>
            <c:extLst>
              <c:ext xmlns:c16="http://schemas.microsoft.com/office/drawing/2014/chart" uri="{C3380CC4-5D6E-409C-BE32-E72D297353CC}">
                <c16:uniqueId val="{00000013-44E2-4B11-8895-0EA124EC3A7E}"/>
              </c:ext>
            </c:extLst>
          </c:dPt>
          <c:dPt>
            <c:idx val="10"/>
            <c:bubble3D val="0"/>
            <c:spPr>
              <a:solidFill>
                <a:srgbClr val="0B315E"/>
              </a:solidFill>
              <a:ln w="25400">
                <a:solidFill>
                  <a:schemeClr val="bg1"/>
                </a:solidFill>
              </a:ln>
              <a:effectLst/>
            </c:spPr>
            <c:extLst>
              <c:ext xmlns:c16="http://schemas.microsoft.com/office/drawing/2014/chart" uri="{C3380CC4-5D6E-409C-BE32-E72D297353CC}">
                <c16:uniqueId val="{00000015-44E2-4B11-8895-0EA124EC3A7E}"/>
              </c:ext>
            </c:extLst>
          </c:dPt>
          <c:dPt>
            <c:idx val="11"/>
            <c:bubble3D val="0"/>
            <c:spPr>
              <a:solidFill>
                <a:srgbClr val="00585E"/>
              </a:solidFill>
              <a:ln w="25400">
                <a:solidFill>
                  <a:schemeClr val="bg1"/>
                </a:solidFill>
              </a:ln>
              <a:effectLst/>
            </c:spPr>
            <c:extLst>
              <c:ext xmlns:c16="http://schemas.microsoft.com/office/drawing/2014/chart" uri="{C3380CC4-5D6E-409C-BE32-E72D297353CC}">
                <c16:uniqueId val="{00000017-44E2-4B11-8895-0EA124EC3A7E}"/>
              </c:ext>
            </c:extLst>
          </c:dPt>
          <c:dPt>
            <c:idx val="12"/>
            <c:bubble3D val="0"/>
            <c:spPr>
              <a:solidFill>
                <a:srgbClr val="3F3F3F"/>
              </a:solidFill>
              <a:ln w="25400">
                <a:solidFill>
                  <a:schemeClr val="bg1"/>
                </a:solidFill>
              </a:ln>
              <a:effectLst/>
            </c:spPr>
            <c:extLst>
              <c:ext xmlns:c16="http://schemas.microsoft.com/office/drawing/2014/chart" uri="{C3380CC4-5D6E-409C-BE32-E72D297353CC}">
                <c16:uniqueId val="{00000019-44E2-4B11-8895-0EA124EC3A7E}"/>
              </c:ext>
            </c:extLst>
          </c:dPt>
          <c:dPt>
            <c:idx val="13"/>
            <c:bubble3D val="0"/>
            <c:spPr>
              <a:solidFill>
                <a:srgbClr val="2E4E0A"/>
              </a:solidFill>
              <a:ln w="25400">
                <a:solidFill>
                  <a:schemeClr val="bg1"/>
                </a:solidFill>
              </a:ln>
              <a:effectLst/>
            </c:spPr>
            <c:extLst>
              <c:ext xmlns:c16="http://schemas.microsoft.com/office/drawing/2014/chart" uri="{C3380CC4-5D6E-409C-BE32-E72D297353CC}">
                <c16:uniqueId val="{0000001B-44E2-4B11-8895-0EA124EC3A7E}"/>
              </c:ext>
            </c:extLst>
          </c:dPt>
          <c:dPt>
            <c:idx val="14"/>
            <c:bubble3D val="0"/>
            <c:spPr>
              <a:solidFill>
                <a:srgbClr val="963108"/>
              </a:solidFill>
              <a:ln w="25400">
                <a:solidFill>
                  <a:schemeClr val="bg1"/>
                </a:solidFill>
              </a:ln>
              <a:effectLst/>
            </c:spPr>
            <c:extLst>
              <c:ext xmlns:c16="http://schemas.microsoft.com/office/drawing/2014/chart" uri="{C3380CC4-5D6E-409C-BE32-E72D297353CC}">
                <c16:uniqueId val="{0000001D-44E2-4B11-8895-0EA124EC3A7E}"/>
              </c:ext>
            </c:extLst>
          </c:dPt>
          <c:dLbls>
            <c:dLbl>
              <c:idx val="0"/>
              <c:layout>
                <c:manualLayout>
                  <c:x val="-1.8492836719609707E-2"/>
                  <c:y val="0"/>
                </c:manualLayout>
              </c:layout>
              <c:tx>
                <c:rich>
                  <a:bodyPr rot="0" spcFirstLastPara="1" vertOverflow="ellipsis" vert="horz" wrap="square" lIns="38100" tIns="19050" rIns="38100" bIns="19050" anchor="ctr" anchorCtr="1">
                    <a:spAutoFit/>
                  </a:bodyPr>
                  <a:lstStyle/>
                  <a:p>
                    <a:pPr>
                      <a:defRPr sz="1200" b="0" i="0" u="none" strike="noStrike" kern="1200" baseline="0">
                        <a:solidFill>
                          <a:schemeClr val="tx2"/>
                        </a:solidFill>
                        <a:latin typeface="+mn-lt"/>
                        <a:ea typeface="+mn-ea"/>
                        <a:cs typeface="+mn-cs"/>
                      </a:defRPr>
                    </a:pPr>
                    <a:r>
                      <a:rPr lang="en-US" b="0"/>
                      <a:t>Q1</a:t>
                    </a:r>
                    <a:br>
                      <a:rPr lang="en-US" b="0"/>
                    </a:br>
                    <a:fld id="{F2417AEB-42D8-4E4F-81C5-AB9FB8298A70}" type="VALUE">
                      <a:rPr lang="en-US" b="0" smtClean="0"/>
                      <a:pPr>
                        <a:defRPr sz="1200" b="0" i="0" u="none" strike="noStrike" kern="1200" baseline="0">
                          <a:solidFill>
                            <a:schemeClr val="tx2"/>
                          </a:solidFill>
                          <a:latin typeface="+mn-lt"/>
                          <a:ea typeface="+mn-ea"/>
                          <a:cs typeface="+mn-cs"/>
                        </a:defRPr>
                      </a:pPr>
                      <a:t>[VALUE]</a:t>
                    </a:fld>
                    <a:endParaRPr lang="en-US" b="0"/>
                  </a:p>
                </c:rich>
              </c:tx>
              <c:spPr>
                <a:noFill/>
                <a:ln>
                  <a:noFill/>
                </a:ln>
                <a:effectLst/>
              </c:spPr>
              <c:dLblPos val="bestFit"/>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44E2-4B11-8895-0EA124EC3A7E}"/>
                </c:ext>
              </c:extLst>
            </c:dLbl>
            <c:dLbl>
              <c:idx val="1"/>
              <c:layout>
                <c:manualLayout>
                  <c:x val="7.3971346878438284E-3"/>
                  <c:y val="0"/>
                </c:manualLayout>
              </c:layout>
              <c:tx>
                <c:rich>
                  <a:bodyPr rot="0" spcFirstLastPara="1" vertOverflow="ellipsis" vert="horz" wrap="square" lIns="38100" tIns="19050" rIns="38100" bIns="19050" anchor="ctr" anchorCtr="1">
                    <a:spAutoFit/>
                  </a:bodyPr>
                  <a:lstStyle/>
                  <a:p>
                    <a:pPr>
                      <a:defRPr sz="1200" b="0" i="0" u="none" strike="noStrike" kern="1200" baseline="0">
                        <a:solidFill>
                          <a:schemeClr val="tx2"/>
                        </a:solidFill>
                        <a:latin typeface="+mn-lt"/>
                        <a:ea typeface="+mn-ea"/>
                        <a:cs typeface="+mn-cs"/>
                      </a:defRPr>
                    </a:pPr>
                    <a:r>
                      <a:rPr lang="en-US" b="0"/>
                      <a:t>Q2</a:t>
                    </a:r>
                    <a:br>
                      <a:rPr lang="en-US" b="0"/>
                    </a:br>
                    <a:fld id="{676EB159-1DFC-4AB6-BF74-5F10B86B65E6}" type="VALUE">
                      <a:rPr lang="en-US" b="0" smtClean="0"/>
                      <a:pPr>
                        <a:defRPr sz="1200" b="0" i="0" u="none" strike="noStrike" kern="1200" baseline="0">
                          <a:solidFill>
                            <a:schemeClr val="tx2"/>
                          </a:solidFill>
                          <a:latin typeface="+mn-lt"/>
                          <a:ea typeface="+mn-ea"/>
                          <a:cs typeface="+mn-cs"/>
                        </a:defRPr>
                      </a:pPr>
                      <a:t>[VALUE]</a:t>
                    </a:fld>
                    <a:endParaRPr lang="en-US" b="0"/>
                  </a:p>
                </c:rich>
              </c:tx>
              <c:spPr>
                <a:noFill/>
                <a:ln>
                  <a:noFill/>
                </a:ln>
                <a:effectLst/>
              </c:spPr>
              <c:dLblPos val="bestFit"/>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44E2-4B11-8895-0EA124EC3A7E}"/>
                </c:ext>
              </c:extLst>
            </c:dLbl>
            <c:dLbl>
              <c:idx val="2"/>
              <c:layout>
                <c:manualLayout>
                  <c:x val="-1.0950490527467139E-17"/>
                  <c:y val="3.2916520335022792E-2"/>
                </c:manualLayout>
              </c:layout>
              <c:tx>
                <c:rich>
                  <a:bodyPr rot="0" spcFirstLastPara="1" vertOverflow="ellipsis" vert="horz" wrap="square" lIns="38100" tIns="19050" rIns="38100" bIns="19050" anchor="ctr" anchorCtr="1">
                    <a:spAutoFit/>
                  </a:bodyPr>
                  <a:lstStyle/>
                  <a:p>
                    <a:pPr>
                      <a:defRPr sz="1200" b="0" i="0" u="none" strike="noStrike" kern="1200" baseline="0">
                        <a:solidFill>
                          <a:schemeClr val="tx2"/>
                        </a:solidFill>
                        <a:latin typeface="+mn-lt"/>
                        <a:ea typeface="+mn-ea"/>
                        <a:cs typeface="+mn-cs"/>
                      </a:defRPr>
                    </a:pPr>
                    <a:r>
                      <a:rPr lang="en-US" b="0"/>
                      <a:t>Q3</a:t>
                    </a:r>
                    <a:br>
                      <a:rPr lang="en-US" b="0"/>
                    </a:br>
                    <a:fld id="{602B0546-865F-4B41-B312-785CC6EC3481}" type="VALUE">
                      <a:rPr lang="en-US" b="0" smtClean="0"/>
                      <a:pPr>
                        <a:defRPr sz="1200" b="0" i="0" u="none" strike="noStrike" kern="1200" baseline="0">
                          <a:solidFill>
                            <a:schemeClr val="tx2"/>
                          </a:solidFill>
                          <a:latin typeface="+mn-lt"/>
                          <a:ea typeface="+mn-ea"/>
                          <a:cs typeface="+mn-cs"/>
                        </a:defRPr>
                      </a:pPr>
                      <a:t>[VALUE]</a:t>
                    </a:fld>
                    <a:endParaRPr lang="en-US" b="0"/>
                  </a:p>
                </c:rich>
              </c:tx>
              <c:spPr>
                <a:noFill/>
                <a:ln>
                  <a:noFill/>
                </a:ln>
                <a:effectLst/>
              </c:spPr>
              <c:dLblPos val="bestFit"/>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44E2-4B11-8895-0EA124EC3A7E}"/>
                </c:ext>
              </c:extLst>
            </c:dLbl>
            <c:dLbl>
              <c:idx val="3"/>
              <c:layout>
                <c:manualLayout>
                  <c:x val="1.841973905005647E-2"/>
                  <c:y val="7.8158383068358487E-3"/>
                </c:manualLayout>
              </c:layout>
              <c:tx>
                <c:rich>
                  <a:bodyPr rot="0" spcFirstLastPara="1" vertOverflow="ellipsis" vert="horz" wrap="square" lIns="38100" tIns="19050" rIns="38100" bIns="19050" anchor="ctr" anchorCtr="1">
                    <a:spAutoFit/>
                  </a:bodyPr>
                  <a:lstStyle/>
                  <a:p>
                    <a:pPr>
                      <a:defRPr sz="1200" b="0" i="0" u="none" strike="noStrike" kern="1200" baseline="0">
                        <a:solidFill>
                          <a:schemeClr val="tx2"/>
                        </a:solidFill>
                        <a:latin typeface="+mn-lt"/>
                        <a:ea typeface="+mn-ea"/>
                        <a:cs typeface="+mn-cs"/>
                      </a:defRPr>
                    </a:pPr>
                    <a:r>
                      <a:rPr lang="en-US" b="0"/>
                      <a:t>Q4</a:t>
                    </a:r>
                    <a:br>
                      <a:rPr lang="en-US" b="0"/>
                    </a:br>
                    <a:fld id="{5DB5EFE9-99CB-4B64-A180-AC9F7146421E}" type="VALUE">
                      <a:rPr lang="en-US" b="0" smtClean="0"/>
                      <a:pPr>
                        <a:defRPr sz="1200" b="0" i="0" u="none" strike="noStrike" kern="1200" baseline="0">
                          <a:solidFill>
                            <a:schemeClr val="tx2"/>
                          </a:solidFill>
                          <a:latin typeface="+mn-lt"/>
                          <a:ea typeface="+mn-ea"/>
                          <a:cs typeface="+mn-cs"/>
                        </a:defRPr>
                      </a:pPr>
                      <a:t>[VALUE]</a:t>
                    </a:fld>
                    <a:endParaRPr lang="en-US" b="0"/>
                  </a:p>
                </c:rich>
              </c:tx>
              <c:spPr>
                <a:noFill/>
                <a:ln>
                  <a:noFill/>
                </a:ln>
                <a:effectLst/>
              </c:spPr>
              <c:dLblPos val="bestFit"/>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7-44E2-4B11-8895-0EA124EC3A7E}"/>
                </c:ext>
              </c:extLst>
            </c:dLbl>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tx2"/>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extLst>
          </c:dLbls>
          <c:cat>
            <c:strRef>
              <c:f>Sheet1!$A$2:$A$5</c:f>
              <c:strCache>
                <c:ptCount val="4"/>
                <c:pt idx="0">
                  <c:v>1st Qtr</c:v>
                </c:pt>
                <c:pt idx="1">
                  <c:v>2nd Qtr</c:v>
                </c:pt>
                <c:pt idx="2">
                  <c:v>3rd Qtr</c:v>
                </c:pt>
                <c:pt idx="3">
                  <c:v>4th Qtr</c:v>
                </c:pt>
              </c:strCache>
            </c:strRef>
          </c:cat>
          <c:val>
            <c:numRef>
              <c:f>Sheet1!$B$2:$B$5</c:f>
              <c:numCache>
                <c:formatCode>0%</c:formatCode>
                <c:ptCount val="4"/>
                <c:pt idx="0">
                  <c:v>0.59</c:v>
                </c:pt>
                <c:pt idx="1">
                  <c:v>0.23</c:v>
                </c:pt>
                <c:pt idx="2">
                  <c:v>0.1</c:v>
                </c:pt>
                <c:pt idx="3">
                  <c:v>0.08</c:v>
                </c:pt>
              </c:numCache>
            </c:numRef>
          </c:val>
          <c:extLst>
            <c:ext xmlns:c16="http://schemas.microsoft.com/office/drawing/2014/chart" uri="{C3380CC4-5D6E-409C-BE32-E72D297353CC}">
              <c16:uniqueId val="{0000001E-44E2-4B11-8895-0EA124EC3A7E}"/>
            </c:ext>
          </c:extLst>
        </c:ser>
        <c:dLbls>
          <c:showLegendKey val="0"/>
          <c:showVal val="0"/>
          <c:showCatName val="0"/>
          <c:showSerName val="0"/>
          <c:showPercent val="0"/>
          <c:showBubbleSize val="0"/>
          <c:showLeaderLines val="0"/>
        </c:dLbls>
        <c:firstSliceAng val="0"/>
      </c:pieChart>
      <c:spPr>
        <a:noFill/>
        <a:ln>
          <a:noFill/>
        </a:ln>
        <a:effectLst/>
      </c:spPr>
    </c:plotArea>
    <c:plotVisOnly val="1"/>
    <c:dispBlanksAs val="gap"/>
    <c:showDLblsOverMax val="0"/>
    <c:extLst/>
  </c:chart>
  <c:spPr>
    <a:noFill/>
    <a:ln>
      <a:noFill/>
    </a:ln>
    <a:effectLst/>
  </c:spPr>
  <c:txPr>
    <a:bodyPr/>
    <a:lstStyle/>
    <a:p>
      <a:pPr>
        <a:defRPr/>
      </a:pPr>
      <a:endParaRPr lang="en-US"/>
    </a:p>
  </c:txPr>
  <c:externalData r:id="rId2">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500" b="1" i="0" u="none" strike="noStrike" kern="1200" spc="0" baseline="0">
                <a:solidFill>
                  <a:schemeClr val="tx2"/>
                </a:solidFill>
                <a:latin typeface="+mn-lt"/>
                <a:ea typeface="+mn-ea"/>
                <a:cs typeface="+mn-cs"/>
              </a:defRPr>
            </a:pPr>
            <a:r>
              <a:rPr lang="en-CA"/>
              <a:t>Chart title 3</a:t>
            </a:r>
          </a:p>
        </c:rich>
      </c:tx>
      <c:layout>
        <c:manualLayout>
          <c:xMode val="edge"/>
          <c:yMode val="edge"/>
          <c:x val="0.28787270507362389"/>
          <c:y val="0"/>
        </c:manualLayout>
      </c:layout>
      <c:overlay val="0"/>
      <c:spPr>
        <a:noFill/>
        <a:ln>
          <a:noFill/>
        </a:ln>
        <a:effectLst/>
      </c:spPr>
    </c:title>
    <c:autoTitleDeleted val="0"/>
    <c:plotArea>
      <c:layout>
        <c:manualLayout>
          <c:layoutTarget val="inner"/>
          <c:xMode val="edge"/>
          <c:yMode val="edge"/>
          <c:x val="0.14016987781913834"/>
          <c:y val="0.24490746777671896"/>
          <c:w val="0.61610035873190983"/>
          <c:h val="0.53050353578414167"/>
        </c:manualLayout>
      </c:layout>
      <c:pieChart>
        <c:varyColors val="1"/>
        <c:ser>
          <c:idx val="0"/>
          <c:order val="0"/>
          <c:tx>
            <c:strRef>
              <c:f>Sheet1!$B$1</c:f>
              <c:strCache>
                <c:ptCount val="1"/>
                <c:pt idx="0">
                  <c:v>Sales</c:v>
                </c:pt>
              </c:strCache>
            </c:strRef>
          </c:tx>
          <c:spPr>
            <a:solidFill>
              <a:schemeClr val="accent1"/>
            </a:solidFill>
            <a:ln w="25400">
              <a:solidFill>
                <a:schemeClr val="bg1"/>
              </a:solidFill>
            </a:ln>
          </c:spPr>
          <c:dPt>
            <c:idx val="0"/>
            <c:bubble3D val="0"/>
            <c:spPr>
              <a:solidFill>
                <a:srgbClr val="0A4B8C"/>
              </a:solidFill>
              <a:ln w="25400">
                <a:solidFill>
                  <a:schemeClr val="bg1"/>
                </a:solidFill>
              </a:ln>
              <a:effectLst/>
            </c:spPr>
            <c:extLst>
              <c:ext xmlns:c16="http://schemas.microsoft.com/office/drawing/2014/chart" uri="{C3380CC4-5D6E-409C-BE32-E72D297353CC}">
                <c16:uniqueId val="{00000001-027A-4F82-BE6B-AFEED95778A9}"/>
              </c:ext>
            </c:extLst>
          </c:dPt>
          <c:dPt>
            <c:idx val="1"/>
            <c:bubble3D val="0"/>
            <c:spPr>
              <a:solidFill>
                <a:srgbClr val="267AC0"/>
              </a:solidFill>
              <a:ln w="25400">
                <a:solidFill>
                  <a:schemeClr val="bg1"/>
                </a:solidFill>
              </a:ln>
              <a:effectLst/>
            </c:spPr>
            <c:extLst>
              <c:ext xmlns:c16="http://schemas.microsoft.com/office/drawing/2014/chart" uri="{C3380CC4-5D6E-409C-BE32-E72D297353CC}">
                <c16:uniqueId val="{00000003-027A-4F82-BE6B-AFEED95778A9}"/>
              </c:ext>
            </c:extLst>
          </c:dPt>
          <c:dPt>
            <c:idx val="2"/>
            <c:bubble3D val="0"/>
            <c:spPr>
              <a:solidFill>
                <a:srgbClr val="00787E"/>
              </a:solidFill>
              <a:ln w="25400">
                <a:solidFill>
                  <a:schemeClr val="bg1"/>
                </a:solidFill>
              </a:ln>
              <a:effectLst/>
            </c:spPr>
            <c:extLst>
              <c:ext xmlns:c16="http://schemas.microsoft.com/office/drawing/2014/chart" uri="{C3380CC4-5D6E-409C-BE32-E72D297353CC}">
                <c16:uniqueId val="{00000005-027A-4F82-BE6B-AFEED95778A9}"/>
              </c:ext>
            </c:extLst>
          </c:dPt>
          <c:dPt>
            <c:idx val="3"/>
            <c:bubble3D val="0"/>
            <c:spPr>
              <a:solidFill>
                <a:srgbClr val="00A78E"/>
              </a:solidFill>
              <a:ln w="25400">
                <a:solidFill>
                  <a:schemeClr val="bg1"/>
                </a:solidFill>
              </a:ln>
              <a:effectLst/>
            </c:spPr>
            <c:extLst>
              <c:ext xmlns:c16="http://schemas.microsoft.com/office/drawing/2014/chart" uri="{C3380CC4-5D6E-409C-BE32-E72D297353CC}">
                <c16:uniqueId val="{00000007-027A-4F82-BE6B-AFEED95778A9}"/>
              </c:ext>
            </c:extLst>
          </c:dPt>
          <c:dPt>
            <c:idx val="4"/>
            <c:bubble3D val="0"/>
            <c:spPr>
              <a:solidFill>
                <a:schemeClr val="accent5"/>
              </a:solidFill>
              <a:ln w="25400">
                <a:solidFill>
                  <a:schemeClr val="bg1"/>
                </a:solidFill>
              </a:ln>
              <a:effectLst/>
            </c:spPr>
            <c:extLst>
              <c:ext xmlns:c16="http://schemas.microsoft.com/office/drawing/2014/chart" uri="{C3380CC4-5D6E-409C-BE32-E72D297353CC}">
                <c16:uniqueId val="{00000009-027A-4F82-BE6B-AFEED95778A9}"/>
              </c:ext>
            </c:extLst>
          </c:dPt>
          <c:dPt>
            <c:idx val="5"/>
            <c:bubble3D val="0"/>
            <c:spPr>
              <a:solidFill>
                <a:schemeClr val="accent6"/>
              </a:solidFill>
              <a:ln w="25400">
                <a:solidFill>
                  <a:schemeClr val="bg1"/>
                </a:solidFill>
              </a:ln>
              <a:effectLst/>
            </c:spPr>
            <c:extLst>
              <c:ext xmlns:c16="http://schemas.microsoft.com/office/drawing/2014/chart" uri="{C3380CC4-5D6E-409C-BE32-E72D297353CC}">
                <c16:uniqueId val="{0000000B-027A-4F82-BE6B-AFEED95778A9}"/>
              </c:ext>
            </c:extLst>
          </c:dPt>
          <c:dPt>
            <c:idx val="6"/>
            <c:bubble3D val="0"/>
            <c:spPr>
              <a:solidFill>
                <a:srgbClr val="487A10"/>
              </a:solidFill>
              <a:ln w="25400">
                <a:solidFill>
                  <a:schemeClr val="bg1"/>
                </a:solidFill>
              </a:ln>
              <a:effectLst/>
            </c:spPr>
            <c:extLst>
              <c:ext xmlns:c16="http://schemas.microsoft.com/office/drawing/2014/chart" uri="{C3380CC4-5D6E-409C-BE32-E72D297353CC}">
                <c16:uniqueId val="{0000000D-027A-4F82-BE6B-AFEED95778A9}"/>
              </c:ext>
            </c:extLst>
          </c:dPt>
          <c:dPt>
            <c:idx val="7"/>
            <c:bubble3D val="0"/>
            <c:spPr>
              <a:solidFill>
                <a:srgbClr val="61A515"/>
              </a:solidFill>
              <a:ln w="25400">
                <a:solidFill>
                  <a:schemeClr val="bg1"/>
                </a:solidFill>
              </a:ln>
              <a:effectLst/>
            </c:spPr>
            <c:extLst>
              <c:ext xmlns:c16="http://schemas.microsoft.com/office/drawing/2014/chart" uri="{C3380CC4-5D6E-409C-BE32-E72D297353CC}">
                <c16:uniqueId val="{0000000F-027A-4F82-BE6B-AFEED95778A9}"/>
              </c:ext>
            </c:extLst>
          </c:dPt>
          <c:dPt>
            <c:idx val="8"/>
            <c:bubble3D val="0"/>
            <c:spPr>
              <a:solidFill>
                <a:srgbClr val="CE430C"/>
              </a:solidFill>
              <a:ln w="25400">
                <a:solidFill>
                  <a:schemeClr val="bg1"/>
                </a:solidFill>
              </a:ln>
              <a:effectLst/>
            </c:spPr>
            <c:extLst>
              <c:ext xmlns:c16="http://schemas.microsoft.com/office/drawing/2014/chart" uri="{C3380CC4-5D6E-409C-BE32-E72D297353CC}">
                <c16:uniqueId val="{00000011-027A-4F82-BE6B-AFEED95778A9}"/>
              </c:ext>
            </c:extLst>
          </c:dPt>
          <c:dPt>
            <c:idx val="9"/>
            <c:bubble3D val="0"/>
            <c:spPr>
              <a:solidFill>
                <a:srgbClr val="F4642A"/>
              </a:solidFill>
              <a:ln w="25400">
                <a:solidFill>
                  <a:schemeClr val="bg1"/>
                </a:solidFill>
              </a:ln>
              <a:effectLst/>
            </c:spPr>
            <c:extLst>
              <c:ext xmlns:c16="http://schemas.microsoft.com/office/drawing/2014/chart" uri="{C3380CC4-5D6E-409C-BE32-E72D297353CC}">
                <c16:uniqueId val="{00000013-027A-4F82-BE6B-AFEED95778A9}"/>
              </c:ext>
            </c:extLst>
          </c:dPt>
          <c:dPt>
            <c:idx val="10"/>
            <c:bubble3D val="0"/>
            <c:spPr>
              <a:solidFill>
                <a:srgbClr val="0B315E"/>
              </a:solidFill>
              <a:ln w="25400">
                <a:solidFill>
                  <a:schemeClr val="bg1"/>
                </a:solidFill>
              </a:ln>
              <a:effectLst/>
            </c:spPr>
            <c:extLst>
              <c:ext xmlns:c16="http://schemas.microsoft.com/office/drawing/2014/chart" uri="{C3380CC4-5D6E-409C-BE32-E72D297353CC}">
                <c16:uniqueId val="{00000015-027A-4F82-BE6B-AFEED95778A9}"/>
              </c:ext>
            </c:extLst>
          </c:dPt>
          <c:dPt>
            <c:idx val="11"/>
            <c:bubble3D val="0"/>
            <c:spPr>
              <a:solidFill>
                <a:srgbClr val="00585E"/>
              </a:solidFill>
              <a:ln w="25400">
                <a:solidFill>
                  <a:schemeClr val="bg1"/>
                </a:solidFill>
              </a:ln>
              <a:effectLst/>
            </c:spPr>
            <c:extLst>
              <c:ext xmlns:c16="http://schemas.microsoft.com/office/drawing/2014/chart" uri="{C3380CC4-5D6E-409C-BE32-E72D297353CC}">
                <c16:uniqueId val="{00000017-027A-4F82-BE6B-AFEED95778A9}"/>
              </c:ext>
            </c:extLst>
          </c:dPt>
          <c:dPt>
            <c:idx val="12"/>
            <c:bubble3D val="0"/>
            <c:spPr>
              <a:solidFill>
                <a:srgbClr val="3F3F3F"/>
              </a:solidFill>
              <a:ln w="25400">
                <a:solidFill>
                  <a:schemeClr val="bg1"/>
                </a:solidFill>
              </a:ln>
              <a:effectLst/>
            </c:spPr>
            <c:extLst>
              <c:ext xmlns:c16="http://schemas.microsoft.com/office/drawing/2014/chart" uri="{C3380CC4-5D6E-409C-BE32-E72D297353CC}">
                <c16:uniqueId val="{00000019-027A-4F82-BE6B-AFEED95778A9}"/>
              </c:ext>
            </c:extLst>
          </c:dPt>
          <c:dPt>
            <c:idx val="13"/>
            <c:bubble3D val="0"/>
            <c:spPr>
              <a:solidFill>
                <a:srgbClr val="2E4E0A"/>
              </a:solidFill>
              <a:ln w="25400">
                <a:solidFill>
                  <a:schemeClr val="bg1"/>
                </a:solidFill>
              </a:ln>
              <a:effectLst/>
            </c:spPr>
            <c:extLst>
              <c:ext xmlns:c16="http://schemas.microsoft.com/office/drawing/2014/chart" uri="{C3380CC4-5D6E-409C-BE32-E72D297353CC}">
                <c16:uniqueId val="{0000001B-027A-4F82-BE6B-AFEED95778A9}"/>
              </c:ext>
            </c:extLst>
          </c:dPt>
          <c:dPt>
            <c:idx val="14"/>
            <c:bubble3D val="0"/>
            <c:spPr>
              <a:solidFill>
                <a:srgbClr val="963108"/>
              </a:solidFill>
              <a:ln w="25400">
                <a:solidFill>
                  <a:schemeClr val="bg1"/>
                </a:solidFill>
              </a:ln>
              <a:effectLst/>
            </c:spPr>
            <c:extLst>
              <c:ext xmlns:c16="http://schemas.microsoft.com/office/drawing/2014/chart" uri="{C3380CC4-5D6E-409C-BE32-E72D297353CC}">
                <c16:uniqueId val="{0000001D-027A-4F82-BE6B-AFEED95778A9}"/>
              </c:ext>
            </c:extLst>
          </c:dPt>
          <c:dLbls>
            <c:dLbl>
              <c:idx val="0"/>
              <c:layout>
                <c:manualLayout>
                  <c:x val="-1.8492836719609707E-2"/>
                  <c:y val="0"/>
                </c:manualLayout>
              </c:layout>
              <c:tx>
                <c:rich>
                  <a:bodyPr rot="0" spcFirstLastPara="1" vertOverflow="ellipsis" vert="horz" wrap="square" lIns="38100" tIns="19050" rIns="38100" bIns="19050" anchor="ctr" anchorCtr="1">
                    <a:spAutoFit/>
                  </a:bodyPr>
                  <a:lstStyle/>
                  <a:p>
                    <a:pPr>
                      <a:defRPr sz="1200" b="0" i="0" u="none" strike="noStrike" kern="1200" baseline="0">
                        <a:solidFill>
                          <a:schemeClr val="tx2"/>
                        </a:solidFill>
                        <a:latin typeface="+mn-lt"/>
                        <a:ea typeface="+mn-ea"/>
                        <a:cs typeface="+mn-cs"/>
                      </a:defRPr>
                    </a:pPr>
                    <a:r>
                      <a:rPr lang="en-US" b="0"/>
                      <a:t>Q1</a:t>
                    </a:r>
                    <a:br>
                      <a:rPr lang="en-US" b="0"/>
                    </a:br>
                    <a:fld id="{F2417AEB-42D8-4E4F-81C5-AB9FB8298A70}" type="VALUE">
                      <a:rPr lang="en-US" b="0" smtClean="0"/>
                      <a:pPr>
                        <a:defRPr sz="1200" b="0" i="0" u="none" strike="noStrike" kern="1200" baseline="0">
                          <a:solidFill>
                            <a:schemeClr val="tx2"/>
                          </a:solidFill>
                          <a:latin typeface="+mn-lt"/>
                          <a:ea typeface="+mn-ea"/>
                          <a:cs typeface="+mn-cs"/>
                        </a:defRPr>
                      </a:pPr>
                      <a:t>[VALUE]</a:t>
                    </a:fld>
                    <a:endParaRPr lang="en-US" b="0"/>
                  </a:p>
                </c:rich>
              </c:tx>
              <c:spPr>
                <a:noFill/>
                <a:ln>
                  <a:noFill/>
                </a:ln>
                <a:effectLst/>
              </c:spPr>
              <c:dLblPos val="bestFit"/>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027A-4F82-BE6B-AFEED95778A9}"/>
                </c:ext>
              </c:extLst>
            </c:dLbl>
            <c:dLbl>
              <c:idx val="1"/>
              <c:layout>
                <c:manualLayout>
                  <c:x val="7.3971346878438284E-3"/>
                  <c:y val="0"/>
                </c:manualLayout>
              </c:layout>
              <c:tx>
                <c:rich>
                  <a:bodyPr rot="0" spcFirstLastPara="1" vertOverflow="ellipsis" vert="horz" wrap="square" lIns="38100" tIns="19050" rIns="38100" bIns="19050" anchor="ctr" anchorCtr="1">
                    <a:spAutoFit/>
                  </a:bodyPr>
                  <a:lstStyle/>
                  <a:p>
                    <a:pPr>
                      <a:defRPr sz="1200" b="0" i="0" u="none" strike="noStrike" kern="1200" baseline="0">
                        <a:solidFill>
                          <a:schemeClr val="tx2"/>
                        </a:solidFill>
                        <a:latin typeface="+mn-lt"/>
                        <a:ea typeface="+mn-ea"/>
                        <a:cs typeface="+mn-cs"/>
                      </a:defRPr>
                    </a:pPr>
                    <a:r>
                      <a:rPr lang="en-US" b="0"/>
                      <a:t>Q2</a:t>
                    </a:r>
                    <a:br>
                      <a:rPr lang="en-US" b="0"/>
                    </a:br>
                    <a:fld id="{676EB159-1DFC-4AB6-BF74-5F10B86B65E6}" type="VALUE">
                      <a:rPr lang="en-US" b="0" smtClean="0"/>
                      <a:pPr>
                        <a:defRPr sz="1200" b="0" i="0" u="none" strike="noStrike" kern="1200" baseline="0">
                          <a:solidFill>
                            <a:schemeClr val="tx2"/>
                          </a:solidFill>
                          <a:latin typeface="+mn-lt"/>
                          <a:ea typeface="+mn-ea"/>
                          <a:cs typeface="+mn-cs"/>
                        </a:defRPr>
                      </a:pPr>
                      <a:t>[VALUE]</a:t>
                    </a:fld>
                    <a:endParaRPr lang="en-US" b="0"/>
                  </a:p>
                </c:rich>
              </c:tx>
              <c:spPr>
                <a:noFill/>
                <a:ln>
                  <a:noFill/>
                </a:ln>
                <a:effectLst/>
              </c:spPr>
              <c:dLblPos val="bestFit"/>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027A-4F82-BE6B-AFEED95778A9}"/>
                </c:ext>
              </c:extLst>
            </c:dLbl>
            <c:dLbl>
              <c:idx val="2"/>
              <c:layout>
                <c:manualLayout>
                  <c:x val="-1.0950490527467139E-17"/>
                  <c:y val="3.2916520335022792E-2"/>
                </c:manualLayout>
              </c:layout>
              <c:tx>
                <c:rich>
                  <a:bodyPr rot="0" spcFirstLastPara="1" vertOverflow="ellipsis" vert="horz" wrap="square" lIns="38100" tIns="19050" rIns="38100" bIns="19050" anchor="ctr" anchorCtr="1">
                    <a:spAutoFit/>
                  </a:bodyPr>
                  <a:lstStyle/>
                  <a:p>
                    <a:pPr>
                      <a:defRPr sz="1200" b="0" i="0" u="none" strike="noStrike" kern="1200" baseline="0">
                        <a:solidFill>
                          <a:schemeClr val="tx2"/>
                        </a:solidFill>
                        <a:latin typeface="+mn-lt"/>
                        <a:ea typeface="+mn-ea"/>
                        <a:cs typeface="+mn-cs"/>
                      </a:defRPr>
                    </a:pPr>
                    <a:r>
                      <a:rPr lang="en-US" b="0"/>
                      <a:t>Q3</a:t>
                    </a:r>
                    <a:br>
                      <a:rPr lang="en-US" b="0"/>
                    </a:br>
                    <a:fld id="{602B0546-865F-4B41-B312-785CC6EC3481}" type="VALUE">
                      <a:rPr lang="en-US" b="0" smtClean="0"/>
                      <a:pPr>
                        <a:defRPr sz="1200" b="0" i="0" u="none" strike="noStrike" kern="1200" baseline="0">
                          <a:solidFill>
                            <a:schemeClr val="tx2"/>
                          </a:solidFill>
                          <a:latin typeface="+mn-lt"/>
                          <a:ea typeface="+mn-ea"/>
                          <a:cs typeface="+mn-cs"/>
                        </a:defRPr>
                      </a:pPr>
                      <a:t>[VALUE]</a:t>
                    </a:fld>
                    <a:endParaRPr lang="en-US" b="0"/>
                  </a:p>
                </c:rich>
              </c:tx>
              <c:spPr>
                <a:noFill/>
                <a:ln>
                  <a:noFill/>
                </a:ln>
                <a:effectLst/>
              </c:spPr>
              <c:dLblPos val="bestFit"/>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027A-4F82-BE6B-AFEED95778A9}"/>
                </c:ext>
              </c:extLst>
            </c:dLbl>
            <c:dLbl>
              <c:idx val="3"/>
              <c:layout>
                <c:manualLayout>
                  <c:x val="1.841973905005647E-2"/>
                  <c:y val="7.8158383068358487E-3"/>
                </c:manualLayout>
              </c:layout>
              <c:tx>
                <c:rich>
                  <a:bodyPr rot="0" spcFirstLastPara="1" vertOverflow="ellipsis" vert="horz" wrap="square" lIns="38100" tIns="19050" rIns="38100" bIns="19050" anchor="ctr" anchorCtr="1">
                    <a:spAutoFit/>
                  </a:bodyPr>
                  <a:lstStyle/>
                  <a:p>
                    <a:pPr>
                      <a:defRPr sz="1200" b="0" i="0" u="none" strike="noStrike" kern="1200" baseline="0">
                        <a:solidFill>
                          <a:schemeClr val="tx2"/>
                        </a:solidFill>
                        <a:latin typeface="+mn-lt"/>
                        <a:ea typeface="+mn-ea"/>
                        <a:cs typeface="+mn-cs"/>
                      </a:defRPr>
                    </a:pPr>
                    <a:r>
                      <a:rPr lang="en-US" b="0"/>
                      <a:t>Q4</a:t>
                    </a:r>
                    <a:br>
                      <a:rPr lang="en-US" b="0"/>
                    </a:br>
                    <a:fld id="{5DB5EFE9-99CB-4B64-A180-AC9F7146421E}" type="VALUE">
                      <a:rPr lang="en-US" b="0" smtClean="0"/>
                      <a:pPr>
                        <a:defRPr sz="1200" b="0" i="0" u="none" strike="noStrike" kern="1200" baseline="0">
                          <a:solidFill>
                            <a:schemeClr val="tx2"/>
                          </a:solidFill>
                          <a:latin typeface="+mn-lt"/>
                          <a:ea typeface="+mn-ea"/>
                          <a:cs typeface="+mn-cs"/>
                        </a:defRPr>
                      </a:pPr>
                      <a:t>[VALUE]</a:t>
                    </a:fld>
                    <a:endParaRPr lang="en-US" b="0"/>
                  </a:p>
                </c:rich>
              </c:tx>
              <c:spPr>
                <a:noFill/>
                <a:ln>
                  <a:noFill/>
                </a:ln>
                <a:effectLst/>
              </c:spPr>
              <c:dLblPos val="bestFit"/>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7-027A-4F82-BE6B-AFEED95778A9}"/>
                </c:ext>
              </c:extLst>
            </c:dLbl>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tx2"/>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extLst>
          </c:dLbls>
          <c:cat>
            <c:strRef>
              <c:f>Sheet1!$A$2:$A$5</c:f>
              <c:strCache>
                <c:ptCount val="4"/>
                <c:pt idx="0">
                  <c:v>1st Qtr</c:v>
                </c:pt>
                <c:pt idx="1">
                  <c:v>2nd Qtr</c:v>
                </c:pt>
                <c:pt idx="2">
                  <c:v>3rd Qtr</c:v>
                </c:pt>
                <c:pt idx="3">
                  <c:v>4th Qtr</c:v>
                </c:pt>
              </c:strCache>
            </c:strRef>
          </c:cat>
          <c:val>
            <c:numRef>
              <c:f>Sheet1!$B$2:$B$5</c:f>
              <c:numCache>
                <c:formatCode>0%</c:formatCode>
                <c:ptCount val="4"/>
                <c:pt idx="0">
                  <c:v>0.59</c:v>
                </c:pt>
                <c:pt idx="1">
                  <c:v>0.23</c:v>
                </c:pt>
                <c:pt idx="2">
                  <c:v>0.1</c:v>
                </c:pt>
                <c:pt idx="3">
                  <c:v>0.08</c:v>
                </c:pt>
              </c:numCache>
            </c:numRef>
          </c:val>
          <c:extLst>
            <c:ext xmlns:c16="http://schemas.microsoft.com/office/drawing/2014/chart" uri="{C3380CC4-5D6E-409C-BE32-E72D297353CC}">
              <c16:uniqueId val="{0000001E-027A-4F82-BE6B-AFEED95778A9}"/>
            </c:ext>
          </c:extLst>
        </c:ser>
        <c:dLbls>
          <c:showLegendKey val="0"/>
          <c:showVal val="0"/>
          <c:showCatName val="0"/>
          <c:showSerName val="0"/>
          <c:showPercent val="0"/>
          <c:showBubbleSize val="0"/>
          <c:showLeaderLines val="0"/>
        </c:dLbls>
        <c:firstSliceAng val="0"/>
      </c:pieChart>
      <c:spPr>
        <a:noFill/>
        <a:ln>
          <a:noFill/>
        </a:ln>
        <a:effectLst/>
      </c:spPr>
    </c:plotArea>
    <c:plotVisOnly val="1"/>
    <c:dispBlanksAs val="gap"/>
    <c:showDLblsOverMax val="0"/>
    <c:extLst/>
  </c:chart>
  <c:spPr>
    <a:noFill/>
    <a:ln>
      <a:noFill/>
    </a:ln>
    <a:effectLst/>
  </c:spPr>
  <c:txPr>
    <a:bodyPr/>
    <a:lstStyle/>
    <a:p>
      <a:pPr>
        <a:defRPr/>
      </a:pPr>
      <a:endParaRPr lang="en-US"/>
    </a:p>
  </c:txPr>
  <c:externalData r:id="rId2">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a:srgbClr val="487A10"/>
  <a:srgbClr val="61A515"/>
  <a:srgbClr val="CE430C"/>
  <a:srgbClr val="F4642A"/>
  <a:srgbClr val="0B315E"/>
  <a:srgbClr val="00585E"/>
  <a:srgbClr val="3F3F3F"/>
  <a:srgbClr val="2E4E0A"/>
  <a:srgbClr val="963108"/>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2"/>
    </cs:fontRef>
    <cs:defRPr sz="1330" kern="1200"/>
  </cs:axisTitle>
  <cs:categoryAxis>
    <cs:lnRef idx="0"/>
    <cs:fillRef idx="0"/>
    <cs:effectRef idx="0"/>
    <cs:fontRef idx="minor">
      <a:schemeClr val="tx2"/>
    </cs:fontRef>
    <cs:spPr>
      <a:ln w="9525" cap="flat" cmpd="sng" algn="ctr">
        <a:solidFill>
          <a:schemeClr val="tx1">
            <a:lumMod val="15000"/>
            <a:lumOff val="85000"/>
          </a:schemeClr>
        </a:solidFill>
        <a:round/>
      </a:ln>
    </cs:spPr>
    <cs:defRPr sz="12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bg1"/>
    </cs:fontRef>
    <cs:defRPr sz="1200" b="1" kern="1200"/>
  </cs:dataLabel>
  <cs:dataLabelCallout>
    <cs:lnRef idx="0"/>
    <cs:fillRef idx="0"/>
    <cs:effectRef idx="0"/>
    <cs:fontRef idx="minor">
      <a:schemeClr val="dk2"/>
    </cs:fontRef>
    <cs:spPr>
      <a:solidFill>
        <a:schemeClr val="lt1"/>
      </a:solidFill>
      <a:ln>
        <a:solidFill>
          <a:schemeClr val="dk1">
            <a:lumMod val="25000"/>
            <a:lumOff val="75000"/>
          </a:schemeClr>
        </a:solidFill>
      </a:ln>
    </cs:spPr>
    <cs:defRPr sz="12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bg1"/>
    </cs:fontRef>
    <cs:spPr>
      <a:ln w="0" cap="flat" cmpd="sng" algn="ctr">
        <a:noFill/>
        <a:round/>
      </a:ln>
    </cs:spPr>
  </cs:dataPoint>
  <cs:dataPoint3D>
    <cs:lnRef idx="0"/>
    <cs:fillRef idx="1">
      <cs:styleClr val="auto"/>
    </cs:fillRef>
    <cs:effectRef idx="0"/>
    <cs:fontRef idx="minor">
      <a:schemeClr val="tx2"/>
    </cs:fontRef>
  </cs:dataPoint3D>
  <cs:dataPointLine>
    <cs:lnRef idx="0">
      <cs:styleClr val="auto"/>
    </cs:lnRef>
    <cs:fillRef idx="1"/>
    <cs:effectRef idx="0"/>
    <cs:fontRef idx="minor">
      <a:schemeClr val="tx2"/>
    </cs:fontRef>
    <cs:spPr>
      <a:ln w="28575" cap="rnd">
        <a:solidFill>
          <a:schemeClr val="phClr"/>
        </a:solidFill>
        <a:round/>
      </a:ln>
    </cs:spPr>
  </cs:dataPointLine>
  <cs:dataPointMarker>
    <cs:lnRef idx="0">
      <cs:styleClr val="auto"/>
    </cs:lnRef>
    <cs:fillRef idx="1">
      <cs:styleClr val="auto"/>
    </cs:fillRef>
    <cs:effectRef idx="0"/>
    <cs:fontRef idx="minor">
      <a:schemeClr val="tx2"/>
    </cs:fontRef>
    <cs:spPr>
      <a:ln w="9525">
        <a:solidFill>
          <a:schemeClr val="phClr"/>
        </a:solidFill>
      </a:ln>
    </cs:spPr>
  </cs:dataPointMarker>
  <cs:dataPointMarkerLayout symbol="circle" size="5"/>
  <cs:dataPointWireframe>
    <cs:lnRef idx="0">
      <cs:styleClr val="auto"/>
    </cs:lnRef>
    <cs:fillRef idx="1"/>
    <cs:effectRef idx="0"/>
    <cs:fontRef idx="minor">
      <a:schemeClr val="tx2"/>
    </cs:fontRef>
    <cs:spPr>
      <a:ln w="9525" cap="rnd">
        <a:solidFill>
          <a:schemeClr val="phClr"/>
        </a:solidFill>
        <a:round/>
      </a:ln>
    </cs:spPr>
  </cs:dataPointWireframe>
  <cs:dataTable>
    <cs:lnRef idx="0"/>
    <cs:fillRef idx="0"/>
    <cs:effectRef idx="0"/>
    <cs:fontRef idx="minor">
      <a:schemeClr val="tx2"/>
    </cs:fontRef>
    <cs:spPr>
      <a:noFill/>
      <a:ln w="9525" cap="flat" cmpd="sng" algn="ctr">
        <a:solidFill>
          <a:schemeClr val="tx1">
            <a:lumMod val="15000"/>
            <a:lumOff val="85000"/>
          </a:schemeClr>
        </a:solidFill>
        <a:round/>
      </a:ln>
    </cs:spPr>
    <cs:defRPr sz="1200" kern="1200"/>
  </cs:dataTable>
  <cs:downBar>
    <cs:lnRef idx="0"/>
    <cs:fillRef idx="0"/>
    <cs:effectRef idx="0"/>
    <cs:fontRef idx="minor">
      <a:schemeClr val="dk1"/>
    </cs:fontRef>
    <cs:spPr>
      <a:solidFill>
        <a:schemeClr val="dk2"/>
      </a:solidFill>
      <a:ln w="9525">
        <a:solidFill>
          <a:schemeClr val="tx2"/>
        </a:solidFill>
      </a:ln>
    </cs:spPr>
  </cs:downBar>
  <cs:dropLine>
    <cs:lnRef idx="0"/>
    <cs:fillRef idx="0"/>
    <cs:effectRef idx="0"/>
    <cs:fontRef idx="minor">
      <a:schemeClr val="tx2"/>
    </cs:fontRef>
    <cs:spPr>
      <a:ln w="9525" cap="flat" cmpd="sng" algn="ctr">
        <a:solidFill>
          <a:schemeClr val="tx1">
            <a:lumMod val="35000"/>
            <a:lumOff val="65000"/>
          </a:schemeClr>
        </a:solidFill>
        <a:round/>
      </a:ln>
    </cs:spPr>
  </cs:dropLine>
  <cs:errorBar>
    <cs:lnRef idx="0"/>
    <cs:fillRef idx="0"/>
    <cs:effectRef idx="0"/>
    <cs:fontRef idx="minor">
      <a:schemeClr val="tx2"/>
    </cs:fontRef>
    <cs:spPr>
      <a:ln w="9525" cap="flat" cmpd="sng" algn="ctr">
        <a:solidFill>
          <a:schemeClr val="tx2"/>
        </a:solidFill>
        <a:round/>
      </a:ln>
    </cs:spPr>
  </cs:errorBar>
  <cs:floor>
    <cs:lnRef idx="0"/>
    <cs:fillRef idx="0"/>
    <cs:effectRef idx="0"/>
    <cs:fontRef idx="minor">
      <a:schemeClr val="tx2"/>
    </cs:fontRef>
    <cs:spPr>
      <a:noFill/>
      <a:ln>
        <a:noFill/>
      </a:ln>
    </cs:spPr>
  </cs:floor>
  <cs:gridlineMajor>
    <cs:lnRef idx="0"/>
    <cs:fillRef idx="0"/>
    <cs:effectRef idx="0"/>
    <cs:fontRef idx="minor">
      <a:schemeClr val="tx2"/>
    </cs:fontRef>
    <cs:spPr>
      <a:ln w="9525" cap="flat" cmpd="sng" algn="ctr">
        <a:solidFill>
          <a:schemeClr val="tx1">
            <a:lumMod val="15000"/>
            <a:lumOff val="85000"/>
          </a:schemeClr>
        </a:solidFill>
        <a:round/>
      </a:ln>
    </cs:spPr>
  </cs:gridlineMajor>
  <cs:gridlineMinor>
    <cs:lnRef idx="0"/>
    <cs:fillRef idx="0"/>
    <cs:effectRef idx="0"/>
    <cs:fontRef idx="minor">
      <a:schemeClr val="tx2"/>
    </cs:fontRef>
    <cs:spPr>
      <a:ln w="9525" cap="flat" cmpd="sng" algn="ctr">
        <a:solidFill>
          <a:schemeClr val="tx1">
            <a:lumMod val="5000"/>
            <a:lumOff val="95000"/>
          </a:schemeClr>
        </a:solidFill>
        <a:round/>
      </a:ln>
    </cs:spPr>
  </cs:gridlineMinor>
  <cs:hiLoLine>
    <cs:lnRef idx="0"/>
    <cs:fillRef idx="0"/>
    <cs:effectRef idx="0"/>
    <cs:fontRef idx="minor">
      <a:schemeClr val="tx2"/>
    </cs:fontRef>
    <cs:spPr>
      <a:ln w="9525" cap="flat" cmpd="sng" algn="ctr">
        <a:solidFill>
          <a:schemeClr val="tx1">
            <a:lumMod val="75000"/>
            <a:lumOff val="25000"/>
          </a:schemeClr>
        </a:solidFill>
        <a:round/>
      </a:ln>
    </cs:spPr>
  </cs:hiLoLine>
  <cs:leaderLine>
    <cs:lnRef idx="0"/>
    <cs:fillRef idx="0"/>
    <cs:effectRef idx="0"/>
    <cs:fontRef idx="minor">
      <a:schemeClr val="tx2"/>
    </cs:fontRef>
    <cs:spPr>
      <a:ln w="9525" cap="flat" cmpd="sng" algn="ctr">
        <a:solidFill>
          <a:schemeClr val="tx1">
            <a:lumMod val="35000"/>
            <a:lumOff val="65000"/>
          </a:schemeClr>
        </a:solidFill>
        <a:round/>
      </a:ln>
    </cs:spPr>
  </cs:leaderLine>
  <cs:legend>
    <cs:lnRef idx="0"/>
    <cs:fillRef idx="0"/>
    <cs:effectRef idx="0"/>
    <cs:fontRef idx="minor">
      <a:schemeClr val="tx2"/>
    </cs:fontRef>
    <cs:defRPr sz="1200" kern="1200"/>
  </cs:legend>
  <cs:plotArea mods="allowNoFillOverride allowNoLineOverride">
    <cs:lnRef idx="0"/>
    <cs:fillRef idx="0"/>
    <cs:effectRef idx="0"/>
    <cs:fontRef idx="minor">
      <a:schemeClr val="tx2"/>
    </cs:fontRef>
  </cs:plotArea>
  <cs:plotArea3D mods="allowNoFillOverride allowNoLineOverride">
    <cs:lnRef idx="0"/>
    <cs:fillRef idx="0"/>
    <cs:effectRef idx="0"/>
    <cs:fontRef idx="minor">
      <a:schemeClr val="tx2"/>
    </cs:fontRef>
  </cs:plotArea3D>
  <cs:seriesAxis>
    <cs:lnRef idx="0"/>
    <cs:fillRef idx="0"/>
    <cs:effectRef idx="0"/>
    <cs:fontRef idx="minor">
      <a:schemeClr val="tx2"/>
    </cs:fontRef>
    <cs:defRPr sz="1200" kern="1200"/>
  </cs:seriesAxis>
  <cs:seriesLine>
    <cs:lnRef idx="0"/>
    <cs:fillRef idx="0"/>
    <cs:effectRef idx="0"/>
    <cs:fontRef idx="minor">
      <a:schemeClr val="tx2"/>
    </cs:fontRef>
    <cs:spPr>
      <a:ln w="9525" cap="flat" cmpd="sng" algn="ctr">
        <a:solidFill>
          <a:schemeClr val="tx1">
            <a:lumMod val="35000"/>
            <a:lumOff val="65000"/>
          </a:schemeClr>
        </a:solidFill>
        <a:round/>
      </a:ln>
    </cs:spPr>
  </cs:seriesLine>
  <cs:title>
    <cs:lnRef idx="0"/>
    <cs:fillRef idx="0"/>
    <cs:effectRef idx="0"/>
    <cs:fontRef idx="minor">
      <a:schemeClr val="tx2"/>
    </cs:fontRef>
    <cs:defRPr sz="1862" b="0" kern="1200" spc="0" baseline="0"/>
  </cs:title>
  <cs:trendline>
    <cs:lnRef idx="0">
      <cs:styleClr val="auto"/>
    </cs:lnRef>
    <cs:fillRef idx="0"/>
    <cs:effectRef idx="0"/>
    <cs:fontRef idx="minor">
      <a:schemeClr val="tx2"/>
    </cs:fontRef>
    <cs:spPr>
      <a:ln w="19050" cap="rnd">
        <a:solidFill>
          <a:schemeClr val="phClr"/>
        </a:solidFill>
        <a:prstDash val="sysDot"/>
      </a:ln>
    </cs:spPr>
  </cs:trendline>
  <cs:trendlineLabel>
    <cs:lnRef idx="0"/>
    <cs:fillRef idx="0"/>
    <cs:effectRef idx="0"/>
    <cs:fontRef idx="minor">
      <a:schemeClr val="tx2"/>
    </cs:fontRef>
    <cs:defRPr sz="12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1200" kern="1200"/>
  </cs:valueAxis>
  <cs:wall>
    <cs:lnRef idx="0"/>
    <cs:fillRef idx="0"/>
    <cs:effectRef idx="0"/>
    <cs:fontRef idx="minor">
      <a:schemeClr val="tx2"/>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en-US" sz="1000">
              <a:cs typeface="Arial" panose="020B0604020202020204" pitchFamily="34" charset="0"/>
            </a:endParaRPr>
          </a:p>
        </p:txBody>
      </p:sp>
      <p:sp>
        <p:nvSpPr>
          <p:cNvPr id="3" name="Date Placeholder 2"/>
          <p:cNvSpPr>
            <a:spLocks noGrp="1"/>
          </p:cNvSpPr>
          <p:nvPr>
            <p:ph type="dt" sz="quarter" idx="1"/>
          </p:nvPr>
        </p:nvSpPr>
        <p:spPr>
          <a:xfrm>
            <a:off x="5180013" y="0"/>
            <a:ext cx="3962400" cy="342900"/>
          </a:xfrm>
          <a:prstGeom prst="rect">
            <a:avLst/>
          </a:prstGeom>
        </p:spPr>
        <p:txBody>
          <a:bodyPr vert="horz" lIns="91440" tIns="45720" rIns="91440" bIns="45720" rtlCol="0"/>
          <a:lstStyle>
            <a:lvl1pPr algn="r">
              <a:defRPr sz="1200"/>
            </a:lvl1pPr>
          </a:lstStyle>
          <a:p>
            <a:fld id="{82541AEF-3112-6549-914A-E0D9B60F40EA}" type="datetimeFigureOut">
              <a:rPr lang="en-US" sz="1000" smtClean="0">
                <a:cs typeface="Arial" panose="020B0604020202020204" pitchFamily="34" charset="0"/>
              </a:rPr>
              <a:t>5/18/2026</a:t>
            </a:fld>
            <a:endParaRPr lang="en-US" sz="1000">
              <a:cs typeface="Arial" panose="020B0604020202020204" pitchFamily="34" charset="0"/>
            </a:endParaRPr>
          </a:p>
        </p:txBody>
      </p:sp>
      <p:sp>
        <p:nvSpPr>
          <p:cNvPr id="4" name="Footer Placeholder 3"/>
          <p:cNvSpPr>
            <a:spLocks noGrp="1"/>
          </p:cNvSpPr>
          <p:nvPr>
            <p:ph type="ftr" sz="quarter" idx="2"/>
          </p:nvPr>
        </p:nvSpPr>
        <p:spPr>
          <a:xfrm>
            <a:off x="0" y="6513513"/>
            <a:ext cx="3962400" cy="342900"/>
          </a:xfrm>
          <a:prstGeom prst="rect">
            <a:avLst/>
          </a:prstGeom>
        </p:spPr>
        <p:txBody>
          <a:bodyPr vert="horz" lIns="91440" tIns="45720" rIns="91440" bIns="45720" rtlCol="0" anchor="b"/>
          <a:lstStyle>
            <a:lvl1pPr algn="l">
              <a:defRPr sz="1200"/>
            </a:lvl1pPr>
          </a:lstStyle>
          <a:p>
            <a:endParaRPr lang="en-US" sz="1000">
              <a:cs typeface="Arial" panose="020B0604020202020204" pitchFamily="34" charset="0"/>
            </a:endParaRPr>
          </a:p>
        </p:txBody>
      </p:sp>
      <p:sp>
        <p:nvSpPr>
          <p:cNvPr id="5" name="Slide Number Placeholder 4"/>
          <p:cNvSpPr>
            <a:spLocks noGrp="1"/>
          </p:cNvSpPr>
          <p:nvPr>
            <p:ph type="sldNum" sz="quarter" idx="3"/>
          </p:nvPr>
        </p:nvSpPr>
        <p:spPr>
          <a:xfrm>
            <a:off x="5180013" y="6513513"/>
            <a:ext cx="3962400" cy="342900"/>
          </a:xfrm>
          <a:prstGeom prst="rect">
            <a:avLst/>
          </a:prstGeom>
        </p:spPr>
        <p:txBody>
          <a:bodyPr vert="horz" lIns="91440" tIns="45720" rIns="91440" bIns="45720" rtlCol="0" anchor="b"/>
          <a:lstStyle>
            <a:lvl1pPr algn="r">
              <a:defRPr sz="1200"/>
            </a:lvl1pPr>
          </a:lstStyle>
          <a:p>
            <a:fld id="{BF293638-C25A-9844-8D5B-B0309EC5F961}" type="slidenum">
              <a:rPr lang="en-US" sz="1000" smtClean="0">
                <a:cs typeface="Arial" panose="020B0604020202020204" pitchFamily="34" charset="0"/>
              </a:rPr>
              <a:t>‹#›</a:t>
            </a:fld>
            <a:endParaRPr lang="en-US" sz="1000">
              <a:cs typeface="Arial" panose="020B0604020202020204" pitchFamily="34" charset="0"/>
            </a:endParaRPr>
          </a:p>
        </p:txBody>
      </p:sp>
    </p:spTree>
    <p:extLst>
      <p:ext uri="{BB962C8B-B14F-4D97-AF65-F5344CB8AC3E}">
        <p14:creationId xmlns:p14="http://schemas.microsoft.com/office/powerpoint/2010/main" val="34768346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000">
                <a:solidFill>
                  <a:schemeClr val="tx2"/>
                </a:solidFill>
                <a:latin typeface="+mn-lt"/>
                <a:cs typeface="Arial" panose="020B0604020202020204" pitchFamily="34" charset="0"/>
              </a:defRPr>
            </a:lvl1pPr>
          </a:lstStyle>
          <a:p>
            <a:endParaRPr lang="en-US"/>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000">
                <a:solidFill>
                  <a:schemeClr val="tx2"/>
                </a:solidFill>
                <a:latin typeface="+mn-lt"/>
                <a:cs typeface="Arial" panose="020B0604020202020204" pitchFamily="34" charset="0"/>
              </a:defRPr>
            </a:lvl1pPr>
          </a:lstStyle>
          <a:p>
            <a:fld id="{EC2C7003-A6A9-A249-88AD-8CFDA7DED64B}" type="datetimeFigureOut">
              <a:rPr lang="en-US" smtClean="0"/>
              <a:pPr/>
              <a:t>5/18/2026</a:t>
            </a:fld>
            <a:endParaRPr lang="en-US"/>
          </a:p>
        </p:txBody>
      </p:sp>
      <p:sp>
        <p:nvSpPr>
          <p:cNvPr id="4" name="Slide Image Placeholder 3"/>
          <p:cNvSpPr>
            <a:spLocks noGrp="1" noRot="1" noChangeAspect="1"/>
          </p:cNvSpPr>
          <p:nvPr>
            <p:ph type="sldImg" idx="2"/>
          </p:nvPr>
        </p:nvSpPr>
        <p:spPr>
          <a:xfrm>
            <a:off x="2286000" y="514350"/>
            <a:ext cx="4572000" cy="2571750"/>
          </a:xfrm>
          <a:prstGeom prst="rect">
            <a:avLst/>
          </a:prstGeom>
          <a:noFill/>
          <a:ln w="12700">
            <a:solidFill>
              <a:schemeClr val="accent6"/>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257550"/>
            <a:ext cx="7315200" cy="30861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3962400" cy="342900"/>
          </a:xfrm>
          <a:prstGeom prst="rect">
            <a:avLst/>
          </a:prstGeom>
        </p:spPr>
        <p:txBody>
          <a:bodyPr vert="horz" lIns="91440" tIns="45720" rIns="91440" bIns="45720" rtlCol="0" anchor="b"/>
          <a:lstStyle>
            <a:lvl1pPr algn="l">
              <a:defRPr sz="1000">
                <a:solidFill>
                  <a:schemeClr val="tx2"/>
                </a:solidFill>
                <a:latin typeface="+mn-lt"/>
                <a:cs typeface="Arial" panose="020B0604020202020204" pitchFamily="34" charset="0"/>
              </a:defRPr>
            </a:lvl1pPr>
          </a:lstStyle>
          <a:p>
            <a:endParaRPr lang="en-US"/>
          </a:p>
        </p:txBody>
      </p:sp>
      <p:sp>
        <p:nvSpPr>
          <p:cNvPr id="7" name="Slide Number Placeholder 6"/>
          <p:cNvSpPr>
            <a:spLocks noGrp="1"/>
          </p:cNvSpPr>
          <p:nvPr>
            <p:ph type="sldNum" sz="quarter" idx="5"/>
          </p:nvPr>
        </p:nvSpPr>
        <p:spPr>
          <a:xfrm>
            <a:off x="5180013" y="6513513"/>
            <a:ext cx="3962400" cy="342900"/>
          </a:xfrm>
          <a:prstGeom prst="rect">
            <a:avLst/>
          </a:prstGeom>
        </p:spPr>
        <p:txBody>
          <a:bodyPr vert="horz" lIns="91440" tIns="45720" rIns="91440" bIns="45720" rtlCol="0" anchor="b"/>
          <a:lstStyle>
            <a:lvl1pPr algn="r">
              <a:defRPr sz="1000">
                <a:solidFill>
                  <a:schemeClr val="tx2"/>
                </a:solidFill>
                <a:latin typeface="+mn-lt"/>
                <a:cs typeface="Arial" panose="020B0604020202020204" pitchFamily="34" charset="0"/>
              </a:defRPr>
            </a:lvl1pPr>
          </a:lstStyle>
          <a:p>
            <a:fld id="{50AD15A5-6128-B84F-818D-8AA5BDD9AF9D}" type="slidenum">
              <a:rPr lang="en-US" smtClean="0"/>
              <a:pPr/>
              <a:t>‹#›</a:t>
            </a:fld>
            <a:endParaRPr lang="en-US"/>
          </a:p>
        </p:txBody>
      </p:sp>
    </p:spTree>
    <p:extLst>
      <p:ext uri="{BB962C8B-B14F-4D97-AF65-F5344CB8AC3E}">
        <p14:creationId xmlns:p14="http://schemas.microsoft.com/office/powerpoint/2010/main" val="3526269920"/>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2"/>
        </a:solidFill>
        <a:latin typeface="+mn-lt"/>
        <a:ea typeface="+mn-ea"/>
        <a:cs typeface="Arial" panose="020B0604020202020204" pitchFamily="34" charset="0"/>
      </a:defRPr>
    </a:lvl1pPr>
    <a:lvl2pPr marL="457200" algn="l" defTabSz="457200" rtl="0" eaLnBrk="1" latinLnBrk="0" hangingPunct="1">
      <a:defRPr sz="1200" kern="1200">
        <a:solidFill>
          <a:schemeClr val="tx2"/>
        </a:solidFill>
        <a:latin typeface="+mn-lt"/>
        <a:ea typeface="+mn-ea"/>
        <a:cs typeface="Arial" panose="020B0604020202020204" pitchFamily="34" charset="0"/>
      </a:defRPr>
    </a:lvl2pPr>
    <a:lvl3pPr marL="914400" algn="l" defTabSz="457200" rtl="0" eaLnBrk="1" latinLnBrk="0" hangingPunct="1">
      <a:defRPr sz="1200" kern="1200">
        <a:solidFill>
          <a:schemeClr val="tx2"/>
        </a:solidFill>
        <a:latin typeface="+mn-lt"/>
        <a:ea typeface="+mn-ea"/>
        <a:cs typeface="Arial" panose="020B0604020202020204" pitchFamily="34" charset="0"/>
      </a:defRPr>
    </a:lvl3pPr>
    <a:lvl4pPr marL="1371600" algn="l" defTabSz="457200" rtl="0" eaLnBrk="1" latinLnBrk="0" hangingPunct="1">
      <a:defRPr sz="1200" kern="1200">
        <a:solidFill>
          <a:schemeClr val="tx2"/>
        </a:solidFill>
        <a:latin typeface="+mn-lt"/>
        <a:ea typeface="+mn-ea"/>
        <a:cs typeface="Arial" panose="020B0604020202020204" pitchFamily="34" charset="0"/>
      </a:defRPr>
    </a:lvl4pPr>
    <a:lvl5pPr marL="1828800" algn="l" defTabSz="457200" rtl="0" eaLnBrk="1" latinLnBrk="0" hangingPunct="1">
      <a:defRPr sz="1200" kern="1200">
        <a:solidFill>
          <a:schemeClr val="tx2"/>
        </a:solidFill>
        <a:latin typeface="+mn-lt"/>
        <a:ea typeface="+mn-ea"/>
        <a:cs typeface="Arial" panose="020B0604020202020204" pitchFamily="34" charset="0"/>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4CDA80-42D2-663B-3E1F-D25334557F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E27B04-DB98-4607-1099-F0400E172E18}"/>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A73D54B8-D870-0332-AEB4-6A4450993ED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A00E6EC-2A0C-8588-735B-6C084F8CB16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DDDB93-A657-4CA3-B335-C2F5DC013CB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40786883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0AD15A5-6128-B84F-818D-8AA5BDD9AF9D}" type="slidenum">
              <a:rPr lang="en-US" smtClean="0"/>
              <a:pPr/>
              <a:t>35</a:t>
            </a:fld>
            <a:endParaRPr lang="en-US"/>
          </a:p>
        </p:txBody>
      </p:sp>
    </p:spTree>
    <p:extLst>
      <p:ext uri="{BB962C8B-B14F-4D97-AF65-F5344CB8AC3E}">
        <p14:creationId xmlns:p14="http://schemas.microsoft.com/office/powerpoint/2010/main" val="38574094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0AD15A5-6128-B84F-818D-8AA5BDD9AF9D}" type="slidenum">
              <a:rPr lang="en-US" smtClean="0"/>
              <a:pPr/>
              <a:t>42</a:t>
            </a:fld>
            <a:endParaRPr lang="en-US"/>
          </a:p>
        </p:txBody>
      </p:sp>
    </p:spTree>
    <p:extLst>
      <p:ext uri="{BB962C8B-B14F-4D97-AF65-F5344CB8AC3E}">
        <p14:creationId xmlns:p14="http://schemas.microsoft.com/office/powerpoint/2010/main" val="17370477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0AD15A5-6128-B84F-818D-8AA5BDD9AF9D}" type="slidenum">
              <a:rPr lang="en-US" smtClean="0"/>
              <a:pPr/>
              <a:t>49</a:t>
            </a:fld>
            <a:endParaRPr lang="en-US"/>
          </a:p>
        </p:txBody>
      </p:sp>
    </p:spTree>
    <p:extLst>
      <p:ext uri="{BB962C8B-B14F-4D97-AF65-F5344CB8AC3E}">
        <p14:creationId xmlns:p14="http://schemas.microsoft.com/office/powerpoint/2010/main" val="116050720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57786" y="2130386"/>
            <a:ext cx="4681728" cy="2011680"/>
          </a:xfrm>
        </p:spPr>
        <p:txBody>
          <a:bodyPr rIns="0" anchor="b" anchorCtr="0"/>
          <a:lstStyle>
            <a:lvl1pPr>
              <a:lnSpc>
                <a:spcPct val="90000"/>
              </a:lnSpc>
              <a:defRPr sz="4000">
                <a:solidFill>
                  <a:schemeClr val="tx2"/>
                </a:solidFill>
              </a:defRPr>
            </a:lvl1pPr>
          </a:lstStyle>
          <a:p>
            <a:r>
              <a:rPr lang="en-US"/>
              <a:t>Click to add title</a:t>
            </a:r>
          </a:p>
        </p:txBody>
      </p:sp>
      <p:sp>
        <p:nvSpPr>
          <p:cNvPr id="22" name="Text Placeholder 4"/>
          <p:cNvSpPr>
            <a:spLocks noGrp="1"/>
          </p:cNvSpPr>
          <p:nvPr>
            <p:ph type="body" sz="quarter" idx="16" hasCustomPrompt="1"/>
          </p:nvPr>
        </p:nvSpPr>
        <p:spPr>
          <a:xfrm>
            <a:off x="557784" y="4379002"/>
            <a:ext cx="3582017" cy="1262324"/>
          </a:xfrm>
        </p:spPr>
        <p:txBody>
          <a:bodyPr/>
          <a:lstStyle>
            <a:lvl1pPr>
              <a:defRPr sz="1500" b="1">
                <a:solidFill>
                  <a:schemeClr val="tx2"/>
                </a:solidFill>
                <a:latin typeface="+mn-lt"/>
              </a:defRPr>
            </a:lvl1pPr>
            <a:lvl2pPr marL="0" indent="0">
              <a:spcBef>
                <a:spcPts val="0"/>
              </a:spcBef>
              <a:spcAft>
                <a:spcPts val="2400"/>
              </a:spcAft>
              <a:buFontTx/>
              <a:buNone/>
              <a:defRPr sz="1300">
                <a:solidFill>
                  <a:schemeClr val="tx2"/>
                </a:solidFill>
                <a:latin typeface="+mn-lt"/>
              </a:defRPr>
            </a:lvl2pPr>
            <a:lvl3pPr marL="0" indent="0">
              <a:buFontTx/>
              <a:buNone/>
              <a:defRPr sz="1200">
                <a:solidFill>
                  <a:schemeClr val="tx2"/>
                </a:solidFill>
                <a:latin typeface="+mn-lt"/>
              </a:defRPr>
            </a:lvl3pPr>
            <a:lvl4pPr>
              <a:defRPr>
                <a:solidFill>
                  <a:schemeClr val="bg1"/>
                </a:solidFill>
              </a:defRPr>
            </a:lvl4pPr>
            <a:lvl5pPr>
              <a:defRPr>
                <a:solidFill>
                  <a:schemeClr val="bg1"/>
                </a:solidFill>
              </a:defRPr>
            </a:lvl5pPr>
          </a:lstStyle>
          <a:p>
            <a:pPr lvl="0"/>
            <a:r>
              <a:rPr lang="en-US"/>
              <a:t>Presenter name</a:t>
            </a:r>
          </a:p>
          <a:p>
            <a:pPr lvl="1"/>
            <a:r>
              <a:rPr lang="en-US"/>
              <a:t>Presenter title</a:t>
            </a:r>
          </a:p>
          <a:p>
            <a:pPr lvl="2"/>
            <a:r>
              <a:rPr lang="en-US"/>
              <a:t>Date</a:t>
            </a:r>
          </a:p>
        </p:txBody>
      </p:sp>
      <p:pic>
        <p:nvPicPr>
          <p:cNvPr id="12" name="Graphic 11" descr="CVS Health logo.">
            <a:extLst>
              <a:ext uri="{FF2B5EF4-FFF2-40B4-BE49-F238E27FC236}">
                <a16:creationId xmlns:a16="http://schemas.microsoft.com/office/drawing/2014/main" id="{EB139D66-8476-4A6C-8269-A32651B9DCA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57784" y="430701"/>
            <a:ext cx="2871788" cy="350455"/>
          </a:xfrm>
          <a:prstGeom prst="rect">
            <a:avLst/>
          </a:prstGeom>
        </p:spPr>
      </p:pic>
      <p:pic>
        <p:nvPicPr>
          <p:cNvPr id="21" name="Picture 20" descr="Red outline heart."/>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173561" y="1016178"/>
            <a:ext cx="5221110" cy="4340047"/>
          </a:xfrm>
          <a:prstGeom prst="rect">
            <a:avLst/>
          </a:prstGeom>
        </p:spPr>
      </p:pic>
    </p:spTree>
    <p:extLst>
      <p:ext uri="{BB962C8B-B14F-4D97-AF65-F5344CB8AC3E}">
        <p14:creationId xmlns:p14="http://schemas.microsoft.com/office/powerpoint/2010/main" val="22307873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2">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57786" y="2130386"/>
            <a:ext cx="4681728" cy="2011680"/>
          </a:xfrm>
        </p:spPr>
        <p:txBody>
          <a:bodyPr rIns="0" anchor="b" anchorCtr="0"/>
          <a:lstStyle>
            <a:lvl1pPr>
              <a:lnSpc>
                <a:spcPct val="90000"/>
              </a:lnSpc>
              <a:defRPr sz="4000">
                <a:solidFill>
                  <a:schemeClr val="tx2"/>
                </a:solidFill>
              </a:defRPr>
            </a:lvl1pPr>
          </a:lstStyle>
          <a:p>
            <a:r>
              <a:rPr lang="en-US"/>
              <a:t>Click to add title</a:t>
            </a:r>
          </a:p>
        </p:txBody>
      </p:sp>
      <p:sp>
        <p:nvSpPr>
          <p:cNvPr id="15" name="Text Placeholder 4"/>
          <p:cNvSpPr>
            <a:spLocks noGrp="1"/>
          </p:cNvSpPr>
          <p:nvPr>
            <p:ph type="body" sz="quarter" idx="16" hasCustomPrompt="1"/>
          </p:nvPr>
        </p:nvSpPr>
        <p:spPr>
          <a:xfrm>
            <a:off x="557784" y="4379002"/>
            <a:ext cx="3582017" cy="1262324"/>
          </a:xfrm>
        </p:spPr>
        <p:txBody>
          <a:bodyPr/>
          <a:lstStyle>
            <a:lvl1pPr>
              <a:defRPr lang="en-US" sz="1500" b="1" kern="1200" dirty="0">
                <a:solidFill>
                  <a:schemeClr val="tx2"/>
                </a:solidFill>
                <a:latin typeface="+mn-lt"/>
                <a:ea typeface="+mn-ea"/>
                <a:cs typeface="+mn-cs"/>
              </a:defRPr>
            </a:lvl1pPr>
            <a:lvl2pPr marL="0" indent="0">
              <a:spcBef>
                <a:spcPts val="0"/>
              </a:spcBef>
              <a:spcAft>
                <a:spcPts val="2400"/>
              </a:spcAft>
              <a:buFontTx/>
              <a:buNone/>
              <a:defRPr sz="1300">
                <a:solidFill>
                  <a:schemeClr val="tx2"/>
                </a:solidFill>
                <a:latin typeface="+mn-lt"/>
              </a:defRPr>
            </a:lvl2pPr>
            <a:lvl3pPr marL="0" indent="0">
              <a:buFontTx/>
              <a:buNone/>
              <a:defRPr sz="1200">
                <a:solidFill>
                  <a:schemeClr val="tx2"/>
                </a:solidFill>
                <a:latin typeface="+mn-lt"/>
              </a:defRPr>
            </a:lvl3pPr>
            <a:lvl4pPr>
              <a:defRPr>
                <a:solidFill>
                  <a:schemeClr val="bg1"/>
                </a:solidFill>
              </a:defRPr>
            </a:lvl4pPr>
            <a:lvl5pPr>
              <a:defRPr>
                <a:solidFill>
                  <a:schemeClr val="bg1"/>
                </a:solidFill>
              </a:defRPr>
            </a:lvl5pPr>
          </a:lstStyle>
          <a:p>
            <a:pPr marL="0" lvl="0" indent="0" algn="l" defTabSz="457200" rtl="0" eaLnBrk="1" latinLnBrk="0" hangingPunct="1">
              <a:lnSpc>
                <a:spcPct val="108000"/>
              </a:lnSpc>
              <a:spcBef>
                <a:spcPts val="1800"/>
              </a:spcBef>
              <a:buClrTx/>
              <a:buFont typeface="Arial"/>
              <a:buNone/>
            </a:pPr>
            <a:r>
              <a:rPr lang="en-US"/>
              <a:t>Presenter name</a:t>
            </a:r>
          </a:p>
          <a:p>
            <a:pPr lvl="1"/>
            <a:r>
              <a:rPr lang="en-US"/>
              <a:t>Presenter title</a:t>
            </a:r>
          </a:p>
          <a:p>
            <a:pPr lvl="2"/>
            <a:r>
              <a:rPr lang="en-US"/>
              <a:t>Date</a:t>
            </a:r>
          </a:p>
        </p:txBody>
      </p:sp>
      <p:pic>
        <p:nvPicPr>
          <p:cNvPr id="11" name="Graphic 10" descr="CVS Health logo.">
            <a:extLst>
              <a:ext uri="{FF2B5EF4-FFF2-40B4-BE49-F238E27FC236}">
                <a16:creationId xmlns:a16="http://schemas.microsoft.com/office/drawing/2014/main" id="{E2CF043F-8065-47E0-BB4A-3C892424CEC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57784" y="430701"/>
            <a:ext cx="2871788" cy="350455"/>
          </a:xfrm>
          <a:prstGeom prst="rect">
            <a:avLst/>
          </a:prstGeom>
        </p:spPr>
      </p:pic>
    </p:spTree>
    <p:extLst>
      <p:ext uri="{BB962C8B-B14F-4D97-AF65-F5344CB8AC3E}">
        <p14:creationId xmlns:p14="http://schemas.microsoft.com/office/powerpoint/2010/main" val="630707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3">
    <p:spTree>
      <p:nvGrpSpPr>
        <p:cNvPr id="1" name=""/>
        <p:cNvGrpSpPr/>
        <p:nvPr/>
      </p:nvGrpSpPr>
      <p:grpSpPr>
        <a:xfrm>
          <a:off x="0" y="0"/>
          <a:ext cx="0" cy="0"/>
          <a:chOff x="0" y="0"/>
          <a:chExt cx="0" cy="0"/>
        </a:xfrm>
      </p:grpSpPr>
      <p:sp>
        <p:nvSpPr>
          <p:cNvPr id="5" name="Picture Placeholder 6">
            <a:extLst>
              <a:ext uri="{FF2B5EF4-FFF2-40B4-BE49-F238E27FC236}">
                <a16:creationId xmlns:a16="http://schemas.microsoft.com/office/drawing/2014/main" id="{88F0CF77-4F25-43F9-BB7C-C01DDDDCDF08}"/>
              </a:ext>
            </a:extLst>
          </p:cNvPr>
          <p:cNvSpPr>
            <a:spLocks noGrp="1"/>
          </p:cNvSpPr>
          <p:nvPr>
            <p:ph type="pic" sz="quarter" idx="16" hasCustomPrompt="1"/>
          </p:nvPr>
        </p:nvSpPr>
        <p:spPr>
          <a:xfrm>
            <a:off x="0" y="0"/>
            <a:ext cx="12188825" cy="6858000"/>
          </a:xfrm>
          <a:prstGeom prst="rect">
            <a:avLst/>
          </a:prstGeom>
          <a:solidFill>
            <a:schemeClr val="bg1">
              <a:lumMod val="85000"/>
            </a:schemeClr>
          </a:solidFill>
        </p:spPr>
        <p:txBody>
          <a:bodyPr anchor="ctr"/>
          <a:lstStyle>
            <a:lvl1pPr marL="0" marR="0" indent="0" algn="ctr" defTabSz="457200" rtl="0" eaLnBrk="1" fontAlgn="auto" latinLnBrk="0" hangingPunct="1">
              <a:lnSpc>
                <a:spcPct val="100000"/>
              </a:lnSpc>
              <a:spcBef>
                <a:spcPts val="0"/>
              </a:spcBef>
              <a:spcAft>
                <a:spcPts val="0"/>
              </a:spcAft>
              <a:buClrTx/>
              <a:buSzTx/>
              <a:buFont typeface="Arial"/>
              <a:buNone/>
              <a:tabLst/>
              <a:defRPr>
                <a:solidFill>
                  <a:schemeClr val="accent6"/>
                </a:solidFill>
                <a:latin typeface="CVS Health Sans" panose="020B0504020202020204" pitchFamily="34" charset="0"/>
              </a:defRPr>
            </a:lvl1pPr>
          </a:lstStyle>
          <a:p>
            <a:r>
              <a:rPr lang="en-US"/>
              <a:t>BE SURE IMAGE IS </a:t>
            </a:r>
            <a:br>
              <a:rPr lang="en-US"/>
            </a:br>
            <a:r>
              <a:rPr lang="en-US"/>
              <a:t>DARK ENOUGH SO TYPE AND </a:t>
            </a:r>
            <a:br>
              <a:rPr lang="en-US"/>
            </a:br>
            <a:r>
              <a:rPr lang="en-US"/>
              <a:t>LOGO ARE READABLE</a:t>
            </a:r>
          </a:p>
          <a:p>
            <a:br>
              <a:rPr lang="en-US"/>
            </a:br>
            <a:r>
              <a:rPr lang="en-US"/>
              <a:t>Be sure to send image to </a:t>
            </a:r>
            <a:br>
              <a:rPr lang="en-US"/>
            </a:br>
            <a:r>
              <a:rPr lang="en-US"/>
              <a:t>back so logo sits on top of image</a:t>
            </a:r>
            <a:br>
              <a:rPr lang="en-US"/>
            </a:br>
            <a:br>
              <a:rPr lang="en-US"/>
            </a:br>
            <a:br>
              <a:rPr lang="en-US"/>
            </a:br>
            <a:br>
              <a:rPr lang="en-US"/>
            </a:br>
            <a:br>
              <a:rPr lang="en-US"/>
            </a:br>
            <a:br>
              <a:rPr lang="en-US"/>
            </a:br>
            <a:br>
              <a:rPr lang="en-US"/>
            </a:br>
            <a:br>
              <a:rPr lang="en-US"/>
            </a:br>
            <a:br>
              <a:rPr lang="en-US"/>
            </a:br>
            <a:endParaRPr lang="en-US"/>
          </a:p>
        </p:txBody>
      </p:sp>
      <p:sp>
        <p:nvSpPr>
          <p:cNvPr id="2" name="Title 1"/>
          <p:cNvSpPr>
            <a:spLocks noGrp="1"/>
          </p:cNvSpPr>
          <p:nvPr>
            <p:ph type="ctrTitle" hasCustomPrompt="1"/>
          </p:nvPr>
        </p:nvSpPr>
        <p:spPr>
          <a:xfrm>
            <a:off x="557786" y="2130386"/>
            <a:ext cx="4681728" cy="2011680"/>
          </a:xfrm>
        </p:spPr>
        <p:txBody>
          <a:bodyPr rIns="0" anchor="b" anchorCtr="0"/>
          <a:lstStyle>
            <a:lvl1pPr>
              <a:lnSpc>
                <a:spcPct val="90000"/>
              </a:lnSpc>
              <a:defRPr sz="4000">
                <a:solidFill>
                  <a:schemeClr val="bg1"/>
                </a:solidFill>
              </a:defRPr>
            </a:lvl1pPr>
          </a:lstStyle>
          <a:p>
            <a:r>
              <a:rPr lang="en-US"/>
              <a:t>Click to add title</a:t>
            </a:r>
          </a:p>
        </p:txBody>
      </p:sp>
      <p:sp>
        <p:nvSpPr>
          <p:cNvPr id="15" name="Text Placeholder 4"/>
          <p:cNvSpPr>
            <a:spLocks noGrp="1"/>
          </p:cNvSpPr>
          <p:nvPr>
            <p:ph type="body" sz="quarter" idx="17" hasCustomPrompt="1"/>
          </p:nvPr>
        </p:nvSpPr>
        <p:spPr>
          <a:xfrm>
            <a:off x="557784" y="4379002"/>
            <a:ext cx="3582017" cy="1262324"/>
          </a:xfrm>
        </p:spPr>
        <p:txBody>
          <a:bodyPr/>
          <a:lstStyle>
            <a:lvl1pPr>
              <a:defRPr sz="1500" b="1">
                <a:solidFill>
                  <a:schemeClr val="bg1"/>
                </a:solidFill>
                <a:latin typeface="+mn-lt"/>
              </a:defRPr>
            </a:lvl1pPr>
            <a:lvl2pPr marL="0" indent="0">
              <a:spcBef>
                <a:spcPts val="0"/>
              </a:spcBef>
              <a:spcAft>
                <a:spcPts val="2400"/>
              </a:spcAft>
              <a:buFontTx/>
              <a:buNone/>
              <a:defRPr sz="1300">
                <a:solidFill>
                  <a:schemeClr val="bg1"/>
                </a:solidFill>
                <a:latin typeface="+mn-lt"/>
              </a:defRPr>
            </a:lvl2pPr>
            <a:lvl3pPr marL="0" indent="0">
              <a:buFontTx/>
              <a:buNone/>
              <a:defRPr sz="1200">
                <a:solidFill>
                  <a:schemeClr val="bg1"/>
                </a:solidFill>
                <a:latin typeface="+mn-lt"/>
              </a:defRPr>
            </a:lvl3pPr>
            <a:lvl4pPr>
              <a:defRPr>
                <a:solidFill>
                  <a:schemeClr val="bg1"/>
                </a:solidFill>
              </a:defRPr>
            </a:lvl4pPr>
            <a:lvl5pPr>
              <a:defRPr>
                <a:solidFill>
                  <a:schemeClr val="bg1"/>
                </a:solidFill>
              </a:defRPr>
            </a:lvl5pPr>
          </a:lstStyle>
          <a:p>
            <a:pPr lvl="0"/>
            <a:r>
              <a:rPr lang="en-US"/>
              <a:t>Presenter name</a:t>
            </a:r>
          </a:p>
          <a:p>
            <a:pPr lvl="1"/>
            <a:r>
              <a:rPr lang="en-US"/>
              <a:t>Presenter title</a:t>
            </a:r>
          </a:p>
          <a:p>
            <a:pPr lvl="2"/>
            <a:r>
              <a:rPr lang="en-US"/>
              <a:t>Date</a:t>
            </a:r>
          </a:p>
        </p:txBody>
      </p:sp>
      <p:pic>
        <p:nvPicPr>
          <p:cNvPr id="12" name="Graphic 11" descr="CVS Health logo in white.">
            <a:extLst>
              <a:ext uri="{FF2B5EF4-FFF2-40B4-BE49-F238E27FC236}">
                <a16:creationId xmlns:a16="http://schemas.microsoft.com/office/drawing/2014/main" id="{1A4ABFD4-BEC4-40BD-B29A-2C7FFDFAFDC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57784" y="430701"/>
            <a:ext cx="2871788" cy="350455"/>
          </a:xfrm>
          <a:prstGeom prst="rect">
            <a:avLst/>
          </a:prstGeom>
        </p:spPr>
      </p:pic>
    </p:spTree>
    <p:extLst>
      <p:ext uri="{BB962C8B-B14F-4D97-AF65-F5344CB8AC3E}">
        <p14:creationId xmlns:p14="http://schemas.microsoft.com/office/powerpoint/2010/main" val="6103833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4">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57212" y="4634747"/>
            <a:ext cx="10561320" cy="795528"/>
          </a:xfrm>
        </p:spPr>
        <p:txBody>
          <a:bodyPr rIns="0" anchor="b" anchorCtr="0"/>
          <a:lstStyle>
            <a:lvl1pPr>
              <a:lnSpc>
                <a:spcPct val="90000"/>
              </a:lnSpc>
              <a:defRPr sz="4000">
                <a:solidFill>
                  <a:schemeClr val="tx2"/>
                </a:solidFill>
              </a:defRPr>
            </a:lvl1pPr>
          </a:lstStyle>
          <a:p>
            <a:r>
              <a:rPr lang="en-US"/>
              <a:t>Click to add title</a:t>
            </a:r>
          </a:p>
        </p:txBody>
      </p:sp>
      <p:sp>
        <p:nvSpPr>
          <p:cNvPr id="3" name="Subtitle 2"/>
          <p:cNvSpPr>
            <a:spLocks noGrp="1"/>
          </p:cNvSpPr>
          <p:nvPr>
            <p:ph type="subTitle" idx="1" hasCustomPrompt="1"/>
          </p:nvPr>
        </p:nvSpPr>
        <p:spPr>
          <a:xfrm>
            <a:off x="557212" y="5578043"/>
            <a:ext cx="10561320" cy="488460"/>
          </a:xfrm>
        </p:spPr>
        <p:txBody>
          <a:bodyPr/>
          <a:lstStyle>
            <a:lvl1pPr marL="0" indent="0" algn="l">
              <a:spcBef>
                <a:spcPts val="0"/>
              </a:spcBef>
              <a:buNone/>
              <a:defRPr sz="1500" b="1">
                <a:solidFill>
                  <a:schemeClr val="tx2"/>
                </a:solidFill>
              </a:defRPr>
            </a:lvl1pPr>
            <a:lvl2pPr marL="0" indent="0" algn="l">
              <a:spcBef>
                <a:spcPts val="0"/>
              </a:spcBef>
              <a:buNone/>
              <a:defRPr>
                <a:solidFill>
                  <a:schemeClr val="tx2"/>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add presenter information</a:t>
            </a:r>
          </a:p>
          <a:p>
            <a:pPr lvl="1"/>
            <a:r>
              <a:rPr lang="en-US"/>
              <a:t>Title here</a:t>
            </a:r>
          </a:p>
        </p:txBody>
      </p:sp>
      <p:sp>
        <p:nvSpPr>
          <p:cNvPr id="31" name="Text Placeholder 4">
            <a:extLst>
              <a:ext uri="{FF2B5EF4-FFF2-40B4-BE49-F238E27FC236}">
                <a16:creationId xmlns:a16="http://schemas.microsoft.com/office/drawing/2014/main" id="{82323A7D-5761-4AEF-8E75-65750A20EB3B}"/>
              </a:ext>
            </a:extLst>
          </p:cNvPr>
          <p:cNvSpPr>
            <a:spLocks noGrp="1"/>
          </p:cNvSpPr>
          <p:nvPr>
            <p:ph type="body" sz="quarter" idx="18" hasCustomPrompt="1"/>
          </p:nvPr>
        </p:nvSpPr>
        <p:spPr>
          <a:xfrm>
            <a:off x="8833499" y="6371584"/>
            <a:ext cx="2798064" cy="201168"/>
          </a:xfrm>
          <a:prstGeom prst="rect">
            <a:avLst/>
          </a:prstGeom>
        </p:spPr>
        <p:txBody>
          <a:bodyPr>
            <a:noAutofit/>
          </a:bodyPr>
          <a:lstStyle>
            <a:lvl1pPr algn="r">
              <a:defRPr sz="1200" b="0">
                <a:solidFill>
                  <a:schemeClr val="tx2"/>
                </a:solidFill>
                <a:latin typeface="+mn-lt"/>
              </a:defRPr>
            </a:lvl1pPr>
            <a:lvl2pPr algn="r">
              <a:defRPr b="1">
                <a:solidFill>
                  <a:schemeClr val="tx2"/>
                </a:solidFill>
                <a:latin typeface="+mn-lt"/>
              </a:defRPr>
            </a:lvl2pPr>
          </a:lstStyle>
          <a:p>
            <a:pPr lvl="0"/>
            <a:r>
              <a:rPr lang="en-US"/>
              <a:t>Click to add date</a:t>
            </a:r>
          </a:p>
          <a:p>
            <a:pPr lvl="1"/>
            <a:endParaRPr lang="en-US"/>
          </a:p>
        </p:txBody>
      </p:sp>
      <p:sp>
        <p:nvSpPr>
          <p:cNvPr id="6" name="Picture Placeholder 5">
            <a:extLst>
              <a:ext uri="{FF2B5EF4-FFF2-40B4-BE49-F238E27FC236}">
                <a16:creationId xmlns:a16="http://schemas.microsoft.com/office/drawing/2014/main" id="{3F869ED5-AC1E-4039-94B8-07F41FF5B239}"/>
              </a:ext>
            </a:extLst>
          </p:cNvPr>
          <p:cNvSpPr>
            <a:spLocks noGrp="1"/>
          </p:cNvSpPr>
          <p:nvPr>
            <p:ph type="pic" sz="quarter" idx="10" hasCustomPrompt="1"/>
          </p:nvPr>
        </p:nvSpPr>
        <p:spPr>
          <a:xfrm>
            <a:off x="0" y="0"/>
            <a:ext cx="12188825" cy="4350553"/>
          </a:xfrm>
          <a:prstGeom prst="rect">
            <a:avLst/>
          </a:prstGeom>
          <a:solidFill>
            <a:schemeClr val="bg1">
              <a:lumMod val="85000"/>
            </a:schemeClr>
          </a:solidFill>
        </p:spPr>
        <p:txBody>
          <a:bodyPr anchor="ctr"/>
          <a:lstStyle>
            <a:lvl1pPr algn="ctr">
              <a:lnSpc>
                <a:spcPct val="80000"/>
              </a:lnSpc>
              <a:defRPr sz="6600" b="1" baseline="0">
                <a:solidFill>
                  <a:schemeClr val="bg2"/>
                </a:solidFill>
                <a:latin typeface="+mn-lt"/>
                <a:cs typeface="Arial" panose="020B0604020202020204" pitchFamily="34" charset="0"/>
              </a:defRPr>
            </a:lvl1pPr>
          </a:lstStyle>
          <a:p>
            <a:r>
              <a:rPr lang="en-US"/>
              <a:t>IMAGE</a:t>
            </a:r>
          </a:p>
        </p:txBody>
      </p:sp>
      <p:pic>
        <p:nvPicPr>
          <p:cNvPr id="5" name="Graphic 4" descr="CVS Health logo in white.">
            <a:extLst>
              <a:ext uri="{FF2B5EF4-FFF2-40B4-BE49-F238E27FC236}">
                <a16:creationId xmlns:a16="http://schemas.microsoft.com/office/drawing/2014/main" id="{463D5C17-C939-4A2E-BEF3-DFD46A1A908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57784" y="430701"/>
            <a:ext cx="2871788" cy="350455"/>
          </a:xfrm>
          <a:prstGeom prst="rect">
            <a:avLst/>
          </a:prstGeom>
        </p:spPr>
      </p:pic>
    </p:spTree>
    <p:extLst>
      <p:ext uri="{BB962C8B-B14F-4D97-AF65-F5344CB8AC3E}">
        <p14:creationId xmlns:p14="http://schemas.microsoft.com/office/powerpoint/2010/main" val="2779900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5">
    <p:spTree>
      <p:nvGrpSpPr>
        <p:cNvPr id="1" name=""/>
        <p:cNvGrpSpPr/>
        <p:nvPr/>
      </p:nvGrpSpPr>
      <p:grpSpPr>
        <a:xfrm>
          <a:off x="0" y="0"/>
          <a:ext cx="0" cy="0"/>
          <a:chOff x="0" y="0"/>
          <a:chExt cx="0" cy="0"/>
        </a:xfrm>
      </p:grpSpPr>
      <p:sp>
        <p:nvSpPr>
          <p:cNvPr id="7" name="Picture Placeholder 5">
            <a:extLst>
              <a:ext uri="{FF2B5EF4-FFF2-40B4-BE49-F238E27FC236}">
                <a16:creationId xmlns:a16="http://schemas.microsoft.com/office/drawing/2014/main" id="{767FAB20-8704-40ED-BC6D-0EE8309B35A4}"/>
              </a:ext>
            </a:extLst>
          </p:cNvPr>
          <p:cNvSpPr>
            <a:spLocks noGrp="1"/>
          </p:cNvSpPr>
          <p:nvPr>
            <p:ph type="pic" sz="quarter" idx="10" hasCustomPrompt="1"/>
          </p:nvPr>
        </p:nvSpPr>
        <p:spPr>
          <a:xfrm>
            <a:off x="0" y="0"/>
            <a:ext cx="12188825" cy="4350553"/>
          </a:xfrm>
          <a:prstGeom prst="rect">
            <a:avLst/>
          </a:prstGeom>
          <a:solidFill>
            <a:schemeClr val="bg1">
              <a:lumMod val="85000"/>
            </a:schemeClr>
          </a:solidFill>
        </p:spPr>
        <p:txBody>
          <a:bodyPr anchor="ctr"/>
          <a:lstStyle>
            <a:lvl1pPr algn="ctr">
              <a:lnSpc>
                <a:spcPct val="80000"/>
              </a:lnSpc>
              <a:defRPr sz="6600" b="1" baseline="0">
                <a:solidFill>
                  <a:schemeClr val="bg2"/>
                </a:solidFill>
                <a:latin typeface="+mn-lt"/>
                <a:cs typeface="Arial" panose="020B0604020202020204" pitchFamily="34" charset="0"/>
              </a:defRPr>
            </a:lvl1pPr>
          </a:lstStyle>
          <a:p>
            <a:r>
              <a:rPr lang="en-US"/>
              <a:t>IMAGE</a:t>
            </a:r>
          </a:p>
        </p:txBody>
      </p:sp>
      <p:sp>
        <p:nvSpPr>
          <p:cNvPr id="14" name="Rectangle 13">
            <a:extLst>
              <a:ext uri="{FF2B5EF4-FFF2-40B4-BE49-F238E27FC236}">
                <a16:creationId xmlns:a16="http://schemas.microsoft.com/office/drawing/2014/main" id="{A8475144-A8AF-4C31-A022-05A109EC64D7}"/>
              </a:ext>
            </a:extLst>
          </p:cNvPr>
          <p:cNvSpPr/>
          <p:nvPr userDrawn="1"/>
        </p:nvSpPr>
        <p:spPr>
          <a:xfrm>
            <a:off x="0" y="4350553"/>
            <a:ext cx="12188825" cy="2507447"/>
          </a:xfrm>
          <a:prstGeom prst="rect">
            <a:avLst/>
          </a:prstGeom>
          <a:solidFill>
            <a:srgbClr val="0B315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latin typeface="+mn-lt"/>
            </a:endParaRPr>
          </a:p>
        </p:txBody>
      </p:sp>
      <p:sp>
        <p:nvSpPr>
          <p:cNvPr id="2" name="Title 1"/>
          <p:cNvSpPr>
            <a:spLocks noGrp="1"/>
          </p:cNvSpPr>
          <p:nvPr>
            <p:ph type="ctrTitle" hasCustomPrompt="1"/>
          </p:nvPr>
        </p:nvSpPr>
        <p:spPr>
          <a:xfrm>
            <a:off x="557212" y="4634747"/>
            <a:ext cx="10561320" cy="795528"/>
          </a:xfrm>
        </p:spPr>
        <p:txBody>
          <a:bodyPr rIns="0" anchor="b" anchorCtr="0"/>
          <a:lstStyle>
            <a:lvl1pPr>
              <a:lnSpc>
                <a:spcPct val="90000"/>
              </a:lnSpc>
              <a:defRPr sz="4000">
                <a:solidFill>
                  <a:schemeClr val="bg1"/>
                </a:solidFill>
              </a:defRPr>
            </a:lvl1pPr>
          </a:lstStyle>
          <a:p>
            <a:r>
              <a:rPr lang="en-US"/>
              <a:t>Click to add title</a:t>
            </a:r>
          </a:p>
        </p:txBody>
      </p:sp>
      <p:sp>
        <p:nvSpPr>
          <p:cNvPr id="8" name="Subtitle 2">
            <a:extLst>
              <a:ext uri="{FF2B5EF4-FFF2-40B4-BE49-F238E27FC236}">
                <a16:creationId xmlns:a16="http://schemas.microsoft.com/office/drawing/2014/main" id="{85EBBC54-9455-4FAF-8A7A-A2C1CCBAE409}"/>
              </a:ext>
            </a:extLst>
          </p:cNvPr>
          <p:cNvSpPr>
            <a:spLocks noGrp="1"/>
          </p:cNvSpPr>
          <p:nvPr>
            <p:ph type="subTitle" idx="1" hasCustomPrompt="1"/>
          </p:nvPr>
        </p:nvSpPr>
        <p:spPr>
          <a:xfrm>
            <a:off x="557212" y="5578043"/>
            <a:ext cx="10561320" cy="488460"/>
          </a:xfrm>
        </p:spPr>
        <p:txBody>
          <a:bodyPr/>
          <a:lstStyle>
            <a:lvl1pPr marL="0" indent="0" algn="l">
              <a:spcBef>
                <a:spcPts val="0"/>
              </a:spcBef>
              <a:buNone/>
              <a:defRPr sz="1500" b="1">
                <a:solidFill>
                  <a:schemeClr val="bg1"/>
                </a:solidFill>
              </a:defRPr>
            </a:lvl1pPr>
            <a:lvl2pPr marL="0" indent="0" algn="l">
              <a:spcBef>
                <a:spcPts val="0"/>
              </a:spcBef>
              <a:buNone/>
              <a:defRPr>
                <a:solidFill>
                  <a:schemeClr val="bg1"/>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add presenter information</a:t>
            </a:r>
          </a:p>
          <a:p>
            <a:pPr lvl="1"/>
            <a:r>
              <a:rPr lang="en-US"/>
              <a:t>Title here</a:t>
            </a:r>
          </a:p>
        </p:txBody>
      </p:sp>
      <p:sp>
        <p:nvSpPr>
          <p:cNvPr id="31" name="Text Placeholder 4">
            <a:extLst>
              <a:ext uri="{FF2B5EF4-FFF2-40B4-BE49-F238E27FC236}">
                <a16:creationId xmlns:a16="http://schemas.microsoft.com/office/drawing/2014/main" id="{82323A7D-5761-4AEF-8E75-65750A20EB3B}"/>
              </a:ext>
            </a:extLst>
          </p:cNvPr>
          <p:cNvSpPr>
            <a:spLocks noGrp="1"/>
          </p:cNvSpPr>
          <p:nvPr>
            <p:ph type="body" sz="quarter" idx="18" hasCustomPrompt="1"/>
          </p:nvPr>
        </p:nvSpPr>
        <p:spPr>
          <a:xfrm>
            <a:off x="8833499" y="6371584"/>
            <a:ext cx="2798064" cy="201168"/>
          </a:xfrm>
          <a:prstGeom prst="rect">
            <a:avLst/>
          </a:prstGeom>
        </p:spPr>
        <p:txBody>
          <a:bodyPr>
            <a:noAutofit/>
          </a:bodyPr>
          <a:lstStyle>
            <a:lvl1pPr algn="r">
              <a:defRPr sz="1200" b="0">
                <a:solidFill>
                  <a:schemeClr val="bg1"/>
                </a:solidFill>
                <a:latin typeface="+mn-lt"/>
              </a:defRPr>
            </a:lvl1pPr>
            <a:lvl2pPr algn="r">
              <a:defRPr b="1">
                <a:solidFill>
                  <a:schemeClr val="bg1"/>
                </a:solidFill>
                <a:latin typeface="+mn-lt"/>
              </a:defRPr>
            </a:lvl2pPr>
          </a:lstStyle>
          <a:p>
            <a:pPr lvl="0"/>
            <a:r>
              <a:rPr lang="en-US"/>
              <a:t>Click to add date</a:t>
            </a:r>
          </a:p>
          <a:p>
            <a:pPr lvl="1"/>
            <a:endParaRPr lang="en-US"/>
          </a:p>
        </p:txBody>
      </p:sp>
      <p:pic>
        <p:nvPicPr>
          <p:cNvPr id="13" name="Graphic 12" descr="CVS Health logo.">
            <a:extLst>
              <a:ext uri="{FF2B5EF4-FFF2-40B4-BE49-F238E27FC236}">
                <a16:creationId xmlns:a16="http://schemas.microsoft.com/office/drawing/2014/main" id="{5669E773-2D25-4E2A-A2CC-EB0688AE5B8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57784" y="430701"/>
            <a:ext cx="2871788" cy="350455"/>
          </a:xfrm>
          <a:prstGeom prst="rect">
            <a:avLst/>
          </a:prstGeom>
        </p:spPr>
      </p:pic>
    </p:spTree>
    <p:extLst>
      <p:ext uri="{BB962C8B-B14F-4D97-AF65-F5344CB8AC3E}">
        <p14:creationId xmlns:p14="http://schemas.microsoft.com/office/powerpoint/2010/main" val="10095690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Slide 6">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57786" y="2130386"/>
            <a:ext cx="4681728" cy="2011680"/>
          </a:xfrm>
        </p:spPr>
        <p:txBody>
          <a:bodyPr rIns="0" anchor="b" anchorCtr="0"/>
          <a:lstStyle>
            <a:lvl1pPr>
              <a:lnSpc>
                <a:spcPct val="90000"/>
              </a:lnSpc>
              <a:defRPr sz="4000">
                <a:solidFill>
                  <a:schemeClr val="tx2"/>
                </a:solidFill>
              </a:defRPr>
            </a:lvl1pPr>
          </a:lstStyle>
          <a:p>
            <a:r>
              <a:rPr lang="en-US"/>
              <a:t>Click to add title</a:t>
            </a:r>
          </a:p>
        </p:txBody>
      </p:sp>
      <p:sp>
        <p:nvSpPr>
          <p:cNvPr id="15" name="Text Placeholder 4"/>
          <p:cNvSpPr>
            <a:spLocks noGrp="1"/>
          </p:cNvSpPr>
          <p:nvPr>
            <p:ph type="body" sz="quarter" idx="17" hasCustomPrompt="1"/>
          </p:nvPr>
        </p:nvSpPr>
        <p:spPr>
          <a:xfrm>
            <a:off x="557784" y="4379002"/>
            <a:ext cx="3582017" cy="1262324"/>
          </a:xfrm>
        </p:spPr>
        <p:txBody>
          <a:bodyPr/>
          <a:lstStyle>
            <a:lvl1pPr>
              <a:defRPr lang="en-US" sz="1500" b="1" kern="1200" dirty="0">
                <a:solidFill>
                  <a:schemeClr val="tx2"/>
                </a:solidFill>
                <a:latin typeface="+mn-lt"/>
                <a:ea typeface="+mn-ea"/>
                <a:cs typeface="+mn-cs"/>
              </a:defRPr>
            </a:lvl1pPr>
            <a:lvl2pPr marL="0" indent="0">
              <a:spcBef>
                <a:spcPts val="0"/>
              </a:spcBef>
              <a:spcAft>
                <a:spcPts val="2400"/>
              </a:spcAft>
              <a:buFontTx/>
              <a:buNone/>
              <a:defRPr sz="1300">
                <a:solidFill>
                  <a:schemeClr val="tx2"/>
                </a:solidFill>
                <a:latin typeface="+mn-lt"/>
              </a:defRPr>
            </a:lvl2pPr>
            <a:lvl3pPr marL="0" indent="0">
              <a:buFontTx/>
              <a:buNone/>
              <a:defRPr sz="1200">
                <a:solidFill>
                  <a:schemeClr val="tx2"/>
                </a:solidFill>
                <a:latin typeface="+mn-lt"/>
              </a:defRPr>
            </a:lvl3pPr>
            <a:lvl4pPr>
              <a:defRPr>
                <a:solidFill>
                  <a:schemeClr val="bg1"/>
                </a:solidFill>
              </a:defRPr>
            </a:lvl4pPr>
            <a:lvl5pPr>
              <a:defRPr>
                <a:solidFill>
                  <a:schemeClr val="bg1"/>
                </a:solidFill>
              </a:defRPr>
            </a:lvl5pPr>
          </a:lstStyle>
          <a:p>
            <a:pPr marL="0" lvl="0" indent="0" algn="l" defTabSz="457200" rtl="0" eaLnBrk="1" latinLnBrk="0" hangingPunct="1">
              <a:lnSpc>
                <a:spcPct val="108000"/>
              </a:lnSpc>
              <a:spcBef>
                <a:spcPts val="1800"/>
              </a:spcBef>
              <a:buClrTx/>
              <a:buFont typeface="Arial"/>
              <a:buNone/>
            </a:pPr>
            <a:r>
              <a:rPr lang="en-US"/>
              <a:t>Presenter name</a:t>
            </a:r>
          </a:p>
          <a:p>
            <a:pPr lvl="1"/>
            <a:r>
              <a:rPr lang="en-US"/>
              <a:t>Presenter title</a:t>
            </a:r>
          </a:p>
          <a:p>
            <a:pPr lvl="2"/>
            <a:r>
              <a:rPr lang="en-US"/>
              <a:t>Date</a:t>
            </a:r>
          </a:p>
        </p:txBody>
      </p:sp>
      <p:pic>
        <p:nvPicPr>
          <p:cNvPr id="11" name="Graphic 10" descr="CVS Health logo.">
            <a:extLst>
              <a:ext uri="{FF2B5EF4-FFF2-40B4-BE49-F238E27FC236}">
                <a16:creationId xmlns:a16="http://schemas.microsoft.com/office/drawing/2014/main" id="{95320D2B-25CE-401D-AF25-18BF33EDD66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57784" y="430701"/>
            <a:ext cx="2871788" cy="350455"/>
          </a:xfrm>
          <a:prstGeom prst="rect">
            <a:avLst/>
          </a:prstGeom>
        </p:spPr>
      </p:pic>
      <p:sp>
        <p:nvSpPr>
          <p:cNvPr id="5" name="Picture Placeholder 6">
            <a:extLst>
              <a:ext uri="{FF2B5EF4-FFF2-40B4-BE49-F238E27FC236}">
                <a16:creationId xmlns:a16="http://schemas.microsoft.com/office/drawing/2014/main" id="{9EBE87D4-5164-4D82-9272-C823D804D719}"/>
              </a:ext>
            </a:extLst>
          </p:cNvPr>
          <p:cNvSpPr>
            <a:spLocks noGrp="1"/>
          </p:cNvSpPr>
          <p:nvPr>
            <p:ph type="pic" sz="quarter" idx="16" hasCustomPrompt="1"/>
          </p:nvPr>
        </p:nvSpPr>
        <p:spPr>
          <a:xfrm>
            <a:off x="6094412" y="0"/>
            <a:ext cx="6094413" cy="6858000"/>
          </a:xfrm>
          <a:prstGeom prst="rect">
            <a:avLst/>
          </a:prstGeom>
          <a:solidFill>
            <a:schemeClr val="bg1">
              <a:lumMod val="85000"/>
            </a:schemeClr>
          </a:solidFill>
        </p:spPr>
        <p:txBody>
          <a:bodyPr anchor="ctr"/>
          <a:lstStyle>
            <a:lvl1pPr algn="ctr">
              <a:spcBef>
                <a:spcPts val="0"/>
              </a:spcBef>
              <a:spcAft>
                <a:spcPts val="0"/>
              </a:spcAft>
              <a:defRPr sz="6600" b="1">
                <a:solidFill>
                  <a:schemeClr val="bg2"/>
                </a:solidFill>
                <a:latin typeface="+mn-lt"/>
              </a:defRPr>
            </a:lvl1pPr>
          </a:lstStyle>
          <a:p>
            <a:br>
              <a:rPr lang="en-US"/>
            </a:br>
            <a:r>
              <a:rPr lang="en-US"/>
              <a:t>IMAGE</a:t>
            </a:r>
            <a:br>
              <a:rPr lang="en-US"/>
            </a:br>
            <a:br>
              <a:rPr lang="en-US"/>
            </a:br>
            <a:br>
              <a:rPr lang="en-US"/>
            </a:br>
            <a:endParaRPr lang="en-US"/>
          </a:p>
        </p:txBody>
      </p:sp>
    </p:spTree>
    <p:extLst>
      <p:ext uri="{BB962C8B-B14F-4D97-AF65-F5344CB8AC3E}">
        <p14:creationId xmlns:p14="http://schemas.microsoft.com/office/powerpoint/2010/main" val="15095262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Slide 7 Parter-brande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FF5A7F6-20C2-4507-801C-E1C205928513}"/>
              </a:ext>
            </a:extLst>
          </p:cNvPr>
          <p:cNvSpPr>
            <a:spLocks noGrp="1"/>
          </p:cNvSpPr>
          <p:nvPr>
            <p:ph type="ctrTitle" hasCustomPrompt="1"/>
          </p:nvPr>
        </p:nvSpPr>
        <p:spPr>
          <a:xfrm>
            <a:off x="557786" y="1637977"/>
            <a:ext cx="4681728" cy="2011680"/>
          </a:xfrm>
        </p:spPr>
        <p:txBody>
          <a:bodyPr rIns="0" anchor="b" anchorCtr="0"/>
          <a:lstStyle>
            <a:lvl1pPr>
              <a:lnSpc>
                <a:spcPct val="90000"/>
              </a:lnSpc>
              <a:defRPr sz="4000">
                <a:solidFill>
                  <a:schemeClr val="tx2"/>
                </a:solidFill>
              </a:defRPr>
            </a:lvl1pPr>
          </a:lstStyle>
          <a:p>
            <a:r>
              <a:rPr lang="en-US"/>
              <a:t>Click to add title</a:t>
            </a:r>
          </a:p>
        </p:txBody>
      </p:sp>
      <p:sp>
        <p:nvSpPr>
          <p:cNvPr id="12" name="Text Placeholder 4">
            <a:extLst>
              <a:ext uri="{FF2B5EF4-FFF2-40B4-BE49-F238E27FC236}">
                <a16:creationId xmlns:a16="http://schemas.microsoft.com/office/drawing/2014/main" id="{CD005736-4228-4541-9830-748A037770AC}"/>
              </a:ext>
            </a:extLst>
          </p:cNvPr>
          <p:cNvSpPr>
            <a:spLocks noGrp="1"/>
          </p:cNvSpPr>
          <p:nvPr>
            <p:ph type="body" sz="quarter" idx="17" hasCustomPrompt="1"/>
          </p:nvPr>
        </p:nvSpPr>
        <p:spPr>
          <a:xfrm>
            <a:off x="557784" y="3886593"/>
            <a:ext cx="3582017" cy="1262324"/>
          </a:xfrm>
        </p:spPr>
        <p:txBody>
          <a:bodyPr/>
          <a:lstStyle>
            <a:lvl1pPr>
              <a:defRPr lang="en-US" sz="1500" b="1" kern="1200" dirty="0">
                <a:solidFill>
                  <a:schemeClr val="tx2"/>
                </a:solidFill>
                <a:latin typeface="+mn-lt"/>
                <a:ea typeface="+mn-ea"/>
                <a:cs typeface="+mn-cs"/>
              </a:defRPr>
            </a:lvl1pPr>
            <a:lvl2pPr marL="0" indent="0">
              <a:spcBef>
                <a:spcPts val="0"/>
              </a:spcBef>
              <a:spcAft>
                <a:spcPts val="2400"/>
              </a:spcAft>
              <a:buFontTx/>
              <a:buNone/>
              <a:defRPr sz="1300">
                <a:solidFill>
                  <a:schemeClr val="tx2"/>
                </a:solidFill>
                <a:latin typeface="+mn-lt"/>
              </a:defRPr>
            </a:lvl2pPr>
            <a:lvl3pPr marL="0" indent="0">
              <a:buFontTx/>
              <a:buNone/>
              <a:defRPr sz="1200">
                <a:solidFill>
                  <a:schemeClr val="tx2"/>
                </a:solidFill>
                <a:latin typeface="+mn-lt"/>
              </a:defRPr>
            </a:lvl3pPr>
            <a:lvl4pPr>
              <a:defRPr>
                <a:solidFill>
                  <a:schemeClr val="bg1"/>
                </a:solidFill>
              </a:defRPr>
            </a:lvl4pPr>
            <a:lvl5pPr>
              <a:defRPr>
                <a:solidFill>
                  <a:schemeClr val="bg1"/>
                </a:solidFill>
              </a:defRPr>
            </a:lvl5pPr>
          </a:lstStyle>
          <a:p>
            <a:pPr marL="0" lvl="0" indent="0" algn="l" defTabSz="457200" rtl="0" eaLnBrk="1" latinLnBrk="0" hangingPunct="1">
              <a:lnSpc>
                <a:spcPct val="108000"/>
              </a:lnSpc>
              <a:spcBef>
                <a:spcPts val="1800"/>
              </a:spcBef>
              <a:buClrTx/>
              <a:buFont typeface="Arial"/>
              <a:buNone/>
            </a:pPr>
            <a:r>
              <a:rPr lang="en-US"/>
              <a:t>Presenter name</a:t>
            </a:r>
          </a:p>
          <a:p>
            <a:pPr lvl="1"/>
            <a:r>
              <a:rPr lang="en-US"/>
              <a:t>Presenter title</a:t>
            </a:r>
          </a:p>
          <a:p>
            <a:pPr lvl="2"/>
            <a:r>
              <a:rPr lang="en-US"/>
              <a:t>Date</a:t>
            </a:r>
          </a:p>
        </p:txBody>
      </p:sp>
      <p:pic>
        <p:nvPicPr>
          <p:cNvPr id="13" name="Graphic 12" descr="CVS Health logo.">
            <a:extLst>
              <a:ext uri="{FF2B5EF4-FFF2-40B4-BE49-F238E27FC236}">
                <a16:creationId xmlns:a16="http://schemas.microsoft.com/office/drawing/2014/main" id="{23593BEE-172F-4A3B-8A76-6967A64A444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57784" y="5836062"/>
            <a:ext cx="2871788" cy="350455"/>
          </a:xfrm>
          <a:prstGeom prst="rect">
            <a:avLst/>
          </a:prstGeom>
        </p:spPr>
      </p:pic>
      <p:sp>
        <p:nvSpPr>
          <p:cNvPr id="3" name="Picture Placeholder 2">
            <a:extLst>
              <a:ext uri="{FF2B5EF4-FFF2-40B4-BE49-F238E27FC236}">
                <a16:creationId xmlns:a16="http://schemas.microsoft.com/office/drawing/2014/main" id="{356871D9-AE12-49B5-A916-42628F61B8D9}"/>
              </a:ext>
            </a:extLst>
          </p:cNvPr>
          <p:cNvSpPr>
            <a:spLocks noGrp="1"/>
          </p:cNvSpPr>
          <p:nvPr>
            <p:ph type="pic" sz="quarter" idx="21" hasCustomPrompt="1"/>
          </p:nvPr>
        </p:nvSpPr>
        <p:spPr>
          <a:xfrm>
            <a:off x="549204" y="566377"/>
            <a:ext cx="1463040" cy="649224"/>
          </a:xfrm>
          <a:solidFill>
            <a:schemeClr val="bg2"/>
          </a:solidFill>
        </p:spPr>
        <p:txBody>
          <a:bodyPr anchor="ctr"/>
          <a:lstStyle>
            <a:lvl1pPr algn="ctr">
              <a:defRPr sz="1100"/>
            </a:lvl1pPr>
          </a:lstStyle>
          <a:p>
            <a:r>
              <a:rPr lang="en-US"/>
              <a:t>PARTNER LOGO</a:t>
            </a:r>
          </a:p>
        </p:txBody>
      </p:sp>
      <p:sp>
        <p:nvSpPr>
          <p:cNvPr id="6" name="Picture Placeholder 6">
            <a:extLst>
              <a:ext uri="{FF2B5EF4-FFF2-40B4-BE49-F238E27FC236}">
                <a16:creationId xmlns:a16="http://schemas.microsoft.com/office/drawing/2014/main" id="{466ABCE3-7885-437A-89A0-8897D7868BDE}"/>
              </a:ext>
            </a:extLst>
          </p:cNvPr>
          <p:cNvSpPr>
            <a:spLocks noGrp="1"/>
          </p:cNvSpPr>
          <p:nvPr>
            <p:ph type="pic" sz="quarter" idx="16" hasCustomPrompt="1"/>
          </p:nvPr>
        </p:nvSpPr>
        <p:spPr>
          <a:xfrm>
            <a:off x="6094412" y="0"/>
            <a:ext cx="6094413" cy="6858000"/>
          </a:xfrm>
          <a:prstGeom prst="rect">
            <a:avLst/>
          </a:prstGeom>
          <a:solidFill>
            <a:schemeClr val="bg1">
              <a:lumMod val="85000"/>
            </a:schemeClr>
          </a:solidFill>
        </p:spPr>
        <p:txBody>
          <a:bodyPr anchor="ctr"/>
          <a:lstStyle>
            <a:lvl1pPr algn="ctr">
              <a:spcBef>
                <a:spcPts val="0"/>
              </a:spcBef>
              <a:spcAft>
                <a:spcPts val="0"/>
              </a:spcAft>
              <a:defRPr sz="6600" b="1">
                <a:solidFill>
                  <a:schemeClr val="bg2"/>
                </a:solidFill>
                <a:latin typeface="+mn-lt"/>
              </a:defRPr>
            </a:lvl1pPr>
          </a:lstStyle>
          <a:p>
            <a:br>
              <a:rPr lang="en-US"/>
            </a:br>
            <a:r>
              <a:rPr lang="en-US"/>
              <a:t>IMAGE</a:t>
            </a:r>
            <a:br>
              <a:rPr lang="en-US"/>
            </a:br>
            <a:br>
              <a:rPr lang="en-US"/>
            </a:br>
            <a:br>
              <a:rPr lang="en-US"/>
            </a:br>
            <a:endParaRPr lang="en-US"/>
          </a:p>
        </p:txBody>
      </p:sp>
    </p:spTree>
    <p:extLst>
      <p:ext uri="{BB962C8B-B14F-4D97-AF65-F5344CB8AC3E}">
        <p14:creationId xmlns:p14="http://schemas.microsoft.com/office/powerpoint/2010/main" val="20261156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C15A95E4-50A0-4442-B665-9A342851EB0B}"/>
              </a:ext>
            </a:extLst>
          </p:cNvPr>
          <p:cNvSpPr>
            <a:spLocks noGrp="1"/>
          </p:cNvSpPr>
          <p:nvPr>
            <p:ph type="title" hasCustomPrompt="1"/>
          </p:nvPr>
        </p:nvSpPr>
        <p:spPr>
          <a:xfrm>
            <a:off x="557784" y="530351"/>
            <a:ext cx="9665208" cy="713232"/>
          </a:xfrm>
        </p:spPr>
        <p:txBody>
          <a:bodyPr/>
          <a:lstStyle>
            <a:lvl1pPr>
              <a:defRPr sz="4800">
                <a:solidFill>
                  <a:schemeClr val="accent6"/>
                </a:solidFill>
              </a:defRPr>
            </a:lvl1pPr>
          </a:lstStyle>
          <a:p>
            <a:r>
              <a:rPr lang="en-US"/>
              <a:t>Agenda</a:t>
            </a:r>
          </a:p>
        </p:txBody>
      </p:sp>
      <p:sp>
        <p:nvSpPr>
          <p:cNvPr id="5" name="Text Placeholder 4"/>
          <p:cNvSpPr>
            <a:spLocks noGrp="1"/>
          </p:cNvSpPr>
          <p:nvPr>
            <p:ph type="body" sz="quarter" idx="15" hasCustomPrompt="1"/>
          </p:nvPr>
        </p:nvSpPr>
        <p:spPr>
          <a:xfrm>
            <a:off x="557784" y="1755739"/>
            <a:ext cx="8586216" cy="3985305"/>
          </a:xfrm>
        </p:spPr>
        <p:txBody>
          <a:bodyPr/>
          <a:lstStyle>
            <a:lvl1pPr>
              <a:lnSpc>
                <a:spcPct val="100000"/>
              </a:lnSpc>
              <a:spcBef>
                <a:spcPts val="1800"/>
              </a:spcBef>
              <a:spcAft>
                <a:spcPts val="0"/>
              </a:spcAft>
              <a:defRPr sz="1800" b="1">
                <a:solidFill>
                  <a:schemeClr val="tx2"/>
                </a:solidFill>
                <a:latin typeface="+mn-lt"/>
              </a:defRPr>
            </a:lvl1pPr>
            <a:lvl2pPr marL="0" indent="0">
              <a:spcBef>
                <a:spcPts val="0"/>
              </a:spcBef>
              <a:spcAft>
                <a:spcPts val="0"/>
              </a:spcAft>
              <a:buNone/>
              <a:defRPr sz="1300">
                <a:solidFill>
                  <a:schemeClr val="tx2"/>
                </a:solidFill>
                <a:latin typeface="+mn-lt"/>
              </a:defRPr>
            </a:lvl2pPr>
            <a:lvl3pPr marL="177800" indent="-177800">
              <a:spcBef>
                <a:spcPts val="600"/>
              </a:spcBef>
              <a:buFont typeface="Arial" panose="020B0604020202020204" pitchFamily="34" charset="0"/>
              <a:buChar char="•"/>
              <a:defRPr sz="1300" baseline="0">
                <a:latin typeface="+mn-lt"/>
              </a:defRPr>
            </a:lvl3pPr>
            <a:lvl4pPr marL="342900" indent="-165100">
              <a:spcBef>
                <a:spcPts val="600"/>
              </a:spcBef>
              <a:buFont typeface="Arial" panose="020B0604020202020204" pitchFamily="34" charset="0"/>
              <a:buChar char="–"/>
              <a:defRPr sz="1300" baseline="0">
                <a:latin typeface="+mn-lt"/>
              </a:defRPr>
            </a:lvl4pPr>
            <a:lvl5pPr marL="520700" indent="-177800">
              <a:spcBef>
                <a:spcPts val="600"/>
              </a:spcBef>
              <a:buFont typeface="Arial" panose="020B0604020202020204" pitchFamily="34" charset="0"/>
              <a:buChar char="•"/>
              <a:defRPr sz="1300">
                <a:latin typeface="+mn-lt"/>
              </a:defRPr>
            </a:lvl5pPr>
            <a:lvl6pPr marL="685800" indent="-165100">
              <a:spcBef>
                <a:spcPts val="600"/>
              </a:spcBef>
              <a:buFont typeface="Arial" panose="020B0604020202020204" pitchFamily="34" charset="0"/>
              <a:buChar char="–"/>
              <a:defRPr sz="1300" baseline="0">
                <a:latin typeface="+mn-lt"/>
              </a:defRPr>
            </a:lvl6pPr>
            <a:lvl7pPr marL="863600" indent="-177800">
              <a:spcBef>
                <a:spcPts val="600"/>
              </a:spcBef>
              <a:buFont typeface="Arial" panose="020B0604020202020204" pitchFamily="34" charset="0"/>
              <a:buChar char="•"/>
              <a:defRPr sz="1300">
                <a:latin typeface="+mn-lt"/>
              </a:defRPr>
            </a:lvl7pPr>
            <a:lvl8pPr marL="1028700" indent="-165100">
              <a:spcBef>
                <a:spcPts val="600"/>
              </a:spcBef>
              <a:buFont typeface="Arial" panose="020B0604020202020204" pitchFamily="34" charset="0"/>
              <a:buChar char="–"/>
              <a:defRPr sz="1300">
                <a:latin typeface="+mn-lt"/>
              </a:defRPr>
            </a:lvl8pPr>
            <a:lvl9pPr marL="1206500" indent="-177800">
              <a:spcBef>
                <a:spcPts val="600"/>
              </a:spcBef>
              <a:buFont typeface="Arial" panose="020B0604020202020204" pitchFamily="34" charset="0"/>
              <a:buChar char="•"/>
              <a:defRPr sz="1300" baseline="0">
                <a:latin typeface="+mn-lt"/>
              </a:defRPr>
            </a:lvl9pPr>
          </a:lstStyle>
          <a:p>
            <a:pPr lvl="0"/>
            <a:r>
              <a:rPr lang="en-US"/>
              <a:t>Click to add header</a:t>
            </a:r>
          </a:p>
          <a:p>
            <a:pPr lvl="1"/>
            <a:r>
              <a:rPr lang="en-US"/>
              <a:t>Body text</a:t>
            </a:r>
          </a:p>
          <a:p>
            <a:pPr lvl="2"/>
            <a:r>
              <a:rPr lang="en-US"/>
              <a:t>First-level bullet</a:t>
            </a:r>
          </a:p>
          <a:p>
            <a:pPr lvl="3"/>
            <a:r>
              <a:rPr lang="en-US"/>
              <a:t>Second-level bullet</a:t>
            </a:r>
          </a:p>
          <a:p>
            <a:pPr lvl="4"/>
            <a:r>
              <a:rPr lang="en-US"/>
              <a:t>Third-level bullet</a:t>
            </a:r>
          </a:p>
          <a:p>
            <a:pPr lvl="5"/>
            <a:r>
              <a:rPr lang="en-US"/>
              <a:t>Fourth-level bullet</a:t>
            </a:r>
          </a:p>
          <a:p>
            <a:pPr lvl="6"/>
            <a:r>
              <a:rPr lang="en-US"/>
              <a:t>Fifth-level bullet</a:t>
            </a:r>
          </a:p>
          <a:p>
            <a:pPr lvl="7"/>
            <a:r>
              <a:rPr lang="en-US"/>
              <a:t>Sixth-level bullet</a:t>
            </a:r>
          </a:p>
          <a:p>
            <a:pPr lvl="8"/>
            <a:r>
              <a:rPr lang="en-US"/>
              <a:t>Seventh-level bullet</a:t>
            </a:r>
          </a:p>
        </p:txBody>
      </p:sp>
    </p:spTree>
    <p:extLst>
      <p:ext uri="{BB962C8B-B14F-4D97-AF65-F5344CB8AC3E}">
        <p14:creationId xmlns:p14="http://schemas.microsoft.com/office/powerpoint/2010/main" val="27988681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Agenda 2">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561DB31-BA0E-469A-88AC-4C37BFB0BE7E}"/>
              </a:ext>
            </a:extLst>
          </p:cNvPr>
          <p:cNvSpPr>
            <a:spLocks noGrp="1"/>
          </p:cNvSpPr>
          <p:nvPr>
            <p:ph type="title" hasCustomPrompt="1"/>
          </p:nvPr>
        </p:nvSpPr>
        <p:spPr>
          <a:xfrm>
            <a:off x="557784" y="530351"/>
            <a:ext cx="9665208" cy="713232"/>
          </a:xfrm>
        </p:spPr>
        <p:txBody>
          <a:bodyPr/>
          <a:lstStyle>
            <a:lvl1pPr>
              <a:defRPr sz="4800">
                <a:solidFill>
                  <a:schemeClr val="accent6"/>
                </a:solidFill>
              </a:defRPr>
            </a:lvl1pPr>
          </a:lstStyle>
          <a:p>
            <a:r>
              <a:rPr lang="en-US"/>
              <a:t>Agenda</a:t>
            </a:r>
          </a:p>
        </p:txBody>
      </p:sp>
      <p:sp>
        <p:nvSpPr>
          <p:cNvPr id="4" name="Text Placeholder 19">
            <a:extLst>
              <a:ext uri="{FF2B5EF4-FFF2-40B4-BE49-F238E27FC236}">
                <a16:creationId xmlns:a16="http://schemas.microsoft.com/office/drawing/2014/main" id="{CD3DA619-C657-4377-909C-6D3A110F550F}"/>
              </a:ext>
            </a:extLst>
          </p:cNvPr>
          <p:cNvSpPr>
            <a:spLocks noGrp="1"/>
          </p:cNvSpPr>
          <p:nvPr>
            <p:ph type="body" sz="quarter" idx="10" hasCustomPrompt="1"/>
          </p:nvPr>
        </p:nvSpPr>
        <p:spPr>
          <a:xfrm>
            <a:off x="1513257" y="1756548"/>
            <a:ext cx="3913633" cy="3614737"/>
          </a:xfrm>
          <a:prstGeom prst="rect">
            <a:avLst/>
          </a:prstGeom>
        </p:spPr>
        <p:txBody>
          <a:bodyPr/>
          <a:lstStyle>
            <a:lvl1pPr>
              <a:lnSpc>
                <a:spcPct val="100000"/>
              </a:lnSpc>
              <a:spcBef>
                <a:spcPts val="1800"/>
              </a:spcBef>
              <a:spcAft>
                <a:spcPts val="1800"/>
              </a:spcAft>
              <a:defRPr sz="2000" b="1">
                <a:solidFill>
                  <a:schemeClr val="tx2"/>
                </a:solidFill>
                <a:latin typeface="+mn-lt"/>
              </a:defRPr>
            </a:lvl1pPr>
            <a:lvl2pPr marL="0" indent="0">
              <a:spcBef>
                <a:spcPts val="0"/>
              </a:spcBef>
              <a:spcAft>
                <a:spcPts val="300"/>
              </a:spcAft>
              <a:buNone/>
              <a:tabLst>
                <a:tab pos="568325" algn="r"/>
                <a:tab pos="1028700" algn="l"/>
              </a:tabLst>
              <a:defRPr sz="1300" b="1">
                <a:solidFill>
                  <a:schemeClr val="tx2"/>
                </a:solidFill>
                <a:latin typeface="+mn-lt"/>
              </a:defRPr>
            </a:lvl2pPr>
            <a:lvl3pPr marL="1028700" indent="0">
              <a:spcBef>
                <a:spcPts val="0"/>
              </a:spcBef>
              <a:spcAft>
                <a:spcPts val="1800"/>
              </a:spcAft>
              <a:buNone/>
              <a:defRPr sz="1300">
                <a:solidFill>
                  <a:schemeClr val="tx2"/>
                </a:solidFill>
                <a:latin typeface="+mn-lt"/>
              </a:defRPr>
            </a:lvl3pPr>
            <a:lvl4pPr marL="0" indent="0">
              <a:spcBef>
                <a:spcPts val="0"/>
              </a:spcBef>
              <a:spcAft>
                <a:spcPts val="900"/>
              </a:spcAft>
              <a:buNone/>
              <a:defRPr sz="1300" i="1">
                <a:solidFill>
                  <a:schemeClr val="tx2"/>
                </a:solidFill>
                <a:latin typeface="+mn-lt"/>
              </a:defRPr>
            </a:lvl4pPr>
            <a:lvl5pPr marL="0" indent="0">
              <a:spcBef>
                <a:spcPts val="0"/>
              </a:spcBef>
              <a:spcAft>
                <a:spcPts val="900"/>
              </a:spcAft>
              <a:buFont typeface="Arial" panose="020B0604020202020204" pitchFamily="34" charset="0"/>
              <a:buNone/>
              <a:defRPr sz="1400">
                <a:solidFill>
                  <a:schemeClr val="tx2"/>
                </a:solidFill>
                <a:latin typeface="+mn-lt"/>
              </a:defRPr>
            </a:lvl5pPr>
          </a:lstStyle>
          <a:p>
            <a:pPr lvl="0"/>
            <a:r>
              <a:rPr lang="en-US"/>
              <a:t>Click to edit header</a:t>
            </a:r>
          </a:p>
          <a:p>
            <a:pPr lvl="1"/>
            <a:r>
              <a:rPr lang="en-US"/>
              <a:t>Tab to Time then tab to Agenda item</a:t>
            </a:r>
          </a:p>
          <a:p>
            <a:pPr lvl="2"/>
            <a:r>
              <a:rPr lang="en-US"/>
              <a:t>Speaker name and topic</a:t>
            </a:r>
          </a:p>
          <a:p>
            <a:pPr lvl="3"/>
            <a:r>
              <a:rPr lang="en-US"/>
              <a:t>Additional information</a:t>
            </a:r>
          </a:p>
        </p:txBody>
      </p:sp>
      <p:sp>
        <p:nvSpPr>
          <p:cNvPr id="6" name="Text Placeholder 19">
            <a:extLst>
              <a:ext uri="{FF2B5EF4-FFF2-40B4-BE49-F238E27FC236}">
                <a16:creationId xmlns:a16="http://schemas.microsoft.com/office/drawing/2014/main" id="{99D62640-4C2F-4EEE-8702-E19D55A9718A}"/>
              </a:ext>
            </a:extLst>
          </p:cNvPr>
          <p:cNvSpPr>
            <a:spLocks noGrp="1"/>
          </p:cNvSpPr>
          <p:nvPr>
            <p:ph type="body" sz="quarter" idx="11" hasCustomPrompt="1"/>
          </p:nvPr>
        </p:nvSpPr>
        <p:spPr>
          <a:xfrm>
            <a:off x="6291452" y="1756548"/>
            <a:ext cx="3911512" cy="3614737"/>
          </a:xfrm>
          <a:prstGeom prst="rect">
            <a:avLst/>
          </a:prstGeom>
        </p:spPr>
        <p:txBody>
          <a:bodyPr/>
          <a:lstStyle>
            <a:lvl1pPr>
              <a:lnSpc>
                <a:spcPct val="100000"/>
              </a:lnSpc>
              <a:spcBef>
                <a:spcPts val="1800"/>
              </a:spcBef>
              <a:spcAft>
                <a:spcPts val="1800"/>
              </a:spcAft>
              <a:defRPr sz="2000" b="1">
                <a:solidFill>
                  <a:schemeClr val="tx2"/>
                </a:solidFill>
                <a:latin typeface="+mn-lt"/>
              </a:defRPr>
            </a:lvl1pPr>
            <a:lvl2pPr marL="0" indent="0">
              <a:spcBef>
                <a:spcPts val="0"/>
              </a:spcBef>
              <a:spcAft>
                <a:spcPts val="300"/>
              </a:spcAft>
              <a:buNone/>
              <a:tabLst>
                <a:tab pos="568325" algn="r"/>
                <a:tab pos="1028700" algn="l"/>
              </a:tabLst>
              <a:defRPr sz="1300" b="1">
                <a:solidFill>
                  <a:schemeClr val="tx2"/>
                </a:solidFill>
                <a:latin typeface="+mn-lt"/>
              </a:defRPr>
            </a:lvl2pPr>
            <a:lvl3pPr marL="1028700" indent="0">
              <a:spcBef>
                <a:spcPts val="0"/>
              </a:spcBef>
              <a:spcAft>
                <a:spcPts val="1800"/>
              </a:spcAft>
              <a:buNone/>
              <a:defRPr sz="1300">
                <a:solidFill>
                  <a:schemeClr val="tx2"/>
                </a:solidFill>
                <a:latin typeface="+mn-lt"/>
              </a:defRPr>
            </a:lvl3pPr>
            <a:lvl4pPr marL="0" indent="0">
              <a:spcBef>
                <a:spcPts val="0"/>
              </a:spcBef>
              <a:spcAft>
                <a:spcPts val="900"/>
              </a:spcAft>
              <a:buNone/>
              <a:defRPr sz="1300" i="1">
                <a:solidFill>
                  <a:schemeClr val="tx2"/>
                </a:solidFill>
                <a:latin typeface="+mn-lt"/>
              </a:defRPr>
            </a:lvl4pPr>
            <a:lvl5pPr marL="0" indent="0">
              <a:spcBef>
                <a:spcPts val="0"/>
              </a:spcBef>
              <a:spcAft>
                <a:spcPts val="900"/>
              </a:spcAft>
              <a:buFont typeface="Arial" panose="020B0604020202020204" pitchFamily="34" charset="0"/>
              <a:buNone/>
              <a:defRPr sz="1400">
                <a:solidFill>
                  <a:schemeClr val="tx2"/>
                </a:solidFill>
                <a:latin typeface="+mn-lt"/>
              </a:defRPr>
            </a:lvl5pPr>
          </a:lstStyle>
          <a:p>
            <a:pPr lvl="0"/>
            <a:r>
              <a:rPr lang="en-US"/>
              <a:t>Click to edit header</a:t>
            </a:r>
          </a:p>
          <a:p>
            <a:pPr lvl="1"/>
            <a:r>
              <a:rPr lang="en-US"/>
              <a:t>Tab to Time then tab to Agenda item</a:t>
            </a:r>
          </a:p>
          <a:p>
            <a:pPr lvl="2"/>
            <a:r>
              <a:rPr lang="en-US"/>
              <a:t>Speaker name and topic</a:t>
            </a:r>
          </a:p>
          <a:p>
            <a:pPr lvl="3"/>
            <a:r>
              <a:rPr lang="en-US"/>
              <a:t>Additional information</a:t>
            </a:r>
          </a:p>
        </p:txBody>
      </p:sp>
    </p:spTree>
    <p:extLst>
      <p:ext uri="{BB962C8B-B14F-4D97-AF65-F5344CB8AC3E}">
        <p14:creationId xmlns:p14="http://schemas.microsoft.com/office/powerpoint/2010/main" val="23546657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Divider re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3284C44-CBEF-4F9A-AC72-8990858B0EF0}"/>
              </a:ext>
            </a:extLst>
          </p:cNvPr>
          <p:cNvSpPr>
            <a:spLocks noGrp="1"/>
          </p:cNvSpPr>
          <p:nvPr>
            <p:ph type="title" hasCustomPrompt="1"/>
          </p:nvPr>
        </p:nvSpPr>
        <p:spPr>
          <a:xfrm>
            <a:off x="3231270" y="3022967"/>
            <a:ext cx="5726284" cy="812066"/>
          </a:xfrm>
        </p:spPr>
        <p:txBody>
          <a:bodyPr rIns="0" anchor="ctr"/>
          <a:lstStyle>
            <a:lvl1pPr algn="ctr">
              <a:defRPr sz="3200" b="1">
                <a:solidFill>
                  <a:schemeClr val="accent2"/>
                </a:solidFill>
                <a:latin typeface="+mj-lt"/>
              </a:defRPr>
            </a:lvl1pPr>
          </a:lstStyle>
          <a:p>
            <a:r>
              <a:rPr lang="en-US"/>
              <a:t>Click to edit title for divider</a:t>
            </a:r>
          </a:p>
        </p:txBody>
      </p:sp>
    </p:spTree>
    <p:extLst>
      <p:ext uri="{BB962C8B-B14F-4D97-AF65-F5344CB8AC3E}">
        <p14:creationId xmlns:p14="http://schemas.microsoft.com/office/powerpoint/2010/main" val="19389946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Divider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D20D3DB-63F4-412F-96CC-3E84E34BE0CE}"/>
              </a:ext>
            </a:extLst>
          </p:cNvPr>
          <p:cNvSpPr/>
          <p:nvPr userDrawn="1"/>
        </p:nvSpPr>
        <p:spPr>
          <a:xfrm>
            <a:off x="0" y="0"/>
            <a:ext cx="12188825"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mn-lt"/>
              <a:cs typeface="Arial" panose="020B0604020202020204" pitchFamily="34" charset="0"/>
            </a:endParaRPr>
          </a:p>
        </p:txBody>
      </p:sp>
      <p:sp>
        <p:nvSpPr>
          <p:cNvPr id="4" name="Title 1">
            <a:extLst>
              <a:ext uri="{FF2B5EF4-FFF2-40B4-BE49-F238E27FC236}">
                <a16:creationId xmlns:a16="http://schemas.microsoft.com/office/drawing/2014/main" id="{B3284C44-CBEF-4F9A-AC72-8990858B0EF0}"/>
              </a:ext>
            </a:extLst>
          </p:cNvPr>
          <p:cNvSpPr>
            <a:spLocks noGrp="1"/>
          </p:cNvSpPr>
          <p:nvPr>
            <p:ph type="title" hasCustomPrompt="1"/>
          </p:nvPr>
        </p:nvSpPr>
        <p:spPr>
          <a:xfrm>
            <a:off x="3231270" y="3022967"/>
            <a:ext cx="5726284" cy="812066"/>
          </a:xfrm>
        </p:spPr>
        <p:txBody>
          <a:bodyPr rIns="0" anchor="ctr"/>
          <a:lstStyle>
            <a:lvl1pPr algn="ctr" defTabSz="457200" rtl="0" eaLnBrk="1" latinLnBrk="0" hangingPunct="1">
              <a:lnSpc>
                <a:spcPct val="90000"/>
              </a:lnSpc>
              <a:spcBef>
                <a:spcPct val="0"/>
              </a:spcBef>
              <a:buNone/>
              <a:defRPr lang="en-US" sz="3200" b="1" kern="1200" dirty="0">
                <a:solidFill>
                  <a:schemeClr val="bg1"/>
                </a:solidFill>
                <a:latin typeface="+mj-lt"/>
                <a:ea typeface="+mj-ea"/>
                <a:cs typeface="+mj-cs"/>
              </a:defRPr>
            </a:lvl1pPr>
          </a:lstStyle>
          <a:p>
            <a:r>
              <a:rPr lang="en-US"/>
              <a:t>Click to edit title for divider</a:t>
            </a:r>
          </a:p>
        </p:txBody>
      </p:sp>
    </p:spTree>
    <p:extLst>
      <p:ext uri="{BB962C8B-B14F-4D97-AF65-F5344CB8AC3E}">
        <p14:creationId xmlns:p14="http://schemas.microsoft.com/office/powerpoint/2010/main" val="22879773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Divider nav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0111EDB-A7DC-4D3C-BA73-E639327B03EF}"/>
              </a:ext>
            </a:extLst>
          </p:cNvPr>
          <p:cNvSpPr/>
          <p:nvPr userDrawn="1"/>
        </p:nvSpPr>
        <p:spPr>
          <a:xfrm>
            <a:off x="0" y="0"/>
            <a:ext cx="12188825" cy="6858000"/>
          </a:xfrm>
          <a:prstGeom prst="rect">
            <a:avLst/>
          </a:prstGeom>
          <a:solidFill>
            <a:srgbClr val="0B31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mn-lt"/>
              <a:cs typeface="Arial" panose="020B0604020202020204" pitchFamily="34" charset="0"/>
            </a:endParaRPr>
          </a:p>
        </p:txBody>
      </p:sp>
      <p:sp>
        <p:nvSpPr>
          <p:cNvPr id="4" name="Title 1">
            <a:extLst>
              <a:ext uri="{FF2B5EF4-FFF2-40B4-BE49-F238E27FC236}">
                <a16:creationId xmlns:a16="http://schemas.microsoft.com/office/drawing/2014/main" id="{A8DD2AFC-8349-4DB3-855A-645AB85DF6B0}"/>
              </a:ext>
            </a:extLst>
          </p:cNvPr>
          <p:cNvSpPr>
            <a:spLocks noGrp="1"/>
          </p:cNvSpPr>
          <p:nvPr>
            <p:ph type="title" hasCustomPrompt="1"/>
          </p:nvPr>
        </p:nvSpPr>
        <p:spPr>
          <a:xfrm>
            <a:off x="3231270" y="3022967"/>
            <a:ext cx="5726284" cy="812066"/>
          </a:xfrm>
        </p:spPr>
        <p:txBody>
          <a:bodyPr rIns="0" anchor="ctr"/>
          <a:lstStyle>
            <a:lvl1pPr algn="ctr" defTabSz="457200" rtl="0" eaLnBrk="1" latinLnBrk="0" hangingPunct="1">
              <a:lnSpc>
                <a:spcPct val="90000"/>
              </a:lnSpc>
              <a:spcBef>
                <a:spcPct val="0"/>
              </a:spcBef>
              <a:buNone/>
              <a:defRPr lang="en-US" sz="3200" b="1" kern="1200" dirty="0">
                <a:solidFill>
                  <a:schemeClr val="bg1"/>
                </a:solidFill>
                <a:latin typeface="+mj-lt"/>
                <a:ea typeface="+mj-ea"/>
                <a:cs typeface="+mj-cs"/>
              </a:defRPr>
            </a:lvl1pPr>
          </a:lstStyle>
          <a:p>
            <a:r>
              <a:rPr lang="en-US"/>
              <a:t>Click to edit title for divider</a:t>
            </a:r>
          </a:p>
        </p:txBody>
      </p:sp>
    </p:spTree>
    <p:extLst>
      <p:ext uri="{BB962C8B-B14F-4D97-AF65-F5344CB8AC3E}">
        <p14:creationId xmlns:p14="http://schemas.microsoft.com/office/powerpoint/2010/main" val="307027762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Divider white">
    <p:spTree>
      <p:nvGrpSpPr>
        <p:cNvPr id="1" name=""/>
        <p:cNvGrpSpPr/>
        <p:nvPr/>
      </p:nvGrpSpPr>
      <p:grpSpPr>
        <a:xfrm>
          <a:off x="0" y="0"/>
          <a:ext cx="0" cy="0"/>
          <a:chOff x="0" y="0"/>
          <a:chExt cx="0" cy="0"/>
        </a:xfrm>
      </p:grpSpPr>
      <p:pic>
        <p:nvPicPr>
          <p:cNvPr id="5" name="Picture 4" descr="Light heart pattern background.">
            <a:extLst>
              <a:ext uri="{FF2B5EF4-FFF2-40B4-BE49-F238E27FC236}">
                <a16:creationId xmlns:a16="http://schemas.microsoft.com/office/drawing/2014/main" id="{DCF51F69-B135-440B-B1C1-8877F65D92E0}"/>
              </a:ext>
            </a:extLst>
          </p:cNvPr>
          <p:cNvPicPr>
            <a:picLocks noChangeAspect="1"/>
          </p:cNvPicPr>
          <p:nvPr userDrawn="1"/>
        </p:nvPicPr>
        <p:blipFill rotWithShape="1">
          <a:blip r:embed="rId2"/>
          <a:srcRect l="444" t="-1" b="507"/>
          <a:stretch/>
        </p:blipFill>
        <p:spPr>
          <a:xfrm>
            <a:off x="-64" y="0"/>
            <a:ext cx="12188952" cy="6858000"/>
          </a:xfrm>
          <a:prstGeom prst="rect">
            <a:avLst/>
          </a:prstGeom>
        </p:spPr>
      </p:pic>
      <p:sp>
        <p:nvSpPr>
          <p:cNvPr id="4" name="Title 1">
            <a:extLst>
              <a:ext uri="{FF2B5EF4-FFF2-40B4-BE49-F238E27FC236}">
                <a16:creationId xmlns:a16="http://schemas.microsoft.com/office/drawing/2014/main" id="{B3284C44-CBEF-4F9A-AC72-8990858B0EF0}"/>
              </a:ext>
            </a:extLst>
          </p:cNvPr>
          <p:cNvSpPr>
            <a:spLocks noGrp="1"/>
          </p:cNvSpPr>
          <p:nvPr>
            <p:ph type="title" hasCustomPrompt="1"/>
          </p:nvPr>
        </p:nvSpPr>
        <p:spPr>
          <a:xfrm>
            <a:off x="3231270" y="3022967"/>
            <a:ext cx="5726284" cy="812066"/>
          </a:xfrm>
        </p:spPr>
        <p:txBody>
          <a:bodyPr rIns="0" anchor="ctr"/>
          <a:lstStyle>
            <a:lvl1pPr algn="ctr" defTabSz="457200" rtl="0" eaLnBrk="1" latinLnBrk="0" hangingPunct="1">
              <a:lnSpc>
                <a:spcPct val="90000"/>
              </a:lnSpc>
              <a:spcBef>
                <a:spcPct val="0"/>
              </a:spcBef>
              <a:buNone/>
              <a:defRPr lang="en-US" sz="3200" b="1" kern="1200" dirty="0">
                <a:solidFill>
                  <a:schemeClr val="accent2"/>
                </a:solidFill>
                <a:latin typeface="+mj-lt"/>
                <a:ea typeface="+mj-ea"/>
                <a:cs typeface="+mj-cs"/>
              </a:defRPr>
            </a:lvl1pPr>
          </a:lstStyle>
          <a:p>
            <a:r>
              <a:rPr lang="en-US"/>
              <a:t>Click to edit title for divider</a:t>
            </a:r>
          </a:p>
        </p:txBody>
      </p:sp>
    </p:spTree>
    <p:extLst>
      <p:ext uri="{BB962C8B-B14F-4D97-AF65-F5344CB8AC3E}">
        <p14:creationId xmlns:p14="http://schemas.microsoft.com/office/powerpoint/2010/main" val="198120552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Divider dark">
    <p:spTree>
      <p:nvGrpSpPr>
        <p:cNvPr id="1" name=""/>
        <p:cNvGrpSpPr/>
        <p:nvPr/>
      </p:nvGrpSpPr>
      <p:grpSpPr>
        <a:xfrm>
          <a:off x="0" y="0"/>
          <a:ext cx="0" cy="0"/>
          <a:chOff x="0" y="0"/>
          <a:chExt cx="0" cy="0"/>
        </a:xfrm>
      </p:grpSpPr>
      <p:pic>
        <p:nvPicPr>
          <p:cNvPr id="3" name="Picture 2" descr="Dark heart pattern background.">
            <a:extLst>
              <a:ext uri="{FF2B5EF4-FFF2-40B4-BE49-F238E27FC236}">
                <a16:creationId xmlns:a16="http://schemas.microsoft.com/office/drawing/2014/main" id="{A370D62A-AB1A-457C-AF9D-8363B2583D12}"/>
              </a:ext>
            </a:extLst>
          </p:cNvPr>
          <p:cNvPicPr>
            <a:picLocks noChangeAspect="1"/>
          </p:cNvPicPr>
          <p:nvPr userDrawn="1"/>
        </p:nvPicPr>
        <p:blipFill>
          <a:blip r:embed="rId2"/>
          <a:stretch>
            <a:fillRect/>
          </a:stretch>
        </p:blipFill>
        <p:spPr>
          <a:xfrm>
            <a:off x="-15469" y="-9144"/>
            <a:ext cx="12219762" cy="6876288"/>
          </a:xfrm>
          <a:prstGeom prst="rect">
            <a:avLst/>
          </a:prstGeom>
        </p:spPr>
      </p:pic>
      <p:sp>
        <p:nvSpPr>
          <p:cNvPr id="4" name="Title 1">
            <a:extLst>
              <a:ext uri="{FF2B5EF4-FFF2-40B4-BE49-F238E27FC236}">
                <a16:creationId xmlns:a16="http://schemas.microsoft.com/office/drawing/2014/main" id="{ABD1AEB8-3322-4E67-A702-83F309202013}"/>
              </a:ext>
            </a:extLst>
          </p:cNvPr>
          <p:cNvSpPr>
            <a:spLocks noGrp="1"/>
          </p:cNvSpPr>
          <p:nvPr>
            <p:ph type="title" hasCustomPrompt="1"/>
          </p:nvPr>
        </p:nvSpPr>
        <p:spPr>
          <a:xfrm>
            <a:off x="3231270" y="3022967"/>
            <a:ext cx="5726284" cy="812066"/>
          </a:xfrm>
        </p:spPr>
        <p:txBody>
          <a:bodyPr rIns="0" anchor="ctr"/>
          <a:lstStyle>
            <a:lvl1pPr algn="ctr" defTabSz="457200" rtl="0" eaLnBrk="1" latinLnBrk="0" hangingPunct="1">
              <a:lnSpc>
                <a:spcPct val="90000"/>
              </a:lnSpc>
              <a:spcBef>
                <a:spcPct val="0"/>
              </a:spcBef>
              <a:buNone/>
              <a:defRPr lang="en-US" sz="3200" b="1" kern="1200" dirty="0">
                <a:solidFill>
                  <a:schemeClr val="bg1"/>
                </a:solidFill>
                <a:latin typeface="+mj-lt"/>
                <a:ea typeface="+mj-ea"/>
                <a:cs typeface="+mj-cs"/>
              </a:defRPr>
            </a:lvl1pPr>
          </a:lstStyle>
          <a:p>
            <a:r>
              <a:rPr lang="en-US"/>
              <a:t>Click to edit title for divider</a:t>
            </a:r>
          </a:p>
        </p:txBody>
      </p:sp>
    </p:spTree>
    <p:extLst>
      <p:ext uri="{BB962C8B-B14F-4D97-AF65-F5344CB8AC3E}">
        <p14:creationId xmlns:p14="http://schemas.microsoft.com/office/powerpoint/2010/main" val="297154643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Content without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solidFill>
                  <a:schemeClr val="tx2"/>
                </a:solidFill>
              </a:defRPr>
            </a:lvl1pPr>
          </a:lstStyle>
          <a:p>
            <a:r>
              <a:rPr lang="en-US"/>
              <a:t>Click to add title for one-column layout</a:t>
            </a:r>
          </a:p>
        </p:txBody>
      </p:sp>
      <p:sp>
        <p:nvSpPr>
          <p:cNvPr id="3" name="Content Placeholder 2"/>
          <p:cNvSpPr>
            <a:spLocks noGrp="1"/>
          </p:cNvSpPr>
          <p:nvPr>
            <p:ph idx="1" hasCustomPrompt="1"/>
          </p:nvPr>
        </p:nvSpPr>
        <p:spPr bwMode="gray">
          <a:xfrm>
            <a:off x="557784" y="1767532"/>
            <a:ext cx="8586216" cy="3977640"/>
          </a:xfrm>
        </p:spPr>
        <p:txBody>
          <a:bodyPr/>
          <a:lstStyle>
            <a:lvl1pPr>
              <a:defRPr cap="none" baseline="0">
                <a:solidFill>
                  <a:schemeClr val="tx2"/>
                </a:solidFill>
              </a:defRPr>
            </a:lvl1pPr>
            <a:lvl2pPr>
              <a:defRPr>
                <a:solidFill>
                  <a:schemeClr val="tx2"/>
                </a:solidFill>
              </a:defRPr>
            </a:lvl2pPr>
            <a:lvl3pPr>
              <a:defRPr baseline="0">
                <a:solidFill>
                  <a:schemeClr val="tx2"/>
                </a:solidFill>
              </a:defRPr>
            </a:lvl3pPr>
            <a:lvl4pPr>
              <a:defRPr>
                <a:solidFill>
                  <a:schemeClr val="tx2"/>
                </a:solidFill>
              </a:defRPr>
            </a:lvl4pPr>
            <a:lvl5pPr>
              <a:defRPr baseline="0">
                <a:solidFill>
                  <a:schemeClr val="tx2"/>
                </a:solidFill>
              </a:defRPr>
            </a:lvl5pPr>
            <a:lvl6pPr>
              <a:defRPr/>
            </a:lvl6pPr>
            <a:lvl7pPr>
              <a:defRPr/>
            </a:lvl7pPr>
            <a:lvl8pPr>
              <a:defRPr/>
            </a:lvl8pPr>
            <a:lvl9pPr>
              <a:defRPr/>
            </a:lvl9pPr>
          </a:lstStyle>
          <a:p>
            <a:pPr lvl="0"/>
            <a:r>
              <a:rPr lang="en-US"/>
              <a:t>Body text</a:t>
            </a:r>
          </a:p>
          <a:p>
            <a:pPr lvl="1"/>
            <a:r>
              <a:rPr lang="en-US"/>
              <a:t>First-level bullet</a:t>
            </a:r>
          </a:p>
          <a:p>
            <a:pPr lvl="2"/>
            <a:r>
              <a:rPr lang="en-US"/>
              <a:t>Second-level bullet</a:t>
            </a:r>
          </a:p>
          <a:p>
            <a:pPr lvl="3"/>
            <a:r>
              <a:rPr lang="en-US"/>
              <a:t>Third-level bullet</a:t>
            </a:r>
          </a:p>
          <a:p>
            <a:pPr lvl="4"/>
            <a:r>
              <a:rPr lang="en-US"/>
              <a:t>Fourth-level bullet</a:t>
            </a:r>
          </a:p>
          <a:p>
            <a:pPr lvl="5"/>
            <a:r>
              <a:rPr lang="en-US"/>
              <a:t>Fifth-level bullet</a:t>
            </a:r>
          </a:p>
          <a:p>
            <a:pPr lvl="6"/>
            <a:r>
              <a:rPr lang="en-US"/>
              <a:t>Sixth-level bullet</a:t>
            </a:r>
          </a:p>
          <a:p>
            <a:pPr lvl="7"/>
            <a:r>
              <a:rPr lang="en-US"/>
              <a:t>Seventh-level bullet</a:t>
            </a:r>
          </a:p>
          <a:p>
            <a:pPr lvl="8"/>
            <a:r>
              <a:rPr lang="en-US"/>
              <a:t>Eighth-level bullet</a:t>
            </a:r>
          </a:p>
        </p:txBody>
      </p:sp>
    </p:spTree>
    <p:extLst>
      <p:ext uri="{BB962C8B-B14F-4D97-AF65-F5344CB8AC3E}">
        <p14:creationId xmlns:p14="http://schemas.microsoft.com/office/powerpoint/2010/main" val="409929783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57784" y="530351"/>
            <a:ext cx="9665208" cy="713232"/>
          </a:xfrm>
        </p:spPr>
        <p:txBody>
          <a:bodyPr/>
          <a:lstStyle>
            <a:lvl1pPr>
              <a:defRPr>
                <a:solidFill>
                  <a:schemeClr val="tx2"/>
                </a:solidFill>
              </a:defRPr>
            </a:lvl1pPr>
          </a:lstStyle>
          <a:p>
            <a:r>
              <a:rPr lang="en-US"/>
              <a:t>Click to add title for one-column layout</a:t>
            </a:r>
          </a:p>
        </p:txBody>
      </p:sp>
      <p:sp>
        <p:nvSpPr>
          <p:cNvPr id="3" name="Content Placeholder 2"/>
          <p:cNvSpPr>
            <a:spLocks noGrp="1"/>
          </p:cNvSpPr>
          <p:nvPr>
            <p:ph idx="1" hasCustomPrompt="1"/>
          </p:nvPr>
        </p:nvSpPr>
        <p:spPr bwMode="gray">
          <a:xfrm>
            <a:off x="557784" y="1767532"/>
            <a:ext cx="8586216" cy="3977640"/>
          </a:xfrm>
        </p:spPr>
        <p:txBody>
          <a:bodyPr/>
          <a:lstStyle>
            <a:lvl1pPr>
              <a:lnSpc>
                <a:spcPct val="100000"/>
              </a:lnSpc>
              <a:buClr>
                <a:schemeClr val="tx1"/>
              </a:buClr>
              <a:defRPr sz="1800" b="1" cap="none" baseline="0">
                <a:solidFill>
                  <a:schemeClr val="tx2"/>
                </a:solidFill>
                <a:latin typeface="+mn-lt"/>
              </a:defRPr>
            </a:lvl1pPr>
            <a:lvl2pPr marL="0" indent="0">
              <a:buClr>
                <a:schemeClr val="tx1"/>
              </a:buClr>
              <a:buNone/>
              <a:defRPr sz="1300" baseline="0">
                <a:solidFill>
                  <a:schemeClr val="tx2"/>
                </a:solidFill>
              </a:defRPr>
            </a:lvl2pPr>
            <a:lvl3pPr marL="171450" indent="-171450">
              <a:spcBef>
                <a:spcPts val="1200"/>
              </a:spcBef>
              <a:buClr>
                <a:schemeClr val="tx1"/>
              </a:buClr>
              <a:buFont typeface="Arial" panose="020B0604020202020204" pitchFamily="34" charset="0"/>
              <a:buChar char="•"/>
              <a:defRPr sz="1300" baseline="0">
                <a:solidFill>
                  <a:schemeClr val="tx2"/>
                </a:solidFill>
              </a:defRPr>
            </a:lvl3pPr>
            <a:lvl4pPr marL="342900" indent="-171450">
              <a:buClr>
                <a:schemeClr val="tx1"/>
              </a:buClr>
              <a:buFont typeface="Arial" panose="020B0604020202020204" pitchFamily="34" charset="0"/>
              <a:buChar char="–"/>
              <a:defRPr sz="1300" baseline="0">
                <a:solidFill>
                  <a:schemeClr val="tx2"/>
                </a:solidFill>
              </a:defRPr>
            </a:lvl4pPr>
            <a:lvl5pPr marL="515938" indent="-173038">
              <a:buClr>
                <a:schemeClr val="tx1"/>
              </a:buClr>
              <a:buFont typeface="Arial" panose="020B0604020202020204" pitchFamily="34" charset="0"/>
              <a:buChar char="•"/>
              <a:defRPr sz="1300">
                <a:solidFill>
                  <a:schemeClr val="tx2"/>
                </a:solidFill>
              </a:defRPr>
            </a:lvl5pPr>
            <a:lvl6pPr marL="687388" indent="-171450">
              <a:buClr>
                <a:schemeClr val="tx1"/>
              </a:buClr>
              <a:buFont typeface="Arial" panose="020B0604020202020204" pitchFamily="34" charset="0"/>
              <a:buChar char="–"/>
              <a:defRPr sz="1300" baseline="0">
                <a:solidFill>
                  <a:schemeClr val="tx2"/>
                </a:solidFill>
              </a:defRPr>
            </a:lvl6pPr>
            <a:lvl7pPr marL="860425" indent="-173038">
              <a:buFont typeface="Arial" panose="020B0604020202020204" pitchFamily="34" charset="0"/>
              <a:buChar char="•"/>
              <a:defRPr sz="1300"/>
            </a:lvl7pPr>
            <a:lvl8pPr marL="1031875" indent="-171450">
              <a:buFont typeface="Arial" panose="020B0604020202020204" pitchFamily="34" charset="0"/>
              <a:buChar char="–"/>
              <a:defRPr sz="1300"/>
            </a:lvl8pPr>
            <a:lvl9pPr marL="1203325" indent="-171450">
              <a:buFont typeface="Arial" panose="020B0604020202020204" pitchFamily="34" charset="0"/>
              <a:buChar char="•"/>
              <a:defRPr sz="1300" baseline="0"/>
            </a:lvl9pPr>
          </a:lstStyle>
          <a:p>
            <a:pPr lvl="0"/>
            <a:r>
              <a:rPr lang="en-US"/>
              <a:t>Click to add header</a:t>
            </a:r>
          </a:p>
          <a:p>
            <a:pPr lvl="1"/>
            <a:r>
              <a:rPr lang="en-US"/>
              <a:t>Body text</a:t>
            </a:r>
          </a:p>
          <a:p>
            <a:pPr lvl="2"/>
            <a:r>
              <a:rPr lang="en-US"/>
              <a:t>First-level bullet</a:t>
            </a:r>
          </a:p>
          <a:p>
            <a:pPr lvl="3"/>
            <a:r>
              <a:rPr lang="en-US"/>
              <a:t>Second-level bullet</a:t>
            </a:r>
          </a:p>
          <a:p>
            <a:pPr lvl="4"/>
            <a:r>
              <a:rPr lang="en-US"/>
              <a:t>Third-level bullet</a:t>
            </a:r>
          </a:p>
          <a:p>
            <a:pPr lvl="5"/>
            <a:r>
              <a:rPr lang="en-US"/>
              <a:t>Fourth-level bullet</a:t>
            </a:r>
          </a:p>
          <a:p>
            <a:pPr lvl="6"/>
            <a:r>
              <a:rPr lang="en-US"/>
              <a:t>Fifth-level bullet</a:t>
            </a:r>
          </a:p>
          <a:p>
            <a:pPr lvl="7"/>
            <a:r>
              <a:rPr lang="en-US"/>
              <a:t>Sixth-level bullet</a:t>
            </a:r>
          </a:p>
          <a:p>
            <a:pPr lvl="8"/>
            <a:r>
              <a:rPr lang="en-US"/>
              <a:t>Seventh-level bullet</a:t>
            </a:r>
          </a:p>
        </p:txBody>
      </p:sp>
    </p:spTree>
    <p:extLst>
      <p:ext uri="{BB962C8B-B14F-4D97-AF65-F5344CB8AC3E}">
        <p14:creationId xmlns:p14="http://schemas.microsoft.com/office/powerpoint/2010/main" val="424699840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57784" y="530351"/>
            <a:ext cx="9665208" cy="713232"/>
          </a:xfrm>
        </p:spPr>
        <p:txBody>
          <a:bodyPr/>
          <a:lstStyle>
            <a:lvl1pPr>
              <a:defRPr>
                <a:solidFill>
                  <a:schemeClr val="tx2"/>
                </a:solidFill>
              </a:defRPr>
            </a:lvl1pPr>
          </a:lstStyle>
          <a:p>
            <a:r>
              <a:rPr lang="en-US"/>
              <a:t>Click to add title for two-column layout</a:t>
            </a:r>
          </a:p>
        </p:txBody>
      </p:sp>
      <p:sp>
        <p:nvSpPr>
          <p:cNvPr id="3" name="Content Placeholder 2"/>
          <p:cNvSpPr>
            <a:spLocks noGrp="1"/>
          </p:cNvSpPr>
          <p:nvPr>
            <p:ph sz="half" idx="1" hasCustomPrompt="1"/>
          </p:nvPr>
        </p:nvSpPr>
        <p:spPr bwMode="gray">
          <a:xfrm>
            <a:off x="557784" y="1767532"/>
            <a:ext cx="5237114" cy="3973512"/>
          </a:xfrm>
        </p:spPr>
        <p:txBody>
          <a:bodyPr vert="horz" lIns="0" tIns="0" rIns="0" bIns="0" rtlCol="0">
            <a:noAutofit/>
          </a:bodyPr>
          <a:lstStyle>
            <a:lvl1pPr>
              <a:lnSpc>
                <a:spcPct val="100000"/>
              </a:lnSpc>
              <a:buClr>
                <a:schemeClr val="tx1"/>
              </a:buClr>
              <a:defRPr lang="en-US" sz="1800" b="1" kern="1200" cap="none" baseline="0" dirty="0">
                <a:solidFill>
                  <a:schemeClr val="tx2"/>
                </a:solidFill>
                <a:latin typeface="+mn-lt"/>
                <a:ea typeface="+mn-ea"/>
                <a:cs typeface="+mn-cs"/>
              </a:defRPr>
            </a:lvl1pPr>
            <a:lvl2pPr marL="0" indent="0">
              <a:buClr>
                <a:schemeClr val="tx1"/>
              </a:buClr>
              <a:buNone/>
              <a:defRPr lang="en-US" sz="1300" baseline="0" dirty="0" smtClean="0">
                <a:solidFill>
                  <a:schemeClr val="tx2"/>
                </a:solidFill>
              </a:defRPr>
            </a:lvl2pPr>
            <a:lvl3pPr marL="171450" indent="-171450">
              <a:spcBef>
                <a:spcPts val="1200"/>
              </a:spcBef>
              <a:buClr>
                <a:schemeClr val="tx1"/>
              </a:buClr>
              <a:buFont typeface="Arial" panose="020B0604020202020204" pitchFamily="34" charset="0"/>
              <a:buChar char="•"/>
              <a:defRPr lang="en-US" sz="1300" baseline="0" dirty="0" smtClean="0">
                <a:solidFill>
                  <a:schemeClr val="tx2"/>
                </a:solidFill>
              </a:defRPr>
            </a:lvl3pPr>
            <a:lvl4pPr marL="342900" indent="-171450">
              <a:buClr>
                <a:schemeClr val="tx1"/>
              </a:buClr>
              <a:buFont typeface="Arial" panose="020B0604020202020204" pitchFamily="34" charset="0"/>
              <a:buChar char="–"/>
              <a:defRPr lang="en-US" sz="1300" baseline="0" dirty="0" smtClean="0">
                <a:solidFill>
                  <a:schemeClr val="tx2"/>
                </a:solidFill>
              </a:defRPr>
            </a:lvl4pPr>
            <a:lvl5pPr marL="514350" indent="-171450">
              <a:buClr>
                <a:schemeClr val="tx1"/>
              </a:buClr>
              <a:buFont typeface="Arial" panose="020B0604020202020204" pitchFamily="34" charset="0"/>
              <a:buChar char="•"/>
              <a:defRPr lang="en-US" sz="1300" dirty="0">
                <a:solidFill>
                  <a:schemeClr val="tx2"/>
                </a:solidFill>
              </a:defRPr>
            </a:lvl5pPr>
            <a:lvl6pPr marL="685800" indent="-171450">
              <a:buClr>
                <a:schemeClr val="tx1"/>
              </a:buClr>
              <a:buFont typeface="Arial" panose="020B0604020202020204" pitchFamily="34" charset="0"/>
              <a:buChar char="–"/>
              <a:defRPr sz="1300" baseline="0">
                <a:solidFill>
                  <a:schemeClr val="tx2"/>
                </a:solidFill>
              </a:defRPr>
            </a:lvl6pPr>
            <a:lvl7pPr marL="860425" indent="-173038">
              <a:buFont typeface="Arial" panose="020B0604020202020204" pitchFamily="34" charset="0"/>
              <a:buChar char="•"/>
              <a:defRPr sz="1300"/>
            </a:lvl7pPr>
            <a:lvl8pPr marL="1031875" indent="-171450">
              <a:buFont typeface="Arial" panose="020B0604020202020204" pitchFamily="34" charset="0"/>
              <a:buChar char="–"/>
              <a:defRPr sz="1300"/>
            </a:lvl8pPr>
            <a:lvl9pPr marL="1203325" indent="-171450">
              <a:buFont typeface="Arial" panose="020B0604020202020204" pitchFamily="34" charset="0"/>
              <a:buChar char="•"/>
              <a:defRPr sz="1300" baseline="0"/>
            </a:lvl9pPr>
          </a:lstStyle>
          <a:p>
            <a:pPr marL="0" lvl="0" indent="0" algn="l" defTabSz="457200" rtl="0" eaLnBrk="1" latinLnBrk="0" hangingPunct="1">
              <a:lnSpc>
                <a:spcPct val="100000"/>
              </a:lnSpc>
              <a:spcBef>
                <a:spcPts val="1800"/>
              </a:spcBef>
              <a:buClr>
                <a:schemeClr val="tx1"/>
              </a:buClr>
              <a:buFont typeface="Arial"/>
              <a:buNone/>
            </a:pPr>
            <a:r>
              <a:rPr lang="en-US"/>
              <a:t>Click to add header</a:t>
            </a:r>
          </a:p>
          <a:p>
            <a:pPr lvl="1"/>
            <a:r>
              <a:rPr lang="en-US"/>
              <a:t>Body text</a:t>
            </a:r>
          </a:p>
          <a:p>
            <a:pPr lvl="2"/>
            <a:r>
              <a:rPr lang="en-US"/>
              <a:t>First-level bullet</a:t>
            </a:r>
          </a:p>
          <a:p>
            <a:pPr lvl="3"/>
            <a:r>
              <a:rPr lang="en-US"/>
              <a:t>Second-level bullet</a:t>
            </a:r>
          </a:p>
          <a:p>
            <a:pPr lvl="4"/>
            <a:r>
              <a:rPr lang="en-US"/>
              <a:t>Third-level bullet</a:t>
            </a:r>
          </a:p>
          <a:p>
            <a:pPr lvl="5"/>
            <a:r>
              <a:rPr lang="en-US"/>
              <a:t>Fourth-level bullet</a:t>
            </a:r>
          </a:p>
          <a:p>
            <a:pPr lvl="6"/>
            <a:r>
              <a:rPr lang="en-US"/>
              <a:t>Fifth-level bullet</a:t>
            </a:r>
          </a:p>
          <a:p>
            <a:pPr lvl="7"/>
            <a:r>
              <a:rPr lang="en-US"/>
              <a:t>Sixth-level bullet</a:t>
            </a:r>
          </a:p>
          <a:p>
            <a:pPr lvl="8"/>
            <a:r>
              <a:rPr lang="en-US"/>
              <a:t>Seventh-level bullet</a:t>
            </a:r>
          </a:p>
        </p:txBody>
      </p:sp>
      <p:sp>
        <p:nvSpPr>
          <p:cNvPr id="5" name="Content Placeholder 2"/>
          <p:cNvSpPr>
            <a:spLocks noGrp="1"/>
          </p:cNvSpPr>
          <p:nvPr>
            <p:ph sz="half" idx="10" hasCustomPrompt="1"/>
          </p:nvPr>
        </p:nvSpPr>
        <p:spPr bwMode="gray">
          <a:xfrm>
            <a:off x="6382512" y="1767532"/>
            <a:ext cx="5237114" cy="3973512"/>
          </a:xfrm>
        </p:spPr>
        <p:txBody>
          <a:bodyPr vert="horz" lIns="0" tIns="0" rIns="0" bIns="0" rtlCol="0">
            <a:noAutofit/>
          </a:bodyPr>
          <a:lstStyle>
            <a:lvl1pPr>
              <a:lnSpc>
                <a:spcPct val="100000"/>
              </a:lnSpc>
              <a:buClr>
                <a:schemeClr val="tx1"/>
              </a:buClr>
              <a:defRPr lang="en-US" sz="1800" b="1" kern="1200" cap="none" baseline="0" dirty="0">
                <a:solidFill>
                  <a:schemeClr val="tx2"/>
                </a:solidFill>
                <a:latin typeface="+mn-lt"/>
                <a:ea typeface="+mn-ea"/>
                <a:cs typeface="+mn-cs"/>
              </a:defRPr>
            </a:lvl1pPr>
            <a:lvl2pPr marL="0" indent="0">
              <a:buClr>
                <a:schemeClr val="tx1"/>
              </a:buClr>
              <a:buNone/>
              <a:defRPr lang="en-US" sz="1300" baseline="0" dirty="0" smtClean="0">
                <a:solidFill>
                  <a:schemeClr val="tx2"/>
                </a:solidFill>
              </a:defRPr>
            </a:lvl2pPr>
            <a:lvl3pPr marL="171450" indent="-171450">
              <a:spcBef>
                <a:spcPts val="1200"/>
              </a:spcBef>
              <a:buClr>
                <a:schemeClr val="tx1"/>
              </a:buClr>
              <a:buFont typeface="Arial" panose="020B0604020202020204" pitchFamily="34" charset="0"/>
              <a:buChar char="•"/>
              <a:defRPr lang="en-US" sz="1300" baseline="0" dirty="0" smtClean="0">
                <a:solidFill>
                  <a:schemeClr val="tx2"/>
                </a:solidFill>
              </a:defRPr>
            </a:lvl3pPr>
            <a:lvl4pPr marL="342900" indent="-171450">
              <a:buClr>
                <a:schemeClr val="tx1"/>
              </a:buClr>
              <a:buFont typeface="Arial" panose="020B0604020202020204" pitchFamily="34" charset="0"/>
              <a:buChar char="–"/>
              <a:defRPr lang="en-US" sz="1300" baseline="0" dirty="0" smtClean="0">
                <a:solidFill>
                  <a:schemeClr val="tx2"/>
                </a:solidFill>
              </a:defRPr>
            </a:lvl4pPr>
            <a:lvl5pPr marL="514350" indent="-171450">
              <a:buClr>
                <a:schemeClr val="tx1"/>
              </a:buClr>
              <a:buFont typeface="Arial" panose="020B0604020202020204" pitchFamily="34" charset="0"/>
              <a:buChar char="•"/>
              <a:defRPr lang="en-US" sz="1300" dirty="0">
                <a:solidFill>
                  <a:schemeClr val="tx2"/>
                </a:solidFill>
              </a:defRPr>
            </a:lvl5pPr>
            <a:lvl6pPr marL="685800" indent="-171450">
              <a:buClr>
                <a:schemeClr val="tx1"/>
              </a:buClr>
              <a:buFont typeface="Arial" panose="020B0604020202020204" pitchFamily="34" charset="0"/>
              <a:buChar char="–"/>
              <a:defRPr sz="1300" baseline="0">
                <a:solidFill>
                  <a:schemeClr val="tx2"/>
                </a:solidFill>
              </a:defRPr>
            </a:lvl6pPr>
            <a:lvl7pPr marL="860425" indent="-173038">
              <a:buFont typeface="Arial" panose="020B0604020202020204" pitchFamily="34" charset="0"/>
              <a:buChar char="•"/>
              <a:defRPr sz="1300"/>
            </a:lvl7pPr>
            <a:lvl8pPr marL="1031875" indent="-171450">
              <a:buFont typeface="Arial" panose="020B0604020202020204" pitchFamily="34" charset="0"/>
              <a:buChar char="–"/>
              <a:defRPr sz="1300"/>
            </a:lvl8pPr>
            <a:lvl9pPr marL="1203325" indent="-171450">
              <a:buFont typeface="Arial" panose="020B0604020202020204" pitchFamily="34" charset="0"/>
              <a:buChar char="•"/>
              <a:defRPr sz="1300" baseline="0"/>
            </a:lvl9pPr>
          </a:lstStyle>
          <a:p>
            <a:pPr marL="0" lvl="0" indent="0" algn="l" defTabSz="457200" rtl="0" eaLnBrk="1" latinLnBrk="0" hangingPunct="1">
              <a:lnSpc>
                <a:spcPct val="100000"/>
              </a:lnSpc>
              <a:spcBef>
                <a:spcPts val="1800"/>
              </a:spcBef>
              <a:buClr>
                <a:schemeClr val="tx1"/>
              </a:buClr>
              <a:buFont typeface="Arial"/>
              <a:buNone/>
            </a:pPr>
            <a:r>
              <a:rPr lang="en-US"/>
              <a:t>Click to add header</a:t>
            </a:r>
          </a:p>
          <a:p>
            <a:pPr lvl="1"/>
            <a:r>
              <a:rPr lang="en-US"/>
              <a:t>Body text</a:t>
            </a:r>
          </a:p>
          <a:p>
            <a:pPr lvl="2"/>
            <a:r>
              <a:rPr lang="en-US"/>
              <a:t>First-level bullet</a:t>
            </a:r>
          </a:p>
          <a:p>
            <a:pPr lvl="3"/>
            <a:r>
              <a:rPr lang="en-US"/>
              <a:t>Second-level bullet</a:t>
            </a:r>
          </a:p>
          <a:p>
            <a:pPr lvl="4"/>
            <a:r>
              <a:rPr lang="en-US"/>
              <a:t>Third-level bullet</a:t>
            </a:r>
          </a:p>
          <a:p>
            <a:pPr lvl="5"/>
            <a:r>
              <a:rPr lang="en-US"/>
              <a:t>Fourth-level bullet</a:t>
            </a:r>
          </a:p>
          <a:p>
            <a:pPr lvl="6"/>
            <a:r>
              <a:rPr lang="en-US"/>
              <a:t>Fifth-level bullet</a:t>
            </a:r>
          </a:p>
          <a:p>
            <a:pPr lvl="7"/>
            <a:r>
              <a:rPr lang="en-US"/>
              <a:t>Sixth-level bullet</a:t>
            </a:r>
          </a:p>
          <a:p>
            <a:pPr lvl="8"/>
            <a:r>
              <a:rPr lang="en-US"/>
              <a:t>Seventh-level bullet</a:t>
            </a:r>
          </a:p>
        </p:txBody>
      </p:sp>
    </p:spTree>
    <p:extLst>
      <p:ext uri="{BB962C8B-B14F-4D97-AF65-F5344CB8AC3E}">
        <p14:creationId xmlns:p14="http://schemas.microsoft.com/office/powerpoint/2010/main" val="339399787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57784" y="530351"/>
            <a:ext cx="9665208" cy="713232"/>
          </a:xfrm>
        </p:spPr>
        <p:txBody>
          <a:bodyPr/>
          <a:lstStyle>
            <a:lvl1pPr>
              <a:defRPr>
                <a:solidFill>
                  <a:schemeClr val="tx2"/>
                </a:solidFill>
              </a:defRPr>
            </a:lvl1pPr>
          </a:lstStyle>
          <a:p>
            <a:r>
              <a:rPr lang="en-US"/>
              <a:t>Click to add title for three-column layout</a:t>
            </a:r>
          </a:p>
        </p:txBody>
      </p:sp>
      <p:sp>
        <p:nvSpPr>
          <p:cNvPr id="3" name="Content Placeholder 2"/>
          <p:cNvSpPr>
            <a:spLocks noGrp="1"/>
          </p:cNvSpPr>
          <p:nvPr>
            <p:ph sz="half" idx="1" hasCustomPrompt="1"/>
          </p:nvPr>
        </p:nvSpPr>
        <p:spPr bwMode="gray">
          <a:xfrm>
            <a:off x="557784" y="1764792"/>
            <a:ext cx="3433191" cy="3988308"/>
          </a:xfrm>
        </p:spPr>
        <p:txBody>
          <a:bodyPr vert="horz" lIns="0" tIns="0" rIns="0" bIns="0" rtlCol="0">
            <a:noAutofit/>
          </a:bodyPr>
          <a:lstStyle>
            <a:lvl1pPr>
              <a:lnSpc>
                <a:spcPct val="100000"/>
              </a:lnSpc>
              <a:buClr>
                <a:schemeClr val="tx1"/>
              </a:buClr>
              <a:defRPr lang="en-US" sz="1800" b="1" kern="1200" cap="none" baseline="0" dirty="0">
                <a:solidFill>
                  <a:schemeClr val="tx2"/>
                </a:solidFill>
                <a:latin typeface="+mn-lt"/>
                <a:ea typeface="+mn-ea"/>
                <a:cs typeface="+mn-cs"/>
              </a:defRPr>
            </a:lvl1pPr>
            <a:lvl2pPr marL="0" indent="0">
              <a:buClr>
                <a:schemeClr val="tx1"/>
              </a:buClr>
              <a:buNone/>
              <a:defRPr lang="en-US" sz="1300" dirty="0" smtClean="0">
                <a:solidFill>
                  <a:schemeClr val="tx2"/>
                </a:solidFill>
              </a:defRPr>
            </a:lvl2pPr>
            <a:lvl3pPr marL="174625" indent="-174625">
              <a:spcBef>
                <a:spcPts val="1200"/>
              </a:spcBef>
              <a:buClr>
                <a:schemeClr val="tx1"/>
              </a:buClr>
              <a:buFont typeface="Arial" panose="020B0604020202020204" pitchFamily="34" charset="0"/>
              <a:buChar char="•"/>
              <a:defRPr lang="en-US" sz="1300" dirty="0" smtClean="0">
                <a:solidFill>
                  <a:schemeClr val="tx2"/>
                </a:solidFill>
              </a:defRPr>
            </a:lvl3pPr>
            <a:lvl4pPr marL="347663" indent="-173038">
              <a:buClr>
                <a:schemeClr val="tx1"/>
              </a:buClr>
              <a:buFont typeface="Arial" panose="020B0604020202020204" pitchFamily="34" charset="0"/>
              <a:buChar char="–"/>
              <a:defRPr lang="en-US" sz="1300" dirty="0" smtClean="0">
                <a:solidFill>
                  <a:schemeClr val="tx2"/>
                </a:solidFill>
              </a:defRPr>
            </a:lvl4pPr>
            <a:lvl5pPr marL="511175" indent="-163513">
              <a:buClr>
                <a:schemeClr val="tx1"/>
              </a:buClr>
              <a:buFont typeface="Arial" panose="020B0604020202020204" pitchFamily="34" charset="0"/>
              <a:buChar char="•"/>
              <a:defRPr lang="en-US" sz="1300" dirty="0">
                <a:solidFill>
                  <a:schemeClr val="tx2"/>
                </a:solidFill>
              </a:defRPr>
            </a:lvl5pPr>
            <a:lvl6pPr marL="685800" indent="-174625">
              <a:buClr>
                <a:schemeClr val="tx1"/>
              </a:buClr>
              <a:buFont typeface="Arial" panose="020B0604020202020204" pitchFamily="34" charset="0"/>
              <a:buChar char="–"/>
              <a:defRPr sz="1300">
                <a:solidFill>
                  <a:schemeClr val="tx2"/>
                </a:solidFill>
              </a:defRPr>
            </a:lvl6pPr>
            <a:lvl7pPr marL="860425" indent="-173038">
              <a:buFont typeface="Arial" panose="020B0604020202020204" pitchFamily="34" charset="0"/>
              <a:buChar char="•"/>
              <a:tabLst/>
              <a:defRPr sz="1300"/>
            </a:lvl7pPr>
            <a:lvl8pPr marL="1031875" indent="-171450">
              <a:buFont typeface="Arial" panose="020B0604020202020204" pitchFamily="34" charset="0"/>
              <a:buChar char="–"/>
              <a:defRPr sz="1300"/>
            </a:lvl8pPr>
            <a:lvl9pPr marL="1203325" indent="-171450">
              <a:buFont typeface="Arial" panose="020B0604020202020204" pitchFamily="34" charset="0"/>
              <a:buChar char="•"/>
              <a:defRPr sz="1300"/>
            </a:lvl9pPr>
          </a:lstStyle>
          <a:p>
            <a:pPr marL="0" lvl="0" indent="0" algn="l" defTabSz="457200" rtl="0" eaLnBrk="1" latinLnBrk="0" hangingPunct="1">
              <a:lnSpc>
                <a:spcPct val="100000"/>
              </a:lnSpc>
              <a:spcBef>
                <a:spcPts val="1800"/>
              </a:spcBef>
              <a:buClr>
                <a:schemeClr val="tx1"/>
              </a:buClr>
              <a:buFont typeface="Arial"/>
              <a:buNone/>
            </a:pPr>
            <a:r>
              <a:rPr lang="en-US"/>
              <a:t>Click to add header</a:t>
            </a:r>
          </a:p>
          <a:p>
            <a:pPr lvl="1"/>
            <a:r>
              <a:rPr lang="en-US"/>
              <a:t>Body text</a:t>
            </a:r>
          </a:p>
          <a:p>
            <a:pPr lvl="2"/>
            <a:r>
              <a:rPr lang="en-US"/>
              <a:t>First-level bullet</a:t>
            </a:r>
          </a:p>
          <a:p>
            <a:pPr lvl="3"/>
            <a:r>
              <a:rPr lang="en-US"/>
              <a:t>Second-level bullet</a:t>
            </a:r>
          </a:p>
          <a:p>
            <a:pPr lvl="4"/>
            <a:r>
              <a:rPr lang="en-US"/>
              <a:t>Third-level bullet</a:t>
            </a:r>
          </a:p>
          <a:p>
            <a:pPr lvl="5"/>
            <a:r>
              <a:rPr lang="en-US"/>
              <a:t>Fourth-level bullet</a:t>
            </a:r>
          </a:p>
          <a:p>
            <a:pPr lvl="6"/>
            <a:r>
              <a:rPr lang="en-US"/>
              <a:t>Fifth-level bullet</a:t>
            </a:r>
          </a:p>
          <a:p>
            <a:pPr lvl="7"/>
            <a:r>
              <a:rPr lang="en-US"/>
              <a:t>Sixth-level bullet</a:t>
            </a:r>
          </a:p>
          <a:p>
            <a:pPr lvl="8"/>
            <a:r>
              <a:rPr lang="en-US"/>
              <a:t>Seventh-level bullet</a:t>
            </a:r>
          </a:p>
        </p:txBody>
      </p:sp>
      <p:sp>
        <p:nvSpPr>
          <p:cNvPr id="6" name="Content Placeholder 2"/>
          <p:cNvSpPr>
            <a:spLocks noGrp="1"/>
          </p:cNvSpPr>
          <p:nvPr>
            <p:ph sz="half" idx="10" hasCustomPrompt="1"/>
          </p:nvPr>
        </p:nvSpPr>
        <p:spPr bwMode="gray">
          <a:xfrm>
            <a:off x="4370832" y="1764792"/>
            <a:ext cx="3433191" cy="3988308"/>
          </a:xfrm>
        </p:spPr>
        <p:txBody>
          <a:bodyPr vert="horz" lIns="0" tIns="0" rIns="0" bIns="0" rtlCol="0">
            <a:noAutofit/>
          </a:bodyPr>
          <a:lstStyle>
            <a:lvl1pPr>
              <a:lnSpc>
                <a:spcPct val="100000"/>
              </a:lnSpc>
              <a:buClr>
                <a:schemeClr val="tx1"/>
              </a:buClr>
              <a:defRPr lang="en-US" sz="1800" b="1" kern="1200" cap="none" baseline="0" dirty="0">
                <a:solidFill>
                  <a:schemeClr val="tx2"/>
                </a:solidFill>
                <a:latin typeface="+mn-lt"/>
                <a:ea typeface="+mn-ea"/>
                <a:cs typeface="+mn-cs"/>
              </a:defRPr>
            </a:lvl1pPr>
            <a:lvl2pPr marL="0" indent="0">
              <a:buClr>
                <a:schemeClr val="tx1"/>
              </a:buClr>
              <a:buNone/>
              <a:defRPr lang="en-US" sz="1300" dirty="0" smtClean="0">
                <a:solidFill>
                  <a:schemeClr val="tx2"/>
                </a:solidFill>
              </a:defRPr>
            </a:lvl2pPr>
            <a:lvl3pPr marL="174625" indent="-174625">
              <a:spcBef>
                <a:spcPts val="1200"/>
              </a:spcBef>
              <a:buClr>
                <a:schemeClr val="tx1"/>
              </a:buClr>
              <a:buFont typeface="Arial" panose="020B0604020202020204" pitchFamily="34" charset="0"/>
              <a:buChar char="•"/>
              <a:defRPr lang="en-US" sz="1300" dirty="0" smtClean="0">
                <a:solidFill>
                  <a:schemeClr val="tx2"/>
                </a:solidFill>
              </a:defRPr>
            </a:lvl3pPr>
            <a:lvl4pPr marL="347663" indent="-173038">
              <a:buClr>
                <a:schemeClr val="tx1"/>
              </a:buClr>
              <a:buFont typeface="Arial" panose="020B0604020202020204" pitchFamily="34" charset="0"/>
              <a:buChar char="–"/>
              <a:defRPr lang="en-US" sz="1300" dirty="0" smtClean="0">
                <a:solidFill>
                  <a:schemeClr val="tx2"/>
                </a:solidFill>
              </a:defRPr>
            </a:lvl4pPr>
            <a:lvl5pPr marL="511175" indent="-163513">
              <a:buClr>
                <a:schemeClr val="tx1"/>
              </a:buClr>
              <a:buFont typeface="Arial" panose="020B0604020202020204" pitchFamily="34" charset="0"/>
              <a:buChar char="•"/>
              <a:defRPr lang="en-US" sz="1300" dirty="0">
                <a:solidFill>
                  <a:schemeClr val="tx2"/>
                </a:solidFill>
              </a:defRPr>
            </a:lvl5pPr>
            <a:lvl6pPr marL="685800" indent="-174625">
              <a:buClr>
                <a:schemeClr val="tx1"/>
              </a:buClr>
              <a:buFont typeface="Arial" panose="020B0604020202020204" pitchFamily="34" charset="0"/>
              <a:buChar char="–"/>
              <a:defRPr sz="1300">
                <a:solidFill>
                  <a:schemeClr val="tx2"/>
                </a:solidFill>
              </a:defRPr>
            </a:lvl6pPr>
            <a:lvl7pPr marL="860425" indent="-173038">
              <a:buFont typeface="Arial" panose="020B0604020202020204" pitchFamily="34" charset="0"/>
              <a:buChar char="•"/>
              <a:tabLst/>
              <a:defRPr sz="1300"/>
            </a:lvl7pPr>
            <a:lvl8pPr marL="1031875" indent="-171450">
              <a:buFont typeface="Arial" panose="020B0604020202020204" pitchFamily="34" charset="0"/>
              <a:buChar char="–"/>
              <a:defRPr sz="1300"/>
            </a:lvl8pPr>
            <a:lvl9pPr marL="1203325" indent="-171450">
              <a:buFont typeface="Arial" panose="020B0604020202020204" pitchFamily="34" charset="0"/>
              <a:buChar char="•"/>
              <a:defRPr sz="1300"/>
            </a:lvl9pPr>
          </a:lstStyle>
          <a:p>
            <a:pPr marL="0" lvl="0" indent="0" algn="l" defTabSz="457200" rtl="0" eaLnBrk="1" latinLnBrk="0" hangingPunct="1">
              <a:lnSpc>
                <a:spcPct val="100000"/>
              </a:lnSpc>
              <a:spcBef>
                <a:spcPts val="1800"/>
              </a:spcBef>
              <a:buClr>
                <a:schemeClr val="tx1"/>
              </a:buClr>
              <a:buFont typeface="Arial"/>
              <a:buNone/>
            </a:pPr>
            <a:r>
              <a:rPr lang="en-US"/>
              <a:t>Click to add header</a:t>
            </a:r>
          </a:p>
          <a:p>
            <a:pPr lvl="1"/>
            <a:r>
              <a:rPr lang="en-US"/>
              <a:t>Body text</a:t>
            </a:r>
          </a:p>
          <a:p>
            <a:pPr lvl="2"/>
            <a:r>
              <a:rPr lang="en-US"/>
              <a:t>First-level bullet</a:t>
            </a:r>
          </a:p>
          <a:p>
            <a:pPr lvl="3"/>
            <a:r>
              <a:rPr lang="en-US"/>
              <a:t>Second-level bullet</a:t>
            </a:r>
          </a:p>
          <a:p>
            <a:pPr lvl="4"/>
            <a:r>
              <a:rPr lang="en-US"/>
              <a:t>Third-level bullet</a:t>
            </a:r>
          </a:p>
          <a:p>
            <a:pPr lvl="5"/>
            <a:r>
              <a:rPr lang="en-US"/>
              <a:t>Fourth-level bullet</a:t>
            </a:r>
          </a:p>
          <a:p>
            <a:pPr lvl="6"/>
            <a:r>
              <a:rPr lang="en-US"/>
              <a:t>Fifth-level bullet</a:t>
            </a:r>
          </a:p>
          <a:p>
            <a:pPr lvl="7"/>
            <a:r>
              <a:rPr lang="en-US"/>
              <a:t>Sixth-level bullet</a:t>
            </a:r>
          </a:p>
          <a:p>
            <a:pPr lvl="8"/>
            <a:r>
              <a:rPr lang="en-US"/>
              <a:t>Seventh-level bullet</a:t>
            </a:r>
          </a:p>
        </p:txBody>
      </p:sp>
      <p:sp>
        <p:nvSpPr>
          <p:cNvPr id="7" name="Content Placeholder 2"/>
          <p:cNvSpPr>
            <a:spLocks noGrp="1"/>
          </p:cNvSpPr>
          <p:nvPr>
            <p:ph sz="half" idx="11" hasCustomPrompt="1"/>
          </p:nvPr>
        </p:nvSpPr>
        <p:spPr bwMode="gray">
          <a:xfrm>
            <a:off x="8183880" y="1764792"/>
            <a:ext cx="3433191" cy="3988308"/>
          </a:xfrm>
        </p:spPr>
        <p:txBody>
          <a:bodyPr vert="horz" lIns="0" tIns="0" rIns="0" bIns="0" rtlCol="0">
            <a:noAutofit/>
          </a:bodyPr>
          <a:lstStyle>
            <a:lvl1pPr>
              <a:lnSpc>
                <a:spcPct val="100000"/>
              </a:lnSpc>
              <a:buClr>
                <a:schemeClr val="tx1"/>
              </a:buClr>
              <a:defRPr lang="en-US" sz="1800" b="1" kern="1200" cap="none" baseline="0" dirty="0">
                <a:solidFill>
                  <a:schemeClr val="tx2"/>
                </a:solidFill>
                <a:latin typeface="+mn-lt"/>
                <a:ea typeface="+mn-ea"/>
                <a:cs typeface="+mn-cs"/>
              </a:defRPr>
            </a:lvl1pPr>
            <a:lvl2pPr marL="0" indent="0">
              <a:buClr>
                <a:schemeClr val="tx1"/>
              </a:buClr>
              <a:buNone/>
              <a:defRPr lang="en-US" sz="1300" dirty="0" smtClean="0">
                <a:solidFill>
                  <a:schemeClr val="tx2"/>
                </a:solidFill>
              </a:defRPr>
            </a:lvl2pPr>
            <a:lvl3pPr marL="174625" indent="-174625">
              <a:spcBef>
                <a:spcPts val="1200"/>
              </a:spcBef>
              <a:buClr>
                <a:schemeClr val="tx1"/>
              </a:buClr>
              <a:buFont typeface="Arial" panose="020B0604020202020204" pitchFamily="34" charset="0"/>
              <a:buChar char="•"/>
              <a:defRPr lang="en-US" sz="1300" dirty="0" smtClean="0">
                <a:solidFill>
                  <a:schemeClr val="tx2"/>
                </a:solidFill>
              </a:defRPr>
            </a:lvl3pPr>
            <a:lvl4pPr marL="347663" indent="-173038">
              <a:buClr>
                <a:schemeClr val="tx1"/>
              </a:buClr>
              <a:buFont typeface="Arial" panose="020B0604020202020204" pitchFamily="34" charset="0"/>
              <a:buChar char="–"/>
              <a:defRPr lang="en-US" sz="1300" dirty="0" smtClean="0">
                <a:solidFill>
                  <a:schemeClr val="tx2"/>
                </a:solidFill>
              </a:defRPr>
            </a:lvl4pPr>
            <a:lvl5pPr marL="511175" indent="-163513">
              <a:buClr>
                <a:schemeClr val="tx1"/>
              </a:buClr>
              <a:buFont typeface="Arial" panose="020B0604020202020204" pitchFamily="34" charset="0"/>
              <a:buChar char="•"/>
              <a:defRPr lang="en-US" sz="1300" dirty="0">
                <a:solidFill>
                  <a:schemeClr val="tx2"/>
                </a:solidFill>
              </a:defRPr>
            </a:lvl5pPr>
            <a:lvl6pPr marL="685800" indent="-174625">
              <a:buClr>
                <a:schemeClr val="tx1"/>
              </a:buClr>
              <a:buFont typeface="Arial" panose="020B0604020202020204" pitchFamily="34" charset="0"/>
              <a:buChar char="–"/>
              <a:defRPr sz="1300">
                <a:solidFill>
                  <a:schemeClr val="tx2"/>
                </a:solidFill>
              </a:defRPr>
            </a:lvl6pPr>
            <a:lvl7pPr marL="860425" indent="-173038">
              <a:buFont typeface="Arial" panose="020B0604020202020204" pitchFamily="34" charset="0"/>
              <a:buChar char="•"/>
              <a:tabLst/>
              <a:defRPr sz="1300"/>
            </a:lvl7pPr>
            <a:lvl8pPr marL="1031875" indent="-171450">
              <a:buFont typeface="Arial" panose="020B0604020202020204" pitchFamily="34" charset="0"/>
              <a:buChar char="–"/>
              <a:defRPr sz="1300"/>
            </a:lvl8pPr>
            <a:lvl9pPr marL="1203325" indent="-171450">
              <a:buFont typeface="Arial" panose="020B0604020202020204" pitchFamily="34" charset="0"/>
              <a:buChar char="•"/>
              <a:defRPr sz="1300"/>
            </a:lvl9pPr>
          </a:lstStyle>
          <a:p>
            <a:pPr marL="0" lvl="0" indent="0" algn="l" defTabSz="457200" rtl="0" eaLnBrk="1" latinLnBrk="0" hangingPunct="1">
              <a:lnSpc>
                <a:spcPct val="100000"/>
              </a:lnSpc>
              <a:spcBef>
                <a:spcPts val="1800"/>
              </a:spcBef>
              <a:buClr>
                <a:schemeClr val="tx1"/>
              </a:buClr>
              <a:buFont typeface="Arial"/>
              <a:buNone/>
            </a:pPr>
            <a:r>
              <a:rPr lang="en-US"/>
              <a:t>Click to add header</a:t>
            </a:r>
          </a:p>
          <a:p>
            <a:pPr lvl="1"/>
            <a:r>
              <a:rPr lang="en-US"/>
              <a:t>Body text</a:t>
            </a:r>
          </a:p>
          <a:p>
            <a:pPr lvl="2"/>
            <a:r>
              <a:rPr lang="en-US"/>
              <a:t>First-level bullet</a:t>
            </a:r>
          </a:p>
          <a:p>
            <a:pPr lvl="3"/>
            <a:r>
              <a:rPr lang="en-US"/>
              <a:t>Second-level bullet</a:t>
            </a:r>
          </a:p>
          <a:p>
            <a:pPr lvl="4"/>
            <a:r>
              <a:rPr lang="en-US"/>
              <a:t>Third-level bullet</a:t>
            </a:r>
          </a:p>
          <a:p>
            <a:pPr lvl="5"/>
            <a:r>
              <a:rPr lang="en-US"/>
              <a:t>Fourth-level bullet</a:t>
            </a:r>
          </a:p>
          <a:p>
            <a:pPr lvl="6"/>
            <a:r>
              <a:rPr lang="en-US"/>
              <a:t>Fifth-level bullet</a:t>
            </a:r>
          </a:p>
          <a:p>
            <a:pPr lvl="7"/>
            <a:r>
              <a:rPr lang="en-US"/>
              <a:t>Sixth-level bullet</a:t>
            </a:r>
          </a:p>
          <a:p>
            <a:pPr lvl="8"/>
            <a:r>
              <a:rPr lang="en-US"/>
              <a:t>Seventh-level bullet</a:t>
            </a:r>
          </a:p>
        </p:txBody>
      </p:sp>
    </p:spTree>
    <p:extLst>
      <p:ext uri="{BB962C8B-B14F-4D97-AF65-F5344CB8AC3E}">
        <p14:creationId xmlns:p14="http://schemas.microsoft.com/office/powerpoint/2010/main" val="92030960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57784" y="530351"/>
            <a:ext cx="9665208" cy="713232"/>
          </a:xfrm>
        </p:spPr>
        <p:txBody>
          <a:bodyPr/>
          <a:lstStyle>
            <a:lvl1pPr>
              <a:defRPr>
                <a:solidFill>
                  <a:schemeClr val="tx2"/>
                </a:solidFill>
              </a:defRPr>
            </a:lvl1pPr>
          </a:lstStyle>
          <a:p>
            <a:r>
              <a:rPr lang="en-US"/>
              <a:t>Click to add title for four-column layout</a:t>
            </a:r>
          </a:p>
        </p:txBody>
      </p:sp>
      <p:sp>
        <p:nvSpPr>
          <p:cNvPr id="3" name="Content Placeholder 2"/>
          <p:cNvSpPr>
            <a:spLocks noGrp="1"/>
          </p:cNvSpPr>
          <p:nvPr>
            <p:ph sz="half" idx="1" hasCustomPrompt="1"/>
          </p:nvPr>
        </p:nvSpPr>
        <p:spPr bwMode="gray">
          <a:xfrm>
            <a:off x="557784" y="1764792"/>
            <a:ext cx="2505456" cy="3977640"/>
          </a:xfrm>
        </p:spPr>
        <p:txBody>
          <a:bodyPr vert="horz" lIns="0" tIns="0" rIns="0" bIns="0" rtlCol="0">
            <a:noAutofit/>
          </a:bodyPr>
          <a:lstStyle>
            <a:lvl1pPr>
              <a:lnSpc>
                <a:spcPct val="100000"/>
              </a:lnSpc>
              <a:buClr>
                <a:schemeClr val="tx1"/>
              </a:buClr>
              <a:defRPr lang="en-US" sz="1800" b="1" kern="1200" cap="none" baseline="0" dirty="0">
                <a:solidFill>
                  <a:schemeClr val="tx2"/>
                </a:solidFill>
                <a:latin typeface="+mn-lt"/>
                <a:ea typeface="+mn-ea"/>
                <a:cs typeface="+mn-cs"/>
              </a:defRPr>
            </a:lvl1pPr>
            <a:lvl2pPr marL="0" indent="0">
              <a:buClr>
                <a:schemeClr val="tx1"/>
              </a:buClr>
              <a:buNone/>
              <a:defRPr lang="en-US" sz="1300" dirty="0" smtClean="0">
                <a:solidFill>
                  <a:schemeClr val="tx2"/>
                </a:solidFill>
              </a:defRPr>
            </a:lvl2pPr>
            <a:lvl3pPr marL="174625" indent="-174625">
              <a:spcBef>
                <a:spcPts val="1200"/>
              </a:spcBef>
              <a:buClr>
                <a:schemeClr val="tx1"/>
              </a:buClr>
              <a:buFont typeface="Arial" panose="020B0604020202020204" pitchFamily="34" charset="0"/>
              <a:buChar char="•"/>
              <a:defRPr lang="en-US" sz="1300" dirty="0" smtClean="0">
                <a:solidFill>
                  <a:schemeClr val="tx2"/>
                </a:solidFill>
              </a:defRPr>
            </a:lvl3pPr>
            <a:lvl4pPr marL="347663" indent="-173038">
              <a:buClr>
                <a:schemeClr val="tx1"/>
              </a:buClr>
              <a:buFont typeface="Arial" panose="020B0604020202020204" pitchFamily="34" charset="0"/>
              <a:buChar char="–"/>
              <a:defRPr lang="en-US" sz="1300" dirty="0" smtClean="0">
                <a:solidFill>
                  <a:schemeClr val="tx2"/>
                </a:solidFill>
              </a:defRPr>
            </a:lvl4pPr>
            <a:lvl5pPr marL="511175" indent="-163513">
              <a:buClr>
                <a:schemeClr val="tx1"/>
              </a:buClr>
              <a:buFont typeface="Arial" panose="020B0604020202020204" pitchFamily="34" charset="0"/>
              <a:buChar char="•"/>
              <a:defRPr lang="en-US" sz="1300" dirty="0">
                <a:solidFill>
                  <a:schemeClr val="tx2"/>
                </a:solidFill>
              </a:defRPr>
            </a:lvl5pPr>
            <a:lvl6pPr marL="685800" indent="-174625">
              <a:buClr>
                <a:schemeClr val="tx1"/>
              </a:buClr>
              <a:buFont typeface="Arial" panose="020B0604020202020204" pitchFamily="34" charset="0"/>
              <a:buChar char="–"/>
              <a:defRPr sz="1300">
                <a:solidFill>
                  <a:schemeClr val="tx2"/>
                </a:solidFill>
              </a:defRPr>
            </a:lvl6pPr>
            <a:lvl7pPr marL="860425" indent="-173038">
              <a:buFont typeface="Arial" panose="020B0604020202020204" pitchFamily="34" charset="0"/>
              <a:buChar char="•"/>
              <a:defRPr sz="1300"/>
            </a:lvl7pPr>
            <a:lvl8pPr marL="1031875" indent="-171450">
              <a:buFont typeface="Arial" panose="020B0604020202020204" pitchFamily="34" charset="0"/>
              <a:buChar char="–"/>
              <a:defRPr sz="1300"/>
            </a:lvl8pPr>
            <a:lvl9pPr marL="1203325" indent="-171450">
              <a:buFont typeface="Arial" panose="020B0604020202020204" pitchFamily="34" charset="0"/>
              <a:buChar char="•"/>
              <a:defRPr sz="1300"/>
            </a:lvl9pPr>
          </a:lstStyle>
          <a:p>
            <a:pPr marL="0" lvl="0" indent="0" algn="l" defTabSz="457200" rtl="0" eaLnBrk="1" latinLnBrk="0" hangingPunct="1">
              <a:lnSpc>
                <a:spcPct val="100000"/>
              </a:lnSpc>
              <a:spcBef>
                <a:spcPts val="1800"/>
              </a:spcBef>
              <a:buClr>
                <a:schemeClr val="tx1"/>
              </a:buClr>
              <a:buFont typeface="Arial"/>
              <a:buNone/>
            </a:pPr>
            <a:r>
              <a:rPr lang="en-US"/>
              <a:t>Click to add header</a:t>
            </a:r>
          </a:p>
          <a:p>
            <a:pPr lvl="1"/>
            <a:r>
              <a:rPr lang="en-US"/>
              <a:t>Body text</a:t>
            </a:r>
          </a:p>
          <a:p>
            <a:pPr lvl="2"/>
            <a:r>
              <a:rPr lang="en-US"/>
              <a:t>First-level bullet</a:t>
            </a:r>
          </a:p>
          <a:p>
            <a:pPr lvl="3"/>
            <a:r>
              <a:rPr lang="en-US"/>
              <a:t>Second-level bullet</a:t>
            </a:r>
          </a:p>
          <a:p>
            <a:pPr lvl="4"/>
            <a:r>
              <a:rPr lang="en-US"/>
              <a:t>Third-level bullet</a:t>
            </a:r>
          </a:p>
          <a:p>
            <a:pPr lvl="5"/>
            <a:r>
              <a:rPr lang="en-US"/>
              <a:t>Fourth-level bullet</a:t>
            </a:r>
          </a:p>
          <a:p>
            <a:pPr lvl="6"/>
            <a:r>
              <a:rPr lang="en-US"/>
              <a:t>Fifth-level bullet</a:t>
            </a:r>
          </a:p>
          <a:p>
            <a:pPr lvl="7"/>
            <a:r>
              <a:rPr lang="en-US"/>
              <a:t>Sixth-level bullet</a:t>
            </a:r>
          </a:p>
          <a:p>
            <a:pPr lvl="8"/>
            <a:r>
              <a:rPr lang="en-US"/>
              <a:t>Seventh-level bullet</a:t>
            </a:r>
          </a:p>
        </p:txBody>
      </p:sp>
      <p:sp>
        <p:nvSpPr>
          <p:cNvPr id="7" name="Content Placeholder 2"/>
          <p:cNvSpPr>
            <a:spLocks noGrp="1"/>
          </p:cNvSpPr>
          <p:nvPr>
            <p:ph sz="half" idx="10" hasCustomPrompt="1"/>
          </p:nvPr>
        </p:nvSpPr>
        <p:spPr bwMode="gray">
          <a:xfrm>
            <a:off x="3410712" y="1764792"/>
            <a:ext cx="2505456" cy="3977640"/>
          </a:xfrm>
        </p:spPr>
        <p:txBody>
          <a:bodyPr vert="horz" lIns="0" tIns="0" rIns="0" bIns="0" rtlCol="0">
            <a:noAutofit/>
          </a:bodyPr>
          <a:lstStyle>
            <a:lvl1pPr>
              <a:lnSpc>
                <a:spcPct val="100000"/>
              </a:lnSpc>
              <a:buClr>
                <a:schemeClr val="tx1"/>
              </a:buClr>
              <a:defRPr lang="en-US" sz="1800" b="1" kern="1200" cap="none" baseline="0" dirty="0">
                <a:solidFill>
                  <a:schemeClr val="tx2"/>
                </a:solidFill>
                <a:latin typeface="+mn-lt"/>
                <a:ea typeface="+mn-ea"/>
                <a:cs typeface="+mn-cs"/>
              </a:defRPr>
            </a:lvl1pPr>
            <a:lvl2pPr marL="0" indent="0">
              <a:buClr>
                <a:schemeClr val="tx1"/>
              </a:buClr>
              <a:buNone/>
              <a:defRPr lang="en-US" sz="1300" dirty="0" smtClean="0">
                <a:solidFill>
                  <a:schemeClr val="tx2"/>
                </a:solidFill>
              </a:defRPr>
            </a:lvl2pPr>
            <a:lvl3pPr marL="174625" indent="-174625">
              <a:spcBef>
                <a:spcPts val="1200"/>
              </a:spcBef>
              <a:buClr>
                <a:schemeClr val="tx1"/>
              </a:buClr>
              <a:buFont typeface="Arial" panose="020B0604020202020204" pitchFamily="34" charset="0"/>
              <a:buChar char="•"/>
              <a:defRPr lang="en-US" sz="1300" dirty="0" smtClean="0">
                <a:solidFill>
                  <a:schemeClr val="tx2"/>
                </a:solidFill>
              </a:defRPr>
            </a:lvl3pPr>
            <a:lvl4pPr marL="347663" indent="-173038">
              <a:buClr>
                <a:schemeClr val="tx1"/>
              </a:buClr>
              <a:buFont typeface="Arial" panose="020B0604020202020204" pitchFamily="34" charset="0"/>
              <a:buChar char="–"/>
              <a:defRPr lang="en-US" sz="1300" dirty="0" smtClean="0">
                <a:solidFill>
                  <a:schemeClr val="tx2"/>
                </a:solidFill>
              </a:defRPr>
            </a:lvl4pPr>
            <a:lvl5pPr marL="511175" indent="-163513">
              <a:buClr>
                <a:schemeClr val="tx1"/>
              </a:buClr>
              <a:buFont typeface="Arial" panose="020B0604020202020204" pitchFamily="34" charset="0"/>
              <a:buChar char="•"/>
              <a:defRPr lang="en-US" sz="1300" dirty="0">
                <a:solidFill>
                  <a:schemeClr val="tx2"/>
                </a:solidFill>
              </a:defRPr>
            </a:lvl5pPr>
            <a:lvl6pPr marL="685800" indent="-174625">
              <a:buClr>
                <a:schemeClr val="tx1"/>
              </a:buClr>
              <a:buFont typeface="Arial" panose="020B0604020202020204" pitchFamily="34" charset="0"/>
              <a:buChar char="–"/>
              <a:defRPr sz="1300">
                <a:solidFill>
                  <a:schemeClr val="tx2"/>
                </a:solidFill>
              </a:defRPr>
            </a:lvl6pPr>
            <a:lvl7pPr marL="860425" indent="-173038">
              <a:buFont typeface="Arial" panose="020B0604020202020204" pitchFamily="34" charset="0"/>
              <a:buChar char="•"/>
              <a:defRPr sz="1300"/>
            </a:lvl7pPr>
            <a:lvl8pPr marL="1031875" indent="-171450">
              <a:buFont typeface="Arial" panose="020B0604020202020204" pitchFamily="34" charset="0"/>
              <a:buChar char="–"/>
              <a:defRPr sz="1300"/>
            </a:lvl8pPr>
            <a:lvl9pPr marL="1203325" indent="-171450">
              <a:buFont typeface="Arial" panose="020B0604020202020204" pitchFamily="34" charset="0"/>
              <a:buChar char="•"/>
              <a:defRPr sz="1300"/>
            </a:lvl9pPr>
          </a:lstStyle>
          <a:p>
            <a:pPr marL="0" lvl="0" indent="0" algn="l" defTabSz="457200" rtl="0" eaLnBrk="1" latinLnBrk="0" hangingPunct="1">
              <a:lnSpc>
                <a:spcPct val="100000"/>
              </a:lnSpc>
              <a:spcBef>
                <a:spcPts val="1800"/>
              </a:spcBef>
              <a:buClr>
                <a:schemeClr val="tx1"/>
              </a:buClr>
              <a:buFont typeface="Arial"/>
              <a:buNone/>
            </a:pPr>
            <a:r>
              <a:rPr lang="en-US"/>
              <a:t>Click to add header</a:t>
            </a:r>
          </a:p>
          <a:p>
            <a:pPr lvl="1"/>
            <a:r>
              <a:rPr lang="en-US"/>
              <a:t>Body text</a:t>
            </a:r>
          </a:p>
          <a:p>
            <a:pPr lvl="2"/>
            <a:r>
              <a:rPr lang="en-US"/>
              <a:t>First-level bullet</a:t>
            </a:r>
          </a:p>
          <a:p>
            <a:pPr lvl="3"/>
            <a:r>
              <a:rPr lang="en-US"/>
              <a:t>Second-level bullet</a:t>
            </a:r>
          </a:p>
          <a:p>
            <a:pPr lvl="4"/>
            <a:r>
              <a:rPr lang="en-US"/>
              <a:t>Third-level bullet</a:t>
            </a:r>
          </a:p>
          <a:p>
            <a:pPr lvl="5"/>
            <a:r>
              <a:rPr lang="en-US"/>
              <a:t>Fourth-level bullet</a:t>
            </a:r>
          </a:p>
          <a:p>
            <a:pPr lvl="6"/>
            <a:r>
              <a:rPr lang="en-US"/>
              <a:t>Fifth-level bullet</a:t>
            </a:r>
          </a:p>
          <a:p>
            <a:pPr lvl="7"/>
            <a:r>
              <a:rPr lang="en-US"/>
              <a:t>Sixth-level bullet</a:t>
            </a:r>
          </a:p>
          <a:p>
            <a:pPr lvl="8"/>
            <a:r>
              <a:rPr lang="en-US"/>
              <a:t>Seventh-level bullet</a:t>
            </a:r>
          </a:p>
        </p:txBody>
      </p:sp>
      <p:sp>
        <p:nvSpPr>
          <p:cNvPr id="8" name="Content Placeholder 2"/>
          <p:cNvSpPr>
            <a:spLocks noGrp="1"/>
          </p:cNvSpPr>
          <p:nvPr>
            <p:ph sz="half" idx="11" hasCustomPrompt="1"/>
          </p:nvPr>
        </p:nvSpPr>
        <p:spPr bwMode="gray">
          <a:xfrm>
            <a:off x="6254496" y="1764792"/>
            <a:ext cx="2505456" cy="3977640"/>
          </a:xfrm>
        </p:spPr>
        <p:txBody>
          <a:bodyPr vert="horz" lIns="0" tIns="0" rIns="0" bIns="0" rtlCol="0">
            <a:noAutofit/>
          </a:bodyPr>
          <a:lstStyle>
            <a:lvl1pPr>
              <a:lnSpc>
                <a:spcPct val="100000"/>
              </a:lnSpc>
              <a:buClr>
                <a:schemeClr val="tx1"/>
              </a:buClr>
              <a:defRPr lang="en-US" sz="1800" b="1" kern="1200" cap="none" baseline="0" dirty="0">
                <a:solidFill>
                  <a:schemeClr val="tx2"/>
                </a:solidFill>
                <a:latin typeface="+mn-lt"/>
                <a:ea typeface="+mn-ea"/>
                <a:cs typeface="+mn-cs"/>
              </a:defRPr>
            </a:lvl1pPr>
            <a:lvl2pPr marL="0" indent="0">
              <a:buClr>
                <a:schemeClr val="tx1"/>
              </a:buClr>
              <a:buNone/>
              <a:defRPr lang="en-US" sz="1300" dirty="0" smtClean="0">
                <a:solidFill>
                  <a:schemeClr val="tx2"/>
                </a:solidFill>
              </a:defRPr>
            </a:lvl2pPr>
            <a:lvl3pPr marL="174625" indent="-174625">
              <a:spcBef>
                <a:spcPts val="1200"/>
              </a:spcBef>
              <a:buClr>
                <a:schemeClr val="tx1"/>
              </a:buClr>
              <a:buFont typeface="Arial" panose="020B0604020202020204" pitchFamily="34" charset="0"/>
              <a:buChar char="•"/>
              <a:defRPr lang="en-US" sz="1300" dirty="0" smtClean="0">
                <a:solidFill>
                  <a:schemeClr val="tx2"/>
                </a:solidFill>
              </a:defRPr>
            </a:lvl3pPr>
            <a:lvl4pPr marL="347663" indent="-173038">
              <a:buClr>
                <a:schemeClr val="tx1"/>
              </a:buClr>
              <a:buFont typeface="Arial" panose="020B0604020202020204" pitchFamily="34" charset="0"/>
              <a:buChar char="–"/>
              <a:defRPr lang="en-US" sz="1300" dirty="0" smtClean="0">
                <a:solidFill>
                  <a:schemeClr val="tx2"/>
                </a:solidFill>
              </a:defRPr>
            </a:lvl4pPr>
            <a:lvl5pPr marL="511175" indent="-163513">
              <a:buClr>
                <a:schemeClr val="tx1"/>
              </a:buClr>
              <a:buFont typeface="Arial" panose="020B0604020202020204" pitchFamily="34" charset="0"/>
              <a:buChar char="•"/>
              <a:defRPr lang="en-US" sz="1300" dirty="0">
                <a:solidFill>
                  <a:schemeClr val="tx2"/>
                </a:solidFill>
              </a:defRPr>
            </a:lvl5pPr>
            <a:lvl6pPr marL="685800" indent="-174625">
              <a:buClr>
                <a:schemeClr val="tx1"/>
              </a:buClr>
              <a:buFont typeface="Arial" panose="020B0604020202020204" pitchFamily="34" charset="0"/>
              <a:buChar char="–"/>
              <a:defRPr sz="1300">
                <a:solidFill>
                  <a:schemeClr val="tx2"/>
                </a:solidFill>
              </a:defRPr>
            </a:lvl6pPr>
            <a:lvl7pPr marL="860425" indent="-173038">
              <a:buFont typeface="Arial" panose="020B0604020202020204" pitchFamily="34" charset="0"/>
              <a:buChar char="•"/>
              <a:defRPr sz="1300"/>
            </a:lvl7pPr>
            <a:lvl8pPr marL="1031875" indent="-171450">
              <a:buFont typeface="Arial" panose="020B0604020202020204" pitchFamily="34" charset="0"/>
              <a:buChar char="–"/>
              <a:defRPr sz="1300"/>
            </a:lvl8pPr>
            <a:lvl9pPr marL="1203325" indent="-171450">
              <a:buFont typeface="Arial" panose="020B0604020202020204" pitchFamily="34" charset="0"/>
              <a:buChar char="•"/>
              <a:defRPr sz="1300"/>
            </a:lvl9pPr>
          </a:lstStyle>
          <a:p>
            <a:pPr marL="0" lvl="0" indent="0" algn="l" defTabSz="457200" rtl="0" eaLnBrk="1" latinLnBrk="0" hangingPunct="1">
              <a:lnSpc>
                <a:spcPct val="100000"/>
              </a:lnSpc>
              <a:spcBef>
                <a:spcPts val="1800"/>
              </a:spcBef>
              <a:buClr>
                <a:schemeClr val="tx1"/>
              </a:buClr>
              <a:buFont typeface="Arial"/>
              <a:buNone/>
            </a:pPr>
            <a:r>
              <a:rPr lang="en-US"/>
              <a:t>Click to add header</a:t>
            </a:r>
          </a:p>
          <a:p>
            <a:pPr lvl="1"/>
            <a:r>
              <a:rPr lang="en-US"/>
              <a:t>Body text</a:t>
            </a:r>
          </a:p>
          <a:p>
            <a:pPr lvl="2"/>
            <a:r>
              <a:rPr lang="en-US"/>
              <a:t>First-level bullet</a:t>
            </a:r>
          </a:p>
          <a:p>
            <a:pPr lvl="3"/>
            <a:r>
              <a:rPr lang="en-US"/>
              <a:t>Second-level bullet</a:t>
            </a:r>
          </a:p>
          <a:p>
            <a:pPr lvl="4"/>
            <a:r>
              <a:rPr lang="en-US"/>
              <a:t>Third-level bullet</a:t>
            </a:r>
          </a:p>
          <a:p>
            <a:pPr lvl="5"/>
            <a:r>
              <a:rPr lang="en-US"/>
              <a:t>Fourth-level bullet</a:t>
            </a:r>
          </a:p>
          <a:p>
            <a:pPr lvl="6"/>
            <a:r>
              <a:rPr lang="en-US"/>
              <a:t>Fifth-level bullet</a:t>
            </a:r>
          </a:p>
          <a:p>
            <a:pPr lvl="7"/>
            <a:r>
              <a:rPr lang="en-US"/>
              <a:t>Sixth-level bullet</a:t>
            </a:r>
          </a:p>
          <a:p>
            <a:pPr lvl="8"/>
            <a:r>
              <a:rPr lang="en-US"/>
              <a:t>Seventh-level bullet</a:t>
            </a:r>
          </a:p>
        </p:txBody>
      </p:sp>
      <p:sp>
        <p:nvSpPr>
          <p:cNvPr id="9" name="Content Placeholder 2"/>
          <p:cNvSpPr>
            <a:spLocks noGrp="1"/>
          </p:cNvSpPr>
          <p:nvPr>
            <p:ph sz="half" idx="12" hasCustomPrompt="1"/>
          </p:nvPr>
        </p:nvSpPr>
        <p:spPr bwMode="gray">
          <a:xfrm>
            <a:off x="9098280" y="1764792"/>
            <a:ext cx="2505456" cy="3977640"/>
          </a:xfrm>
        </p:spPr>
        <p:txBody>
          <a:bodyPr vert="horz" lIns="0" tIns="0" rIns="0" bIns="0" rtlCol="0">
            <a:noAutofit/>
          </a:bodyPr>
          <a:lstStyle>
            <a:lvl1pPr>
              <a:lnSpc>
                <a:spcPct val="100000"/>
              </a:lnSpc>
              <a:buClr>
                <a:schemeClr val="tx1"/>
              </a:buClr>
              <a:defRPr lang="en-US" sz="1800" b="1" kern="1200" cap="none" baseline="0" dirty="0">
                <a:solidFill>
                  <a:schemeClr val="tx2"/>
                </a:solidFill>
                <a:latin typeface="+mn-lt"/>
                <a:ea typeface="+mn-ea"/>
                <a:cs typeface="+mn-cs"/>
              </a:defRPr>
            </a:lvl1pPr>
            <a:lvl2pPr marL="0" indent="0">
              <a:buClr>
                <a:schemeClr val="tx1"/>
              </a:buClr>
              <a:buNone/>
              <a:defRPr lang="en-US" sz="1300" dirty="0" smtClean="0">
                <a:solidFill>
                  <a:schemeClr val="tx2"/>
                </a:solidFill>
              </a:defRPr>
            </a:lvl2pPr>
            <a:lvl3pPr marL="174625" indent="-174625">
              <a:spcBef>
                <a:spcPts val="1200"/>
              </a:spcBef>
              <a:buClr>
                <a:schemeClr val="tx1"/>
              </a:buClr>
              <a:buFont typeface="Arial" panose="020B0604020202020204" pitchFamily="34" charset="0"/>
              <a:buChar char="•"/>
              <a:defRPr lang="en-US" sz="1300" dirty="0" smtClean="0">
                <a:solidFill>
                  <a:schemeClr val="tx2"/>
                </a:solidFill>
              </a:defRPr>
            </a:lvl3pPr>
            <a:lvl4pPr marL="347663" indent="-173038">
              <a:buClr>
                <a:schemeClr val="tx1"/>
              </a:buClr>
              <a:buFont typeface="Arial" panose="020B0604020202020204" pitchFamily="34" charset="0"/>
              <a:buChar char="–"/>
              <a:defRPr lang="en-US" sz="1300" dirty="0" smtClean="0">
                <a:solidFill>
                  <a:schemeClr val="tx2"/>
                </a:solidFill>
              </a:defRPr>
            </a:lvl4pPr>
            <a:lvl5pPr marL="511175" indent="-163513">
              <a:buClr>
                <a:schemeClr val="tx1"/>
              </a:buClr>
              <a:buFont typeface="Arial" panose="020B0604020202020204" pitchFamily="34" charset="0"/>
              <a:buChar char="•"/>
              <a:defRPr lang="en-US" sz="1300" dirty="0">
                <a:solidFill>
                  <a:schemeClr val="tx2"/>
                </a:solidFill>
              </a:defRPr>
            </a:lvl5pPr>
            <a:lvl6pPr marL="685800" indent="-174625">
              <a:buClr>
                <a:schemeClr val="tx1"/>
              </a:buClr>
              <a:buFont typeface="Arial" panose="020B0604020202020204" pitchFamily="34" charset="0"/>
              <a:buChar char="–"/>
              <a:defRPr sz="1300">
                <a:solidFill>
                  <a:schemeClr val="tx2"/>
                </a:solidFill>
              </a:defRPr>
            </a:lvl6pPr>
            <a:lvl7pPr marL="860425" indent="-173038">
              <a:buFont typeface="Arial" panose="020B0604020202020204" pitchFamily="34" charset="0"/>
              <a:buChar char="•"/>
              <a:defRPr sz="1300"/>
            </a:lvl7pPr>
            <a:lvl8pPr marL="1031875" indent="-171450">
              <a:buFont typeface="Arial" panose="020B0604020202020204" pitchFamily="34" charset="0"/>
              <a:buChar char="–"/>
              <a:defRPr sz="1300"/>
            </a:lvl8pPr>
            <a:lvl9pPr marL="1203325" indent="-171450">
              <a:buFont typeface="Arial" panose="020B0604020202020204" pitchFamily="34" charset="0"/>
              <a:buChar char="•"/>
              <a:defRPr sz="1300"/>
            </a:lvl9pPr>
          </a:lstStyle>
          <a:p>
            <a:pPr marL="0" lvl="0" indent="0" algn="l" defTabSz="457200" rtl="0" eaLnBrk="1" latinLnBrk="0" hangingPunct="1">
              <a:lnSpc>
                <a:spcPct val="100000"/>
              </a:lnSpc>
              <a:spcBef>
                <a:spcPts val="1800"/>
              </a:spcBef>
              <a:buClr>
                <a:schemeClr val="tx1"/>
              </a:buClr>
              <a:buFont typeface="Arial"/>
              <a:buNone/>
            </a:pPr>
            <a:r>
              <a:rPr lang="en-US"/>
              <a:t>Click to add header</a:t>
            </a:r>
          </a:p>
          <a:p>
            <a:pPr lvl="1"/>
            <a:r>
              <a:rPr lang="en-US"/>
              <a:t>Body text</a:t>
            </a:r>
          </a:p>
          <a:p>
            <a:pPr lvl="2"/>
            <a:r>
              <a:rPr lang="en-US"/>
              <a:t>First-level bullet</a:t>
            </a:r>
          </a:p>
          <a:p>
            <a:pPr lvl="3"/>
            <a:r>
              <a:rPr lang="en-US"/>
              <a:t>Second-level bullet</a:t>
            </a:r>
          </a:p>
          <a:p>
            <a:pPr lvl="4"/>
            <a:r>
              <a:rPr lang="en-US"/>
              <a:t>Third-level bullet</a:t>
            </a:r>
          </a:p>
          <a:p>
            <a:pPr lvl="5"/>
            <a:r>
              <a:rPr lang="en-US"/>
              <a:t>Fourth-level bullet</a:t>
            </a:r>
          </a:p>
          <a:p>
            <a:pPr lvl="6"/>
            <a:r>
              <a:rPr lang="en-US"/>
              <a:t>Fifth-level bullet</a:t>
            </a:r>
          </a:p>
          <a:p>
            <a:pPr lvl="7"/>
            <a:r>
              <a:rPr lang="en-US"/>
              <a:t>Sixth-level bullet</a:t>
            </a:r>
          </a:p>
          <a:p>
            <a:pPr lvl="8"/>
            <a:r>
              <a:rPr lang="en-US"/>
              <a:t>Seventh-level bullet</a:t>
            </a:r>
          </a:p>
        </p:txBody>
      </p:sp>
    </p:spTree>
    <p:extLst>
      <p:ext uri="{BB962C8B-B14F-4D97-AF65-F5344CB8AC3E}">
        <p14:creationId xmlns:p14="http://schemas.microsoft.com/office/powerpoint/2010/main" val="312689684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Five Content Journey">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57784" y="530351"/>
            <a:ext cx="9665208" cy="713232"/>
          </a:xfrm>
        </p:spPr>
        <p:txBody>
          <a:bodyPr/>
          <a:lstStyle>
            <a:lvl1pPr>
              <a:defRPr>
                <a:solidFill>
                  <a:schemeClr val="tx2"/>
                </a:solidFill>
              </a:defRPr>
            </a:lvl1pPr>
          </a:lstStyle>
          <a:p>
            <a:r>
              <a:rPr lang="en-US"/>
              <a:t>Click to add title for five-column journey layout</a:t>
            </a:r>
          </a:p>
        </p:txBody>
      </p:sp>
      <p:sp>
        <p:nvSpPr>
          <p:cNvPr id="8" name="Content Placeholder 2"/>
          <p:cNvSpPr>
            <a:spLocks noGrp="1"/>
          </p:cNvSpPr>
          <p:nvPr>
            <p:ph sz="half" idx="1" hasCustomPrompt="1"/>
          </p:nvPr>
        </p:nvSpPr>
        <p:spPr bwMode="gray">
          <a:xfrm>
            <a:off x="1064664" y="3475038"/>
            <a:ext cx="1673352" cy="2266006"/>
          </a:xfrm>
        </p:spPr>
        <p:txBody>
          <a:bodyPr vert="horz" lIns="0" tIns="0" rIns="0" bIns="0" rtlCol="0">
            <a:noAutofit/>
          </a:bodyPr>
          <a:lstStyle>
            <a:lvl1pPr>
              <a:lnSpc>
                <a:spcPct val="100000"/>
              </a:lnSpc>
              <a:buClr>
                <a:schemeClr val="tx1"/>
              </a:buClr>
              <a:defRPr lang="en-US" sz="1800" b="1" kern="1200" cap="none" baseline="0" dirty="0">
                <a:solidFill>
                  <a:schemeClr val="tx2"/>
                </a:solidFill>
                <a:latin typeface="+mn-lt"/>
                <a:ea typeface="+mn-ea"/>
                <a:cs typeface="+mn-cs"/>
              </a:defRPr>
            </a:lvl1pPr>
            <a:lvl2pPr marL="0" indent="0">
              <a:buClr>
                <a:schemeClr val="tx1"/>
              </a:buClr>
              <a:buNone/>
              <a:defRPr lang="en-US" dirty="0" smtClean="0">
                <a:solidFill>
                  <a:schemeClr val="tx2"/>
                </a:solidFill>
              </a:defRPr>
            </a:lvl2pPr>
            <a:lvl3pPr marL="174625" indent="-174625">
              <a:spcBef>
                <a:spcPts val="1200"/>
              </a:spcBef>
              <a:buClr>
                <a:schemeClr val="tx1"/>
              </a:buClr>
              <a:buFont typeface="Arial" panose="020B0604020202020204" pitchFamily="34" charset="0"/>
              <a:buChar char="•"/>
              <a:defRPr lang="en-US" sz="1300" dirty="0" smtClean="0">
                <a:solidFill>
                  <a:schemeClr val="tx2"/>
                </a:solidFill>
              </a:defRPr>
            </a:lvl3pPr>
            <a:lvl4pPr marL="347663" indent="-173038">
              <a:buClr>
                <a:schemeClr val="tx1"/>
              </a:buClr>
              <a:buFont typeface="Arial" panose="020B0604020202020204" pitchFamily="34" charset="0"/>
              <a:buChar char="–"/>
              <a:defRPr lang="en-US" dirty="0" smtClean="0">
                <a:solidFill>
                  <a:schemeClr val="tx2"/>
                </a:solidFill>
              </a:defRPr>
            </a:lvl4pPr>
            <a:lvl5pPr marL="511175" indent="-163513">
              <a:buClr>
                <a:schemeClr val="tx1"/>
              </a:buClr>
              <a:buFont typeface="Arial" panose="020B0604020202020204" pitchFamily="34" charset="0"/>
              <a:buChar char="•"/>
              <a:defRPr lang="en-US" dirty="0">
                <a:solidFill>
                  <a:schemeClr val="tx2"/>
                </a:solidFill>
              </a:defRPr>
            </a:lvl5pPr>
            <a:lvl6pPr marL="685800" indent="-174625">
              <a:buClr>
                <a:schemeClr val="tx1"/>
              </a:buClr>
              <a:buFont typeface="Arial" panose="020B0604020202020204" pitchFamily="34" charset="0"/>
              <a:buChar char="–"/>
              <a:defRPr>
                <a:solidFill>
                  <a:schemeClr val="tx2"/>
                </a:solidFill>
              </a:defRPr>
            </a:lvl6pPr>
            <a:lvl7pPr marL="857250" indent="-174625">
              <a:defRPr/>
            </a:lvl7pPr>
            <a:lvl8pPr marL="1030288" indent="-173038">
              <a:defRPr/>
            </a:lvl8pPr>
            <a:lvl9pPr marL="1203325" indent="-173038">
              <a:defRPr/>
            </a:lvl9pPr>
          </a:lstStyle>
          <a:p>
            <a:pPr marL="0" lvl="0" indent="0" algn="l" defTabSz="457200" rtl="0" eaLnBrk="1" latinLnBrk="0" hangingPunct="1">
              <a:lnSpc>
                <a:spcPct val="100000"/>
              </a:lnSpc>
              <a:spcBef>
                <a:spcPts val="1800"/>
              </a:spcBef>
              <a:buClr>
                <a:schemeClr val="tx1"/>
              </a:buClr>
              <a:buFont typeface="Arial"/>
              <a:buNone/>
            </a:pPr>
            <a:r>
              <a:rPr lang="en-US"/>
              <a:t>Click to add header</a:t>
            </a:r>
          </a:p>
          <a:p>
            <a:pPr lvl="1"/>
            <a:r>
              <a:rPr lang="en-US"/>
              <a:t>Body text</a:t>
            </a:r>
          </a:p>
          <a:p>
            <a:pPr lvl="2"/>
            <a:r>
              <a:rPr lang="en-US"/>
              <a:t>First-level bullet</a:t>
            </a:r>
          </a:p>
          <a:p>
            <a:pPr lvl="3"/>
            <a:r>
              <a:rPr lang="en-US"/>
              <a:t>Second-level bullet</a:t>
            </a:r>
          </a:p>
        </p:txBody>
      </p:sp>
      <p:sp>
        <p:nvSpPr>
          <p:cNvPr id="9" name="Content Placeholder 2"/>
          <p:cNvSpPr>
            <a:spLocks noGrp="1"/>
          </p:cNvSpPr>
          <p:nvPr>
            <p:ph sz="half" idx="10" hasCustomPrompt="1"/>
          </p:nvPr>
        </p:nvSpPr>
        <p:spPr bwMode="gray">
          <a:xfrm>
            <a:off x="3152826" y="3475038"/>
            <a:ext cx="1673352" cy="2266006"/>
          </a:xfrm>
        </p:spPr>
        <p:txBody>
          <a:bodyPr vert="horz" lIns="0" tIns="0" rIns="0" bIns="0" rtlCol="0">
            <a:noAutofit/>
          </a:bodyPr>
          <a:lstStyle>
            <a:lvl1pPr>
              <a:lnSpc>
                <a:spcPct val="100000"/>
              </a:lnSpc>
              <a:buClr>
                <a:schemeClr val="tx1"/>
              </a:buClr>
              <a:defRPr lang="en-US" sz="1800" b="1" kern="1200" cap="none" baseline="0" dirty="0">
                <a:solidFill>
                  <a:schemeClr val="tx2"/>
                </a:solidFill>
                <a:latin typeface="+mn-lt"/>
                <a:ea typeface="+mn-ea"/>
                <a:cs typeface="+mn-cs"/>
              </a:defRPr>
            </a:lvl1pPr>
            <a:lvl2pPr marL="0" indent="0">
              <a:buClr>
                <a:schemeClr val="tx1"/>
              </a:buClr>
              <a:buNone/>
              <a:defRPr lang="en-US" dirty="0" smtClean="0">
                <a:solidFill>
                  <a:schemeClr val="tx2"/>
                </a:solidFill>
              </a:defRPr>
            </a:lvl2pPr>
            <a:lvl3pPr marL="174625" indent="-174625">
              <a:spcBef>
                <a:spcPts val="1200"/>
              </a:spcBef>
              <a:buClr>
                <a:schemeClr val="tx1"/>
              </a:buClr>
              <a:buFont typeface="Arial" panose="020B0604020202020204" pitchFamily="34" charset="0"/>
              <a:buChar char="•"/>
              <a:defRPr lang="en-US" sz="1300" dirty="0" smtClean="0">
                <a:solidFill>
                  <a:schemeClr val="tx2"/>
                </a:solidFill>
              </a:defRPr>
            </a:lvl3pPr>
            <a:lvl4pPr marL="347663" indent="-173038">
              <a:buClr>
                <a:schemeClr val="tx1"/>
              </a:buClr>
              <a:buFont typeface="Arial" panose="020B0604020202020204" pitchFamily="34" charset="0"/>
              <a:buChar char="–"/>
              <a:defRPr lang="en-US" dirty="0" smtClean="0">
                <a:solidFill>
                  <a:schemeClr val="tx2"/>
                </a:solidFill>
              </a:defRPr>
            </a:lvl4pPr>
            <a:lvl5pPr marL="511175" indent="-163513">
              <a:buClr>
                <a:schemeClr val="tx1"/>
              </a:buClr>
              <a:buFont typeface="Arial" panose="020B0604020202020204" pitchFamily="34" charset="0"/>
              <a:buChar char="•"/>
              <a:defRPr lang="en-US" dirty="0">
                <a:solidFill>
                  <a:schemeClr val="tx2"/>
                </a:solidFill>
              </a:defRPr>
            </a:lvl5pPr>
            <a:lvl6pPr marL="685800" indent="-174625">
              <a:buClr>
                <a:schemeClr val="tx1"/>
              </a:buClr>
              <a:buFont typeface="Arial" panose="020B0604020202020204" pitchFamily="34" charset="0"/>
              <a:buChar char="–"/>
              <a:defRPr>
                <a:solidFill>
                  <a:schemeClr val="tx2"/>
                </a:solidFill>
              </a:defRPr>
            </a:lvl6pPr>
            <a:lvl7pPr marL="857250" indent="-174625">
              <a:defRPr/>
            </a:lvl7pPr>
            <a:lvl8pPr marL="1030288" indent="-173038">
              <a:defRPr/>
            </a:lvl8pPr>
            <a:lvl9pPr marL="1203325" indent="-173038">
              <a:defRPr/>
            </a:lvl9pPr>
          </a:lstStyle>
          <a:p>
            <a:pPr marL="0" lvl="0" indent="0" algn="l" defTabSz="457200" rtl="0" eaLnBrk="1" latinLnBrk="0" hangingPunct="1">
              <a:lnSpc>
                <a:spcPct val="100000"/>
              </a:lnSpc>
              <a:spcBef>
                <a:spcPts val="1800"/>
              </a:spcBef>
              <a:buClr>
                <a:schemeClr val="tx1"/>
              </a:buClr>
              <a:buFont typeface="Arial"/>
              <a:buNone/>
            </a:pPr>
            <a:r>
              <a:rPr lang="en-US"/>
              <a:t>Click to add header</a:t>
            </a:r>
          </a:p>
          <a:p>
            <a:pPr lvl="1"/>
            <a:r>
              <a:rPr lang="en-US"/>
              <a:t>Body text</a:t>
            </a:r>
          </a:p>
          <a:p>
            <a:pPr lvl="2"/>
            <a:r>
              <a:rPr lang="en-US"/>
              <a:t>First-level bullet</a:t>
            </a:r>
          </a:p>
          <a:p>
            <a:pPr lvl="3"/>
            <a:r>
              <a:rPr lang="en-US"/>
              <a:t>Second-level bullet</a:t>
            </a:r>
          </a:p>
        </p:txBody>
      </p:sp>
      <p:sp>
        <p:nvSpPr>
          <p:cNvPr id="11" name="Content Placeholder 2"/>
          <p:cNvSpPr>
            <a:spLocks noGrp="1"/>
          </p:cNvSpPr>
          <p:nvPr>
            <p:ph sz="half" idx="11" hasCustomPrompt="1"/>
          </p:nvPr>
        </p:nvSpPr>
        <p:spPr bwMode="gray">
          <a:xfrm>
            <a:off x="5240988" y="3475038"/>
            <a:ext cx="1673352" cy="2266006"/>
          </a:xfrm>
        </p:spPr>
        <p:txBody>
          <a:bodyPr vert="horz" lIns="0" tIns="0" rIns="0" bIns="0" rtlCol="0">
            <a:noAutofit/>
          </a:bodyPr>
          <a:lstStyle>
            <a:lvl1pPr>
              <a:lnSpc>
                <a:spcPct val="100000"/>
              </a:lnSpc>
              <a:buClr>
                <a:schemeClr val="tx1"/>
              </a:buClr>
              <a:defRPr lang="en-US" sz="1800" b="1" kern="1200" cap="none" baseline="0" dirty="0">
                <a:solidFill>
                  <a:schemeClr val="tx2"/>
                </a:solidFill>
                <a:latin typeface="+mn-lt"/>
                <a:ea typeface="+mn-ea"/>
                <a:cs typeface="+mn-cs"/>
              </a:defRPr>
            </a:lvl1pPr>
            <a:lvl2pPr marL="0" indent="0">
              <a:buClr>
                <a:schemeClr val="tx1"/>
              </a:buClr>
              <a:buNone/>
              <a:defRPr lang="en-US" dirty="0" smtClean="0">
                <a:solidFill>
                  <a:schemeClr val="tx2"/>
                </a:solidFill>
              </a:defRPr>
            </a:lvl2pPr>
            <a:lvl3pPr marL="174625" indent="-174625">
              <a:spcBef>
                <a:spcPts val="1200"/>
              </a:spcBef>
              <a:buClr>
                <a:schemeClr val="tx1"/>
              </a:buClr>
              <a:buFont typeface="Arial" panose="020B0604020202020204" pitchFamily="34" charset="0"/>
              <a:buChar char="•"/>
              <a:defRPr lang="en-US" sz="1300" dirty="0" smtClean="0">
                <a:solidFill>
                  <a:schemeClr val="tx2"/>
                </a:solidFill>
              </a:defRPr>
            </a:lvl3pPr>
            <a:lvl4pPr marL="347663" indent="-173038">
              <a:buClr>
                <a:schemeClr val="tx1"/>
              </a:buClr>
              <a:buFont typeface="Arial" panose="020B0604020202020204" pitchFamily="34" charset="0"/>
              <a:buChar char="–"/>
              <a:defRPr lang="en-US" dirty="0" smtClean="0">
                <a:solidFill>
                  <a:schemeClr val="tx2"/>
                </a:solidFill>
              </a:defRPr>
            </a:lvl4pPr>
            <a:lvl5pPr marL="511175" indent="-163513">
              <a:buClr>
                <a:schemeClr val="tx1"/>
              </a:buClr>
              <a:buFont typeface="Arial" panose="020B0604020202020204" pitchFamily="34" charset="0"/>
              <a:buChar char="•"/>
              <a:defRPr lang="en-US" dirty="0">
                <a:solidFill>
                  <a:schemeClr val="tx2"/>
                </a:solidFill>
              </a:defRPr>
            </a:lvl5pPr>
            <a:lvl6pPr marL="685800" indent="-174625">
              <a:buClr>
                <a:schemeClr val="tx1"/>
              </a:buClr>
              <a:buFont typeface="Arial" panose="020B0604020202020204" pitchFamily="34" charset="0"/>
              <a:buChar char="–"/>
              <a:defRPr>
                <a:solidFill>
                  <a:schemeClr val="tx2"/>
                </a:solidFill>
              </a:defRPr>
            </a:lvl6pPr>
            <a:lvl7pPr marL="857250" indent="-174625">
              <a:defRPr/>
            </a:lvl7pPr>
            <a:lvl8pPr marL="1030288" indent="-173038">
              <a:defRPr/>
            </a:lvl8pPr>
            <a:lvl9pPr marL="1203325" indent="-173038">
              <a:defRPr/>
            </a:lvl9pPr>
          </a:lstStyle>
          <a:p>
            <a:pPr marL="0" lvl="0" indent="0" algn="l" defTabSz="457200" rtl="0" eaLnBrk="1" latinLnBrk="0" hangingPunct="1">
              <a:lnSpc>
                <a:spcPct val="100000"/>
              </a:lnSpc>
              <a:spcBef>
                <a:spcPts val="1800"/>
              </a:spcBef>
              <a:buClr>
                <a:schemeClr val="tx1"/>
              </a:buClr>
              <a:buFont typeface="Arial"/>
              <a:buNone/>
            </a:pPr>
            <a:r>
              <a:rPr lang="en-US"/>
              <a:t>Click to add header</a:t>
            </a:r>
          </a:p>
          <a:p>
            <a:pPr lvl="1"/>
            <a:r>
              <a:rPr lang="en-US"/>
              <a:t>Body text</a:t>
            </a:r>
          </a:p>
          <a:p>
            <a:pPr lvl="2"/>
            <a:r>
              <a:rPr lang="en-US"/>
              <a:t>First-level bullet</a:t>
            </a:r>
          </a:p>
          <a:p>
            <a:pPr lvl="3"/>
            <a:r>
              <a:rPr lang="en-US"/>
              <a:t>Second-level bullet</a:t>
            </a:r>
          </a:p>
        </p:txBody>
      </p:sp>
      <p:sp>
        <p:nvSpPr>
          <p:cNvPr id="12" name="Content Placeholder 2"/>
          <p:cNvSpPr>
            <a:spLocks noGrp="1"/>
          </p:cNvSpPr>
          <p:nvPr>
            <p:ph sz="half" idx="12" hasCustomPrompt="1"/>
          </p:nvPr>
        </p:nvSpPr>
        <p:spPr bwMode="gray">
          <a:xfrm>
            <a:off x="7329150" y="3475038"/>
            <a:ext cx="1673352" cy="2266006"/>
          </a:xfrm>
        </p:spPr>
        <p:txBody>
          <a:bodyPr vert="horz" lIns="0" tIns="0" rIns="0" bIns="0" rtlCol="0">
            <a:noAutofit/>
          </a:bodyPr>
          <a:lstStyle>
            <a:lvl1pPr>
              <a:lnSpc>
                <a:spcPct val="100000"/>
              </a:lnSpc>
              <a:buClr>
                <a:schemeClr val="tx1"/>
              </a:buClr>
              <a:defRPr lang="en-US" sz="1800" b="1" kern="1200" cap="none" baseline="0" dirty="0">
                <a:solidFill>
                  <a:schemeClr val="tx2"/>
                </a:solidFill>
                <a:latin typeface="+mn-lt"/>
                <a:ea typeface="+mn-ea"/>
                <a:cs typeface="+mn-cs"/>
              </a:defRPr>
            </a:lvl1pPr>
            <a:lvl2pPr marL="0" indent="0">
              <a:buClr>
                <a:schemeClr val="tx1"/>
              </a:buClr>
              <a:buNone/>
              <a:defRPr lang="en-US" dirty="0" smtClean="0">
                <a:solidFill>
                  <a:schemeClr val="tx2"/>
                </a:solidFill>
              </a:defRPr>
            </a:lvl2pPr>
            <a:lvl3pPr marL="174625" indent="-174625">
              <a:spcBef>
                <a:spcPts val="1200"/>
              </a:spcBef>
              <a:buClr>
                <a:schemeClr val="tx1"/>
              </a:buClr>
              <a:buFont typeface="Arial" panose="020B0604020202020204" pitchFamily="34" charset="0"/>
              <a:buChar char="•"/>
              <a:defRPr lang="en-US" sz="1300" dirty="0" smtClean="0">
                <a:solidFill>
                  <a:schemeClr val="tx2"/>
                </a:solidFill>
              </a:defRPr>
            </a:lvl3pPr>
            <a:lvl4pPr marL="347663" indent="-173038">
              <a:buClr>
                <a:schemeClr val="tx1"/>
              </a:buClr>
              <a:buFont typeface="Arial" panose="020B0604020202020204" pitchFamily="34" charset="0"/>
              <a:buChar char="–"/>
              <a:defRPr lang="en-US" dirty="0" smtClean="0">
                <a:solidFill>
                  <a:schemeClr val="tx2"/>
                </a:solidFill>
              </a:defRPr>
            </a:lvl4pPr>
            <a:lvl5pPr marL="511175" indent="-163513">
              <a:buClr>
                <a:schemeClr val="tx1"/>
              </a:buClr>
              <a:buFont typeface="Arial" panose="020B0604020202020204" pitchFamily="34" charset="0"/>
              <a:buChar char="•"/>
              <a:defRPr lang="en-US" dirty="0">
                <a:solidFill>
                  <a:schemeClr val="tx2"/>
                </a:solidFill>
              </a:defRPr>
            </a:lvl5pPr>
            <a:lvl6pPr marL="685800" indent="-174625">
              <a:buClr>
                <a:schemeClr val="tx1"/>
              </a:buClr>
              <a:buFont typeface="Arial" panose="020B0604020202020204" pitchFamily="34" charset="0"/>
              <a:buChar char="–"/>
              <a:defRPr>
                <a:solidFill>
                  <a:schemeClr val="tx2"/>
                </a:solidFill>
              </a:defRPr>
            </a:lvl6pPr>
            <a:lvl7pPr marL="857250" indent="-174625">
              <a:defRPr/>
            </a:lvl7pPr>
            <a:lvl8pPr marL="1030288" indent="-173038">
              <a:defRPr/>
            </a:lvl8pPr>
            <a:lvl9pPr marL="1203325" indent="-173038">
              <a:defRPr/>
            </a:lvl9pPr>
          </a:lstStyle>
          <a:p>
            <a:pPr marL="0" lvl="0" indent="0" algn="l" defTabSz="457200" rtl="0" eaLnBrk="1" latinLnBrk="0" hangingPunct="1">
              <a:lnSpc>
                <a:spcPct val="100000"/>
              </a:lnSpc>
              <a:spcBef>
                <a:spcPts val="1800"/>
              </a:spcBef>
              <a:buClr>
                <a:schemeClr val="tx1"/>
              </a:buClr>
              <a:buFont typeface="Arial"/>
              <a:buNone/>
            </a:pPr>
            <a:r>
              <a:rPr lang="en-US"/>
              <a:t>Click to add header</a:t>
            </a:r>
          </a:p>
          <a:p>
            <a:pPr lvl="1"/>
            <a:r>
              <a:rPr lang="en-US"/>
              <a:t>Body text</a:t>
            </a:r>
          </a:p>
          <a:p>
            <a:pPr lvl="2"/>
            <a:r>
              <a:rPr lang="en-US"/>
              <a:t>First-level bullet</a:t>
            </a:r>
          </a:p>
          <a:p>
            <a:pPr lvl="3"/>
            <a:r>
              <a:rPr lang="en-US"/>
              <a:t>Second-level bullet</a:t>
            </a:r>
          </a:p>
        </p:txBody>
      </p:sp>
      <p:sp>
        <p:nvSpPr>
          <p:cNvPr id="14" name="Content Placeholder 2"/>
          <p:cNvSpPr>
            <a:spLocks noGrp="1"/>
          </p:cNvSpPr>
          <p:nvPr>
            <p:ph sz="half" idx="13" hasCustomPrompt="1"/>
          </p:nvPr>
        </p:nvSpPr>
        <p:spPr bwMode="gray">
          <a:xfrm>
            <a:off x="9417312" y="3475038"/>
            <a:ext cx="1673352" cy="2266006"/>
          </a:xfrm>
        </p:spPr>
        <p:txBody>
          <a:bodyPr vert="horz" lIns="0" tIns="0" rIns="0" bIns="0" rtlCol="0">
            <a:noAutofit/>
          </a:bodyPr>
          <a:lstStyle>
            <a:lvl1pPr>
              <a:lnSpc>
                <a:spcPct val="100000"/>
              </a:lnSpc>
              <a:buClr>
                <a:schemeClr val="tx1"/>
              </a:buClr>
              <a:defRPr lang="en-US" sz="1800" b="1" kern="1200" cap="none" baseline="0" dirty="0">
                <a:solidFill>
                  <a:schemeClr val="tx2"/>
                </a:solidFill>
                <a:latin typeface="+mn-lt"/>
                <a:ea typeface="+mn-ea"/>
                <a:cs typeface="+mn-cs"/>
              </a:defRPr>
            </a:lvl1pPr>
            <a:lvl2pPr marL="0" indent="0">
              <a:buClr>
                <a:schemeClr val="tx1"/>
              </a:buClr>
              <a:buNone/>
              <a:defRPr lang="en-US" dirty="0" smtClean="0">
                <a:solidFill>
                  <a:schemeClr val="tx2"/>
                </a:solidFill>
              </a:defRPr>
            </a:lvl2pPr>
            <a:lvl3pPr marL="174625" indent="-174625">
              <a:spcBef>
                <a:spcPts val="1200"/>
              </a:spcBef>
              <a:buClr>
                <a:schemeClr val="tx1"/>
              </a:buClr>
              <a:buFont typeface="Arial" panose="020B0604020202020204" pitchFamily="34" charset="0"/>
              <a:buChar char="•"/>
              <a:defRPr lang="en-US" sz="1300" dirty="0" smtClean="0">
                <a:solidFill>
                  <a:schemeClr val="tx2"/>
                </a:solidFill>
              </a:defRPr>
            </a:lvl3pPr>
            <a:lvl4pPr marL="347663" indent="-173038">
              <a:buClr>
                <a:schemeClr val="tx1"/>
              </a:buClr>
              <a:buFont typeface="Arial" panose="020B0604020202020204" pitchFamily="34" charset="0"/>
              <a:buChar char="–"/>
              <a:defRPr lang="en-US" dirty="0" smtClean="0">
                <a:solidFill>
                  <a:schemeClr val="tx2"/>
                </a:solidFill>
              </a:defRPr>
            </a:lvl4pPr>
            <a:lvl5pPr marL="511175" indent="-163513">
              <a:buClr>
                <a:schemeClr val="tx1"/>
              </a:buClr>
              <a:buFont typeface="Arial" panose="020B0604020202020204" pitchFamily="34" charset="0"/>
              <a:buChar char="•"/>
              <a:defRPr lang="en-US" dirty="0">
                <a:solidFill>
                  <a:schemeClr val="tx2"/>
                </a:solidFill>
              </a:defRPr>
            </a:lvl5pPr>
            <a:lvl6pPr marL="685800" indent="-174625">
              <a:buClr>
                <a:schemeClr val="tx1"/>
              </a:buClr>
              <a:buFont typeface="Arial" panose="020B0604020202020204" pitchFamily="34" charset="0"/>
              <a:buChar char="–"/>
              <a:defRPr>
                <a:solidFill>
                  <a:schemeClr val="tx2"/>
                </a:solidFill>
              </a:defRPr>
            </a:lvl6pPr>
            <a:lvl7pPr marL="857250" indent="-174625">
              <a:defRPr/>
            </a:lvl7pPr>
            <a:lvl8pPr marL="1030288" indent="-173038">
              <a:defRPr/>
            </a:lvl8pPr>
            <a:lvl9pPr marL="1203325" indent="-173038">
              <a:defRPr/>
            </a:lvl9pPr>
          </a:lstStyle>
          <a:p>
            <a:pPr marL="0" lvl="0" indent="0" algn="l" defTabSz="457200" rtl="0" eaLnBrk="1" latinLnBrk="0" hangingPunct="1">
              <a:lnSpc>
                <a:spcPct val="100000"/>
              </a:lnSpc>
              <a:spcBef>
                <a:spcPts val="1800"/>
              </a:spcBef>
              <a:buClr>
                <a:schemeClr val="tx1"/>
              </a:buClr>
              <a:buFont typeface="Arial"/>
              <a:buNone/>
            </a:pPr>
            <a:r>
              <a:rPr lang="en-US"/>
              <a:t>Click to add header</a:t>
            </a:r>
          </a:p>
          <a:p>
            <a:pPr lvl="1"/>
            <a:r>
              <a:rPr lang="en-US"/>
              <a:t>Body text</a:t>
            </a:r>
          </a:p>
          <a:p>
            <a:pPr lvl="2"/>
            <a:r>
              <a:rPr lang="en-US"/>
              <a:t>First-level bullet</a:t>
            </a:r>
          </a:p>
          <a:p>
            <a:pPr lvl="3"/>
            <a:r>
              <a:rPr lang="en-US"/>
              <a:t>Second-level bullet</a:t>
            </a:r>
          </a:p>
        </p:txBody>
      </p:sp>
    </p:spTree>
    <p:extLst>
      <p:ext uri="{BB962C8B-B14F-4D97-AF65-F5344CB8AC3E}">
        <p14:creationId xmlns:p14="http://schemas.microsoft.com/office/powerpoint/2010/main" val="364606201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Full page char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solidFill>
                  <a:schemeClr val="tx2"/>
                </a:solidFill>
              </a:defRPr>
            </a:lvl1pPr>
          </a:lstStyle>
          <a:p>
            <a:r>
              <a:rPr lang="en-US"/>
              <a:t>Click to add title for chart layout</a:t>
            </a:r>
          </a:p>
        </p:txBody>
      </p:sp>
      <p:sp>
        <p:nvSpPr>
          <p:cNvPr id="9" name="Content Placeholder 3">
            <a:extLst>
              <a:ext uri="{FF2B5EF4-FFF2-40B4-BE49-F238E27FC236}">
                <a16:creationId xmlns:a16="http://schemas.microsoft.com/office/drawing/2014/main" id="{579139DC-E144-408E-AD8A-E4105642CD13}"/>
              </a:ext>
            </a:extLst>
          </p:cNvPr>
          <p:cNvSpPr>
            <a:spLocks noGrp="1"/>
          </p:cNvSpPr>
          <p:nvPr>
            <p:ph sz="quarter" idx="10"/>
          </p:nvPr>
        </p:nvSpPr>
        <p:spPr>
          <a:xfrm>
            <a:off x="1569625" y="1752600"/>
            <a:ext cx="9049575" cy="2975735"/>
          </a:xfrm>
        </p:spPr>
        <p:txBody>
          <a:bodyPr/>
          <a:lstStyle>
            <a:lvl1pPr>
              <a:defRPr>
                <a:solidFill>
                  <a:schemeClr val="tx2"/>
                </a:solidFill>
              </a:defRPr>
            </a:lvl1pPr>
          </a:lstStyle>
          <a:p>
            <a:pPr lvl="0"/>
            <a:r>
              <a:rPr lang="en-US"/>
              <a:t>Click to edit Master text styles</a:t>
            </a:r>
          </a:p>
        </p:txBody>
      </p:sp>
    </p:spTree>
    <p:extLst>
      <p:ext uri="{BB962C8B-B14F-4D97-AF65-F5344CB8AC3E}">
        <p14:creationId xmlns:p14="http://schemas.microsoft.com/office/powerpoint/2010/main" val="155374713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hart with tex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solidFill>
                  <a:schemeClr val="tx2"/>
                </a:solidFill>
              </a:defRPr>
            </a:lvl1pPr>
          </a:lstStyle>
          <a:p>
            <a:r>
              <a:rPr lang="en-US"/>
              <a:t>Click to add title for chart with text layout</a:t>
            </a:r>
          </a:p>
        </p:txBody>
      </p:sp>
      <p:sp>
        <p:nvSpPr>
          <p:cNvPr id="13" name="Content Placeholder 2"/>
          <p:cNvSpPr>
            <a:spLocks noGrp="1"/>
          </p:cNvSpPr>
          <p:nvPr>
            <p:ph idx="1" hasCustomPrompt="1"/>
          </p:nvPr>
        </p:nvSpPr>
        <p:spPr bwMode="gray">
          <a:xfrm>
            <a:off x="557783" y="1767531"/>
            <a:ext cx="3438144" cy="2971800"/>
          </a:xfrm>
        </p:spPr>
        <p:txBody>
          <a:bodyPr/>
          <a:lstStyle>
            <a:lvl1pPr>
              <a:lnSpc>
                <a:spcPct val="100000"/>
              </a:lnSpc>
              <a:buClrTx/>
              <a:defRPr lang="en-US" sz="1800" b="1" kern="1200" cap="none" baseline="0" dirty="0">
                <a:solidFill>
                  <a:schemeClr val="tx2"/>
                </a:solidFill>
                <a:latin typeface="+mn-lt"/>
                <a:ea typeface="+mn-ea"/>
                <a:cs typeface="+mn-cs"/>
              </a:defRPr>
            </a:lvl1pPr>
            <a:lvl2pPr marL="0" indent="0">
              <a:buClrTx/>
              <a:buNone/>
              <a:defRPr baseline="0">
                <a:solidFill>
                  <a:schemeClr val="tx2"/>
                </a:solidFill>
              </a:defRPr>
            </a:lvl2pPr>
            <a:lvl3pPr marL="177800" indent="-177800">
              <a:spcBef>
                <a:spcPts val="1200"/>
              </a:spcBef>
              <a:buClrTx/>
              <a:buFont typeface="Arial" panose="020B0604020202020204" pitchFamily="34" charset="0"/>
              <a:buChar char="•"/>
              <a:defRPr sz="1300" baseline="0">
                <a:solidFill>
                  <a:schemeClr val="tx2"/>
                </a:solidFill>
              </a:defRPr>
            </a:lvl3pPr>
            <a:lvl4pPr marL="342900" indent="-165100">
              <a:buClrTx/>
              <a:buFont typeface="Arial" panose="020B0604020202020204" pitchFamily="34" charset="0"/>
              <a:buChar char="–"/>
              <a:defRPr sz="1300">
                <a:solidFill>
                  <a:schemeClr val="tx2"/>
                </a:solidFill>
              </a:defRPr>
            </a:lvl4pPr>
            <a:lvl5pPr marL="515938" indent="-173038">
              <a:buClrTx/>
              <a:buFont typeface="Arial" panose="020B0604020202020204" pitchFamily="34" charset="0"/>
              <a:buChar char="•"/>
              <a:defRPr sz="1300">
                <a:solidFill>
                  <a:schemeClr val="tx2"/>
                </a:solidFill>
              </a:defRPr>
            </a:lvl5pPr>
            <a:lvl6pPr marL="687388" indent="-171450">
              <a:buClrTx/>
              <a:buFont typeface="Arial" panose="020B0604020202020204" pitchFamily="34" charset="0"/>
              <a:buChar char="–"/>
              <a:defRPr sz="1300">
                <a:solidFill>
                  <a:schemeClr val="tx2"/>
                </a:solidFill>
              </a:defRPr>
            </a:lvl6pPr>
            <a:lvl7pPr marL="860425" indent="-173038">
              <a:buClrTx/>
              <a:buFont typeface="Arial" panose="020B0604020202020204" pitchFamily="34" charset="0"/>
              <a:buChar char="•"/>
              <a:defRPr sz="1300"/>
            </a:lvl7pPr>
            <a:lvl8pPr marL="1031875" indent="-171450">
              <a:buClrTx/>
              <a:buFont typeface="Arial" panose="020B0604020202020204" pitchFamily="34" charset="0"/>
              <a:buChar char="–"/>
              <a:defRPr sz="1300"/>
            </a:lvl8pPr>
            <a:lvl9pPr marL="1203325" indent="-171450">
              <a:buClrTx/>
              <a:buFont typeface="Arial" panose="020B0604020202020204" pitchFamily="34" charset="0"/>
              <a:buChar char="•"/>
              <a:defRPr sz="1300" baseline="0"/>
            </a:lvl9pPr>
          </a:lstStyle>
          <a:p>
            <a:pPr marL="0" lvl="0" indent="0" algn="l" defTabSz="457200" rtl="0" eaLnBrk="1" latinLnBrk="0" hangingPunct="1">
              <a:lnSpc>
                <a:spcPct val="100000"/>
              </a:lnSpc>
              <a:spcBef>
                <a:spcPts val="1800"/>
              </a:spcBef>
              <a:buClr>
                <a:schemeClr val="tx1"/>
              </a:buClr>
              <a:buFont typeface="Arial"/>
              <a:buNone/>
            </a:pPr>
            <a:r>
              <a:rPr lang="en-US"/>
              <a:t>Click to add header</a:t>
            </a:r>
          </a:p>
          <a:p>
            <a:pPr lvl="1"/>
            <a:r>
              <a:rPr lang="en-US"/>
              <a:t>Body text</a:t>
            </a:r>
          </a:p>
          <a:p>
            <a:pPr lvl="2"/>
            <a:r>
              <a:rPr lang="en-US"/>
              <a:t>First-level bullet</a:t>
            </a:r>
          </a:p>
          <a:p>
            <a:pPr lvl="3"/>
            <a:r>
              <a:rPr lang="en-US"/>
              <a:t>Second-level bullet</a:t>
            </a:r>
          </a:p>
          <a:p>
            <a:pPr lvl="4"/>
            <a:r>
              <a:rPr lang="en-US"/>
              <a:t>Third-level bullet</a:t>
            </a:r>
          </a:p>
          <a:p>
            <a:pPr lvl="5"/>
            <a:r>
              <a:rPr lang="en-US"/>
              <a:t>Fourth-level bullet</a:t>
            </a:r>
          </a:p>
          <a:p>
            <a:pPr lvl="6"/>
            <a:r>
              <a:rPr lang="en-US"/>
              <a:t>Fifth-level bullet</a:t>
            </a:r>
          </a:p>
          <a:p>
            <a:pPr lvl="7"/>
            <a:r>
              <a:rPr lang="en-US"/>
              <a:t>Sixth-level bullet</a:t>
            </a:r>
          </a:p>
          <a:p>
            <a:pPr lvl="8"/>
            <a:r>
              <a:rPr lang="en-US"/>
              <a:t>Seventh-level bullet</a:t>
            </a:r>
          </a:p>
        </p:txBody>
      </p:sp>
      <p:sp>
        <p:nvSpPr>
          <p:cNvPr id="7" name="Content Placeholder 3">
            <a:extLst>
              <a:ext uri="{FF2B5EF4-FFF2-40B4-BE49-F238E27FC236}">
                <a16:creationId xmlns:a16="http://schemas.microsoft.com/office/drawing/2014/main" id="{579139DC-E144-408E-AD8A-E4105642CD13}"/>
              </a:ext>
            </a:extLst>
          </p:cNvPr>
          <p:cNvSpPr>
            <a:spLocks noGrp="1"/>
          </p:cNvSpPr>
          <p:nvPr>
            <p:ph sz="quarter" idx="10"/>
          </p:nvPr>
        </p:nvSpPr>
        <p:spPr>
          <a:xfrm>
            <a:off x="4446495" y="1764792"/>
            <a:ext cx="7172418" cy="2975735"/>
          </a:xfrm>
        </p:spPr>
        <p:txBody>
          <a:bodyPr>
            <a:noAutofit/>
          </a:bodyPr>
          <a:lstStyle>
            <a:lvl1pPr>
              <a:defRPr>
                <a:solidFill>
                  <a:schemeClr val="tx2"/>
                </a:solidFill>
              </a:defRPr>
            </a:lvl1pPr>
          </a:lstStyle>
          <a:p>
            <a:pPr lvl="0"/>
            <a:r>
              <a:rPr lang="en-US"/>
              <a:t>Click to edit Master text styles</a:t>
            </a:r>
          </a:p>
        </p:txBody>
      </p:sp>
    </p:spTree>
    <p:extLst>
      <p:ext uri="{BB962C8B-B14F-4D97-AF65-F5344CB8AC3E}">
        <p14:creationId xmlns:p14="http://schemas.microsoft.com/office/powerpoint/2010/main" val="166288073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57784" y="530351"/>
            <a:ext cx="4882896" cy="713232"/>
          </a:xfrm>
        </p:spPr>
        <p:txBody>
          <a:bodyPr/>
          <a:lstStyle>
            <a:lvl1pPr>
              <a:defRPr>
                <a:solidFill>
                  <a:schemeClr val="tx2"/>
                </a:solidFill>
              </a:defRPr>
            </a:lvl1pPr>
          </a:lstStyle>
          <a:p>
            <a:r>
              <a:rPr lang="en-US"/>
              <a:t>Click to add title for comparison slide</a:t>
            </a:r>
          </a:p>
        </p:txBody>
      </p:sp>
      <p:sp>
        <p:nvSpPr>
          <p:cNvPr id="15" name="Content Placeholder 3"/>
          <p:cNvSpPr>
            <a:spLocks noGrp="1"/>
          </p:cNvSpPr>
          <p:nvPr>
            <p:ph sz="half" idx="2" hasCustomPrompt="1"/>
          </p:nvPr>
        </p:nvSpPr>
        <p:spPr>
          <a:xfrm>
            <a:off x="1253148" y="3718011"/>
            <a:ext cx="3493008" cy="2023033"/>
          </a:xfrm>
          <a:noFill/>
        </p:spPr>
        <p:txBody>
          <a:bodyPr lIns="0" tIns="0" rIns="0" bIns="0"/>
          <a:lstStyle>
            <a:lvl1pPr marL="0" indent="0" algn="ctr">
              <a:lnSpc>
                <a:spcPct val="100000"/>
              </a:lnSpc>
              <a:spcBef>
                <a:spcPts val="1200"/>
              </a:spcBef>
              <a:buClrTx/>
              <a:buFont typeface="Arial"/>
              <a:buNone/>
              <a:defRPr sz="1800" b="1">
                <a:solidFill>
                  <a:schemeClr val="accent2"/>
                </a:solidFill>
                <a:latin typeface="+mn-lt"/>
              </a:defRPr>
            </a:lvl1pPr>
            <a:lvl2pPr marL="0" indent="0" algn="ctr">
              <a:spcBef>
                <a:spcPts val="1200"/>
              </a:spcBef>
              <a:buClrTx/>
              <a:buFontTx/>
              <a:buNone/>
              <a:defRPr sz="1500">
                <a:solidFill>
                  <a:schemeClr val="tx2"/>
                </a:solidFill>
              </a:defRPr>
            </a:lvl2pPr>
            <a:lvl3pPr marL="404813" indent="-173038">
              <a:spcBef>
                <a:spcPts val="600"/>
              </a:spcBef>
              <a:buClrTx/>
              <a:buFont typeface="Arial" panose="020B0604020202020204" pitchFamily="34" charset="0"/>
              <a:buChar char="•"/>
              <a:defRPr sz="1600">
                <a:solidFill>
                  <a:schemeClr val="tx2"/>
                </a:solidFill>
              </a:defRPr>
            </a:lvl3pPr>
            <a:lvl4pPr marL="631825" indent="-174625">
              <a:spcBef>
                <a:spcPts val="600"/>
              </a:spcBef>
              <a:buClrTx/>
              <a:buFont typeface="Arial" panose="020B0604020202020204" pitchFamily="34" charset="0"/>
              <a:buChar char="•"/>
              <a:defRPr sz="1600">
                <a:solidFill>
                  <a:schemeClr val="tx2"/>
                </a:solidFill>
              </a:defRPr>
            </a:lvl4pPr>
            <a:lvl5pPr marL="804863" indent="-173038">
              <a:spcBef>
                <a:spcPts val="600"/>
              </a:spcBef>
              <a:buClrTx/>
              <a:buFont typeface="Arial" panose="020B0604020202020204" pitchFamily="34" charset="0"/>
              <a:buChar char="–"/>
              <a:defRPr sz="1600">
                <a:solidFill>
                  <a:schemeClr val="tx2"/>
                </a:solidFill>
              </a:defRPr>
            </a:lvl5pPr>
            <a:lvl6pPr marL="977900" indent="-177800">
              <a:buClrTx/>
              <a:defRPr sz="1600"/>
            </a:lvl6pPr>
            <a:lvl7pPr marL="1143000" indent="-165100">
              <a:buClrTx/>
              <a:defRPr sz="1600"/>
            </a:lvl7pPr>
            <a:lvl8pPr marL="1320800" indent="-177800">
              <a:buClrTx/>
              <a:defRPr sz="1600"/>
            </a:lvl8pPr>
            <a:lvl9pPr>
              <a:defRPr sz="1600"/>
            </a:lvl9pPr>
          </a:lstStyle>
          <a:p>
            <a:pPr lvl="0"/>
            <a:r>
              <a:rPr lang="en-US"/>
              <a:t>Header</a:t>
            </a:r>
          </a:p>
          <a:p>
            <a:pPr lvl="1"/>
            <a:r>
              <a:rPr lang="en-US"/>
              <a:t>First-level</a:t>
            </a:r>
          </a:p>
        </p:txBody>
      </p:sp>
      <p:sp>
        <p:nvSpPr>
          <p:cNvPr id="11" name="Rectangle 10">
            <a:extLst>
              <a:ext uri="{FF2B5EF4-FFF2-40B4-BE49-F238E27FC236}">
                <a16:creationId xmlns:a16="http://schemas.microsoft.com/office/drawing/2014/main" id="{65139F72-CEC0-495F-8477-192D60A880E2}"/>
              </a:ext>
            </a:extLst>
          </p:cNvPr>
          <p:cNvSpPr/>
          <p:nvPr userDrawn="1"/>
        </p:nvSpPr>
        <p:spPr>
          <a:xfrm>
            <a:off x="6094412" y="0"/>
            <a:ext cx="6094413" cy="6858000"/>
          </a:xfrm>
          <a:prstGeom prst="rect">
            <a:avLst/>
          </a:prstGeom>
          <a:solidFill>
            <a:srgbClr val="E9E9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mn-lt"/>
              <a:cs typeface="Arial" panose="020B0604020202020204" pitchFamily="34" charset="0"/>
            </a:endParaRPr>
          </a:p>
        </p:txBody>
      </p:sp>
      <p:sp>
        <p:nvSpPr>
          <p:cNvPr id="16" name="Content Placeholder 5"/>
          <p:cNvSpPr>
            <a:spLocks noGrp="1"/>
          </p:cNvSpPr>
          <p:nvPr>
            <p:ph sz="quarter" idx="4" hasCustomPrompt="1"/>
          </p:nvPr>
        </p:nvSpPr>
        <p:spPr>
          <a:xfrm>
            <a:off x="7378375" y="3718011"/>
            <a:ext cx="3493008" cy="2023033"/>
          </a:xfrm>
          <a:noFill/>
        </p:spPr>
        <p:txBody>
          <a:bodyPr lIns="0" tIns="0" rIns="0" bIns="0"/>
          <a:lstStyle>
            <a:lvl1pPr marL="0" indent="0" algn="ctr">
              <a:lnSpc>
                <a:spcPct val="100000"/>
              </a:lnSpc>
              <a:spcBef>
                <a:spcPts val="1200"/>
              </a:spcBef>
              <a:buClrTx/>
              <a:buFont typeface="Arial"/>
              <a:buNone/>
              <a:defRPr sz="1800" b="1">
                <a:solidFill>
                  <a:schemeClr val="accent2"/>
                </a:solidFill>
                <a:latin typeface="+mn-lt"/>
              </a:defRPr>
            </a:lvl1pPr>
            <a:lvl2pPr marL="0" indent="0" algn="ctr">
              <a:spcBef>
                <a:spcPts val="1200"/>
              </a:spcBef>
              <a:buClrTx/>
              <a:buFontTx/>
              <a:buNone/>
              <a:defRPr sz="1500">
                <a:solidFill>
                  <a:schemeClr val="tx2"/>
                </a:solidFill>
              </a:defRPr>
            </a:lvl2pPr>
            <a:lvl3pPr marL="231775" indent="0">
              <a:spcBef>
                <a:spcPts val="600"/>
              </a:spcBef>
              <a:buClrTx/>
              <a:buFont typeface="Arial" panose="020B0604020202020204" pitchFamily="34" charset="0"/>
              <a:buNone/>
              <a:defRPr sz="1600">
                <a:solidFill>
                  <a:schemeClr val="bg1"/>
                </a:solidFill>
              </a:defRPr>
            </a:lvl3pPr>
            <a:lvl4pPr marL="631825" indent="-174625">
              <a:spcBef>
                <a:spcPts val="600"/>
              </a:spcBef>
              <a:buClrTx/>
              <a:buFont typeface="Arial" panose="020B0604020202020204" pitchFamily="34" charset="0"/>
              <a:buChar char="•"/>
              <a:defRPr sz="1600">
                <a:solidFill>
                  <a:schemeClr val="bg1"/>
                </a:solidFill>
              </a:defRPr>
            </a:lvl4pPr>
            <a:lvl5pPr marL="804863" indent="-173038">
              <a:spcBef>
                <a:spcPts val="600"/>
              </a:spcBef>
              <a:buClrTx/>
              <a:buFont typeface="Arial" panose="020B0604020202020204" pitchFamily="34" charset="0"/>
              <a:buChar char="–"/>
              <a:defRPr sz="1600">
                <a:solidFill>
                  <a:schemeClr val="bg1"/>
                </a:solidFill>
              </a:defRPr>
            </a:lvl5pPr>
            <a:lvl6pPr>
              <a:spcBef>
                <a:spcPts val="600"/>
              </a:spcBef>
              <a:buClrTx/>
              <a:defRPr sz="1600">
                <a:solidFill>
                  <a:schemeClr val="bg1"/>
                </a:solidFill>
              </a:defRPr>
            </a:lvl6pPr>
            <a:lvl7pPr>
              <a:spcBef>
                <a:spcPts val="600"/>
              </a:spcBef>
              <a:buClrTx/>
              <a:defRPr sz="1600">
                <a:solidFill>
                  <a:schemeClr val="bg1"/>
                </a:solidFill>
              </a:defRPr>
            </a:lvl7pPr>
            <a:lvl8pPr>
              <a:spcBef>
                <a:spcPts val="600"/>
              </a:spcBef>
              <a:buClrTx/>
              <a:defRPr sz="1600">
                <a:solidFill>
                  <a:schemeClr val="bg1"/>
                </a:solidFill>
              </a:defRPr>
            </a:lvl8pPr>
            <a:lvl9pPr>
              <a:defRPr sz="1600"/>
            </a:lvl9pPr>
          </a:lstStyle>
          <a:p>
            <a:pPr lvl="0"/>
            <a:r>
              <a:rPr lang="en-US"/>
              <a:t>Header</a:t>
            </a:r>
          </a:p>
          <a:p>
            <a:pPr lvl="1"/>
            <a:r>
              <a:rPr lang="en-US"/>
              <a:t>First-level</a:t>
            </a:r>
          </a:p>
        </p:txBody>
      </p:sp>
      <p:pic>
        <p:nvPicPr>
          <p:cNvPr id="7" name="Graphic 6" descr="CVS Health logo.">
            <a:extLst>
              <a:ext uri="{FF2B5EF4-FFF2-40B4-BE49-F238E27FC236}">
                <a16:creationId xmlns:a16="http://schemas.microsoft.com/office/drawing/2014/main" id="{99394496-8368-4B56-8235-99713340C2D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351008" y="6373368"/>
            <a:ext cx="1273813" cy="155448"/>
          </a:xfrm>
          <a:prstGeom prst="rect">
            <a:avLst/>
          </a:prstGeom>
        </p:spPr>
      </p:pic>
    </p:spTree>
    <p:extLst>
      <p:ext uri="{BB962C8B-B14F-4D97-AF65-F5344CB8AC3E}">
        <p14:creationId xmlns:p14="http://schemas.microsoft.com/office/powerpoint/2010/main" val="56777586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One panel">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9F4177E-CDDD-476F-9590-4FA690787A3F}"/>
              </a:ext>
            </a:extLst>
          </p:cNvPr>
          <p:cNvSpPr/>
          <p:nvPr userDrawn="1"/>
        </p:nvSpPr>
        <p:spPr>
          <a:xfrm>
            <a:off x="0" y="0"/>
            <a:ext cx="4057094" cy="6858000"/>
          </a:xfrm>
          <a:prstGeom prst="rect">
            <a:avLst/>
          </a:prstGeom>
          <a:solidFill>
            <a:srgbClr val="E9E9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mn-lt"/>
              <a:cs typeface="Arial" panose="020B0604020202020204" pitchFamily="34" charset="0"/>
            </a:endParaRPr>
          </a:p>
        </p:txBody>
      </p:sp>
      <p:sp>
        <p:nvSpPr>
          <p:cNvPr id="3" name="Title 1">
            <a:extLst>
              <a:ext uri="{FF2B5EF4-FFF2-40B4-BE49-F238E27FC236}">
                <a16:creationId xmlns:a16="http://schemas.microsoft.com/office/drawing/2014/main" id="{7C794590-BFF7-4D91-A4D6-07347CD385E0}"/>
              </a:ext>
            </a:extLst>
          </p:cNvPr>
          <p:cNvSpPr>
            <a:spLocks noGrp="1"/>
          </p:cNvSpPr>
          <p:nvPr>
            <p:ph type="title" hasCustomPrompt="1"/>
          </p:nvPr>
        </p:nvSpPr>
        <p:spPr>
          <a:xfrm>
            <a:off x="579556" y="0"/>
            <a:ext cx="2958302" cy="6425581"/>
          </a:xfrm>
        </p:spPr>
        <p:txBody>
          <a:bodyPr anchor="ctr"/>
          <a:lstStyle>
            <a:lvl1pPr>
              <a:defRPr>
                <a:solidFill>
                  <a:schemeClr val="tx2"/>
                </a:solidFill>
              </a:defRPr>
            </a:lvl1pPr>
          </a:lstStyle>
          <a:p>
            <a:r>
              <a:rPr lang="en-US"/>
              <a:t>Click to add title </a:t>
            </a:r>
            <a:br>
              <a:rPr lang="en-US"/>
            </a:br>
            <a:r>
              <a:rPr lang="en-US"/>
              <a:t>here for one panel comparison slide</a:t>
            </a:r>
          </a:p>
        </p:txBody>
      </p:sp>
      <p:sp>
        <p:nvSpPr>
          <p:cNvPr id="7" name="Content Placeholder 3">
            <a:extLst>
              <a:ext uri="{FF2B5EF4-FFF2-40B4-BE49-F238E27FC236}">
                <a16:creationId xmlns:a16="http://schemas.microsoft.com/office/drawing/2014/main" id="{39BBBC8D-0164-48BE-8C39-97B2E9C688A7}"/>
              </a:ext>
            </a:extLst>
          </p:cNvPr>
          <p:cNvSpPr>
            <a:spLocks noGrp="1"/>
          </p:cNvSpPr>
          <p:nvPr>
            <p:ph sz="half" idx="2" hasCustomPrompt="1"/>
          </p:nvPr>
        </p:nvSpPr>
        <p:spPr bwMode="gray">
          <a:xfrm>
            <a:off x="4906236" y="2971852"/>
            <a:ext cx="2368296" cy="2592183"/>
          </a:xfrm>
        </p:spPr>
        <p:txBody>
          <a:bodyPr vert="horz" lIns="0" tIns="0" rIns="0" bIns="0" rtlCol="0">
            <a:noAutofit/>
          </a:bodyPr>
          <a:lstStyle>
            <a:lvl1pPr algn="ctr">
              <a:lnSpc>
                <a:spcPct val="100000"/>
              </a:lnSpc>
              <a:buClrTx/>
              <a:defRPr lang="en-US" sz="1800" b="1" kern="1200" cap="none" baseline="0" dirty="0">
                <a:solidFill>
                  <a:schemeClr val="accent2"/>
                </a:solidFill>
                <a:latin typeface="+mn-lt"/>
                <a:ea typeface="+mn-ea"/>
                <a:cs typeface="+mn-cs"/>
              </a:defRPr>
            </a:lvl1pPr>
            <a:lvl2pPr marL="0" indent="0" algn="ctr">
              <a:spcBef>
                <a:spcPts val="1800"/>
              </a:spcBef>
              <a:buClrTx/>
              <a:buFontTx/>
              <a:buNone/>
              <a:defRPr lang="en-US" sz="1500" baseline="0" dirty="0" smtClean="0">
                <a:solidFill>
                  <a:schemeClr val="tx2"/>
                </a:solidFill>
              </a:defRPr>
            </a:lvl2pPr>
            <a:lvl3pPr marL="171450" indent="0">
              <a:buClrTx/>
              <a:buFont typeface="Arial" panose="020B0604020202020204" pitchFamily="34" charset="0"/>
              <a:buNone/>
              <a:defRPr lang="en-US" sz="1600" baseline="0" dirty="0" smtClean="0">
                <a:solidFill>
                  <a:schemeClr val="tx2"/>
                </a:solidFill>
              </a:defRPr>
            </a:lvl3pPr>
            <a:lvl4pPr>
              <a:buClrTx/>
              <a:defRPr lang="en-US" sz="1600" baseline="0" dirty="0" smtClean="0">
                <a:solidFill>
                  <a:schemeClr val="tx2"/>
                </a:solidFill>
              </a:defRPr>
            </a:lvl4pPr>
            <a:lvl5pPr>
              <a:buClrTx/>
              <a:defRPr lang="en-US" sz="1600" baseline="0" dirty="0">
                <a:solidFill>
                  <a:schemeClr val="tx2"/>
                </a:solidFill>
              </a:defRPr>
            </a:lvl5pPr>
            <a:lvl6pPr>
              <a:buClrTx/>
              <a:defRPr sz="1600" baseline="0">
                <a:solidFill>
                  <a:schemeClr val="tx2"/>
                </a:solidFill>
              </a:defRPr>
            </a:lvl6pPr>
            <a:lvl7pPr>
              <a:buClrTx/>
              <a:defRPr sz="1600" baseline="0">
                <a:solidFill>
                  <a:schemeClr val="tx2"/>
                </a:solidFill>
              </a:defRPr>
            </a:lvl7pPr>
            <a:lvl8pPr>
              <a:buClrTx/>
              <a:defRPr sz="1600" baseline="0">
                <a:solidFill>
                  <a:schemeClr val="tx2"/>
                </a:solidFill>
              </a:defRPr>
            </a:lvl8pPr>
            <a:lvl9pPr>
              <a:buClrTx/>
              <a:defRPr sz="1600">
                <a:solidFill>
                  <a:schemeClr val="tx2"/>
                </a:solidFill>
              </a:defRPr>
            </a:lvl9pPr>
          </a:lstStyle>
          <a:p>
            <a:pPr marL="0" lvl="0" indent="0" algn="ctr" defTabSz="457200" rtl="0" eaLnBrk="1" latinLnBrk="0" hangingPunct="1">
              <a:lnSpc>
                <a:spcPct val="100000"/>
              </a:lnSpc>
              <a:spcBef>
                <a:spcPts val="1800"/>
              </a:spcBef>
              <a:buClrTx/>
              <a:buFont typeface="Arial"/>
              <a:buNone/>
            </a:pPr>
            <a:r>
              <a:rPr lang="en-US"/>
              <a:t>Header</a:t>
            </a:r>
          </a:p>
          <a:p>
            <a:pPr lvl="1"/>
            <a:r>
              <a:rPr lang="en-US"/>
              <a:t>First-level</a:t>
            </a:r>
          </a:p>
        </p:txBody>
      </p:sp>
      <p:sp>
        <p:nvSpPr>
          <p:cNvPr id="8" name="Content Placeholder 3">
            <a:extLst>
              <a:ext uri="{FF2B5EF4-FFF2-40B4-BE49-F238E27FC236}">
                <a16:creationId xmlns:a16="http://schemas.microsoft.com/office/drawing/2014/main" id="{E1CA36B9-1028-43DB-A308-5411C7D185BC}"/>
              </a:ext>
            </a:extLst>
          </p:cNvPr>
          <p:cNvSpPr>
            <a:spLocks noGrp="1"/>
          </p:cNvSpPr>
          <p:nvPr>
            <p:ph sz="half" idx="18" hasCustomPrompt="1"/>
          </p:nvPr>
        </p:nvSpPr>
        <p:spPr bwMode="gray">
          <a:xfrm>
            <a:off x="8969729" y="2971852"/>
            <a:ext cx="2368296" cy="2592183"/>
          </a:xfrm>
        </p:spPr>
        <p:txBody>
          <a:bodyPr vert="horz" lIns="0" tIns="0" rIns="0" bIns="0" rtlCol="0">
            <a:noAutofit/>
          </a:bodyPr>
          <a:lstStyle>
            <a:lvl1pPr algn="ctr">
              <a:lnSpc>
                <a:spcPct val="100000"/>
              </a:lnSpc>
              <a:buClrTx/>
              <a:defRPr lang="en-US" sz="1800" b="1" cap="none" baseline="0" dirty="0" smtClean="0">
                <a:solidFill>
                  <a:schemeClr val="accent2"/>
                </a:solidFill>
                <a:latin typeface="+mn-lt"/>
              </a:defRPr>
            </a:lvl1pPr>
            <a:lvl2pPr marL="0" indent="0" algn="ctr">
              <a:spcBef>
                <a:spcPts val="1800"/>
              </a:spcBef>
              <a:buClrTx/>
              <a:buFontTx/>
              <a:buNone/>
              <a:defRPr lang="en-US" sz="1500" dirty="0" smtClean="0">
                <a:solidFill>
                  <a:schemeClr val="tx2"/>
                </a:solidFill>
              </a:defRPr>
            </a:lvl2pPr>
            <a:lvl3pPr marL="171450" indent="0">
              <a:buClrTx/>
              <a:buFont typeface="Arial" panose="020B0604020202020204" pitchFamily="34" charset="0"/>
              <a:buNone/>
              <a:defRPr lang="en-US" sz="1600" baseline="0" dirty="0" smtClean="0">
                <a:solidFill>
                  <a:schemeClr val="bg1"/>
                </a:solidFill>
              </a:defRPr>
            </a:lvl3pPr>
            <a:lvl4pPr>
              <a:buClrTx/>
              <a:defRPr lang="en-US" sz="1600" baseline="0" dirty="0" smtClean="0">
                <a:solidFill>
                  <a:schemeClr val="bg1"/>
                </a:solidFill>
              </a:defRPr>
            </a:lvl4pPr>
            <a:lvl5pPr>
              <a:buClrTx/>
              <a:defRPr lang="en-US" sz="1600" baseline="0" dirty="0">
                <a:solidFill>
                  <a:schemeClr val="bg1"/>
                </a:solidFill>
              </a:defRPr>
            </a:lvl5pPr>
            <a:lvl6pPr>
              <a:buClrTx/>
              <a:defRPr sz="1600" baseline="0">
                <a:solidFill>
                  <a:schemeClr val="bg1"/>
                </a:solidFill>
              </a:defRPr>
            </a:lvl6pPr>
            <a:lvl7pPr>
              <a:buClrTx/>
              <a:defRPr sz="1600">
                <a:solidFill>
                  <a:schemeClr val="bg1"/>
                </a:solidFill>
              </a:defRPr>
            </a:lvl7pPr>
            <a:lvl8pPr>
              <a:buClrTx/>
              <a:defRPr sz="1600" baseline="0">
                <a:solidFill>
                  <a:schemeClr val="bg1"/>
                </a:solidFill>
              </a:defRPr>
            </a:lvl8pPr>
            <a:lvl9pPr>
              <a:buClrTx/>
              <a:defRPr sz="1600">
                <a:solidFill>
                  <a:schemeClr val="bg1"/>
                </a:solidFill>
              </a:defRPr>
            </a:lvl9pPr>
          </a:lstStyle>
          <a:p>
            <a:pPr lvl="0"/>
            <a:r>
              <a:rPr lang="en-US"/>
              <a:t>Header</a:t>
            </a:r>
          </a:p>
          <a:p>
            <a:pPr lvl="1"/>
            <a:r>
              <a:rPr lang="en-US"/>
              <a:t>First-level</a:t>
            </a:r>
          </a:p>
        </p:txBody>
      </p:sp>
      <p:sp>
        <p:nvSpPr>
          <p:cNvPr id="11" name="Content Placeholder 8">
            <a:extLst>
              <a:ext uri="{FF2B5EF4-FFF2-40B4-BE49-F238E27FC236}">
                <a16:creationId xmlns:a16="http://schemas.microsoft.com/office/drawing/2014/main" id="{668665DB-9D44-4B88-9F03-E82A2FF5D152}"/>
              </a:ext>
            </a:extLst>
          </p:cNvPr>
          <p:cNvSpPr txBox="1">
            <a:spLocks/>
          </p:cNvSpPr>
          <p:nvPr userDrawn="1"/>
        </p:nvSpPr>
        <p:spPr>
          <a:xfrm>
            <a:off x="557784" y="6367487"/>
            <a:ext cx="352367" cy="228600"/>
          </a:xfrm>
          <a:prstGeom prst="rect">
            <a:avLst/>
          </a:prstGeom>
        </p:spPr>
        <p:txBody>
          <a:bodyPr lIns="0" rIns="0" anchor="ctr"/>
          <a:lstStyle>
            <a:lvl1pPr marL="0" indent="0" algn="l" defTabSz="914400" rtl="0" eaLnBrk="1" latinLnBrk="0" hangingPunct="1">
              <a:spcBef>
                <a:spcPts val="600"/>
              </a:spcBef>
              <a:spcAft>
                <a:spcPts val="0"/>
              </a:spcAft>
              <a:buClrTx/>
              <a:buFontTx/>
              <a:buNone/>
              <a:tabLst>
                <a:tab pos="1201738" algn="l"/>
              </a:tabLst>
              <a:defRPr sz="800" b="0" i="0" kern="1200">
                <a:solidFill>
                  <a:schemeClr val="tx2"/>
                </a:solidFill>
                <a:latin typeface="Open Sans"/>
                <a:ea typeface="+mn-ea"/>
                <a:cs typeface="Open Sans"/>
              </a:defRPr>
            </a:lvl1pPr>
            <a:lvl2pPr marL="200025"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2pPr>
            <a:lvl3pPr marL="398463" indent="-200025" algn="l" defTabSz="914400" rtl="0" eaLnBrk="1" latinLnBrk="0" hangingPunct="1">
              <a:spcBef>
                <a:spcPts val="600"/>
              </a:spcBef>
              <a:spcAft>
                <a:spcPts val="0"/>
              </a:spcAft>
              <a:buClrTx/>
              <a:buFont typeface="CVS Health Sans"/>
              <a:buChar char="−"/>
              <a:tabLst>
                <a:tab pos="1201738" algn="l"/>
              </a:tabLst>
              <a:defRPr sz="1600" b="0" i="0" kern="1200">
                <a:solidFill>
                  <a:schemeClr val="tx2"/>
                </a:solidFill>
                <a:latin typeface="Open Sans Light"/>
                <a:ea typeface="+mn-ea"/>
                <a:cs typeface="Open Sans Light"/>
              </a:defRPr>
            </a:lvl3pPr>
            <a:lvl4pPr marL="622300"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4pPr>
            <a:lvl5pPr marL="806450" indent="-182563" algn="l" defTabSz="914400" rtl="0" eaLnBrk="1" latinLnBrk="0" hangingPunct="1">
              <a:spcBef>
                <a:spcPts val="600"/>
              </a:spcBef>
              <a:spcAft>
                <a:spcPts val="0"/>
              </a:spcAft>
              <a:buClrTx/>
              <a:buFont typeface="CVS Health Sans"/>
              <a:buChar char="−"/>
              <a:tabLst>
                <a:tab pos="1201738" algn="l"/>
              </a:tabLst>
              <a:defRPr sz="1600" b="0" i="0" kern="1200">
                <a:solidFill>
                  <a:schemeClr val="tx2"/>
                </a:solidFill>
                <a:latin typeface="Open Sans Light"/>
                <a:ea typeface="+mn-ea"/>
                <a:cs typeface="Open Sans Light"/>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l"/>
            <a:fld id="{38743595-4496-5147-A886-7D133864DF76}" type="slidenum">
              <a:rPr lang="en-US" sz="1000" b="0" smtClean="0">
                <a:solidFill>
                  <a:schemeClr val="tx2"/>
                </a:solidFill>
                <a:latin typeface="CVS Health Sans Medium" panose="020B0504020202020204" pitchFamily="34" charset="0"/>
                <a:ea typeface="Open Sans" panose="020B0606030504020204" pitchFamily="34" charset="0"/>
                <a:cs typeface="Arial" panose="020B0604020202020204" pitchFamily="34" charset="0"/>
              </a:rPr>
              <a:pPr algn="l"/>
              <a:t>‹#›</a:t>
            </a:fld>
            <a:endParaRPr lang="en-US" sz="1000" b="0">
              <a:solidFill>
                <a:schemeClr val="tx2"/>
              </a:solidFill>
              <a:latin typeface="CVS Health Sans Medium" panose="020B0504020202020204" pitchFamily="34" charset="0"/>
              <a:ea typeface="Open Sans" panose="020B0606030504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4EFE9336-BB34-4CCC-8274-05D8119178BD}"/>
              </a:ext>
            </a:extLst>
          </p:cNvPr>
          <p:cNvSpPr txBox="1"/>
          <p:nvPr userDrawn="1"/>
        </p:nvSpPr>
        <p:spPr>
          <a:xfrm>
            <a:off x="859534" y="6425581"/>
            <a:ext cx="8046720" cy="123111"/>
          </a:xfrm>
          <a:prstGeom prst="rect">
            <a:avLst/>
          </a:prstGeom>
          <a:noFill/>
        </p:spPr>
        <p:txBody>
          <a:bodyPr wrap="square" lIns="0" tIns="0" rIns="0" bIns="0" rtlCol="0" anchor="b">
            <a:spAutoFit/>
          </a:bodyPr>
          <a:lstStyle/>
          <a:p>
            <a:r>
              <a:rPr lang="en-US" sz="800">
                <a:solidFill>
                  <a:schemeClr val="tx2"/>
                </a:solidFill>
                <a:latin typeface="+mn-lt"/>
              </a:rPr>
              <a:t>©2026 CVS Health and/or one of its affiliates. Confidential and proprietary.</a:t>
            </a:r>
          </a:p>
        </p:txBody>
      </p:sp>
      <p:pic>
        <p:nvPicPr>
          <p:cNvPr id="10" name="Graphic 9" descr="CVS Health logo.">
            <a:extLst>
              <a:ext uri="{FF2B5EF4-FFF2-40B4-BE49-F238E27FC236}">
                <a16:creationId xmlns:a16="http://schemas.microsoft.com/office/drawing/2014/main" id="{4556B8A3-577E-4258-B8ED-A7943CC515B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351008" y="6373368"/>
            <a:ext cx="1273813" cy="155448"/>
          </a:xfrm>
          <a:prstGeom prst="rect">
            <a:avLst/>
          </a:prstGeom>
        </p:spPr>
      </p:pic>
    </p:spTree>
    <p:extLst>
      <p:ext uri="{BB962C8B-B14F-4D97-AF65-F5344CB8AC3E}">
        <p14:creationId xmlns:p14="http://schemas.microsoft.com/office/powerpoint/2010/main" val="244707538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Three points">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CFACB8A6-3813-48D2-B8CE-038DD1E42B32}"/>
              </a:ext>
            </a:extLst>
          </p:cNvPr>
          <p:cNvSpPr/>
          <p:nvPr userDrawn="1"/>
        </p:nvSpPr>
        <p:spPr>
          <a:xfrm>
            <a:off x="0" y="6241774"/>
            <a:ext cx="5585791" cy="6162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mn-lt"/>
              <a:cs typeface="Arial" panose="020B0604020202020204" pitchFamily="34" charset="0"/>
            </a:endParaRPr>
          </a:p>
        </p:txBody>
      </p:sp>
      <p:sp>
        <p:nvSpPr>
          <p:cNvPr id="23" name="Rectangle 22">
            <a:extLst>
              <a:ext uri="{FF2B5EF4-FFF2-40B4-BE49-F238E27FC236}">
                <a16:creationId xmlns:a16="http://schemas.microsoft.com/office/drawing/2014/main" id="{B5FE79D5-35B2-49F2-B15D-DA1A165F3786}"/>
              </a:ext>
            </a:extLst>
          </p:cNvPr>
          <p:cNvSpPr/>
          <p:nvPr userDrawn="1"/>
        </p:nvSpPr>
        <p:spPr>
          <a:xfrm>
            <a:off x="4061837" y="0"/>
            <a:ext cx="4057094" cy="6858000"/>
          </a:xfrm>
          <a:prstGeom prst="rect">
            <a:avLst/>
          </a:prstGeom>
          <a:solidFill>
            <a:srgbClr val="E9E9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mn-lt"/>
              <a:cs typeface="Arial" panose="020B0604020202020204" pitchFamily="34" charset="0"/>
            </a:endParaRPr>
          </a:p>
        </p:txBody>
      </p:sp>
      <p:sp>
        <p:nvSpPr>
          <p:cNvPr id="22" name="Rectangle 21">
            <a:extLst>
              <a:ext uri="{FF2B5EF4-FFF2-40B4-BE49-F238E27FC236}">
                <a16:creationId xmlns:a16="http://schemas.microsoft.com/office/drawing/2014/main" id="{D8E8E372-A3D9-43BC-A3BE-4011C8DA5B98}"/>
              </a:ext>
            </a:extLst>
          </p:cNvPr>
          <p:cNvSpPr/>
          <p:nvPr userDrawn="1"/>
        </p:nvSpPr>
        <p:spPr>
          <a:xfrm>
            <a:off x="8118931" y="0"/>
            <a:ext cx="4069893"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mn-lt"/>
              <a:cs typeface="Arial" panose="020B0604020202020204" pitchFamily="34" charset="0"/>
            </a:endParaRPr>
          </a:p>
        </p:txBody>
      </p:sp>
      <p:sp>
        <p:nvSpPr>
          <p:cNvPr id="25" name="Title 1">
            <a:extLst>
              <a:ext uri="{FF2B5EF4-FFF2-40B4-BE49-F238E27FC236}">
                <a16:creationId xmlns:a16="http://schemas.microsoft.com/office/drawing/2014/main" id="{430E9904-95CA-4355-B234-1DDA8EC1512E}"/>
              </a:ext>
            </a:extLst>
          </p:cNvPr>
          <p:cNvSpPr>
            <a:spLocks noGrp="1"/>
          </p:cNvSpPr>
          <p:nvPr>
            <p:ph type="title" hasCustomPrompt="1"/>
          </p:nvPr>
        </p:nvSpPr>
        <p:spPr>
          <a:xfrm>
            <a:off x="579556" y="0"/>
            <a:ext cx="2958302" cy="6425581"/>
          </a:xfrm>
        </p:spPr>
        <p:txBody>
          <a:bodyPr anchor="ctr"/>
          <a:lstStyle>
            <a:lvl1pPr>
              <a:defRPr>
                <a:solidFill>
                  <a:schemeClr val="tx2"/>
                </a:solidFill>
              </a:defRPr>
            </a:lvl1pPr>
          </a:lstStyle>
          <a:p>
            <a:r>
              <a:rPr lang="en-US"/>
              <a:t>Click to add title here for two panel comparison slide</a:t>
            </a:r>
          </a:p>
        </p:txBody>
      </p:sp>
      <p:sp>
        <p:nvSpPr>
          <p:cNvPr id="21" name="Content Placeholder 3">
            <a:extLst>
              <a:ext uri="{FF2B5EF4-FFF2-40B4-BE49-F238E27FC236}">
                <a16:creationId xmlns:a16="http://schemas.microsoft.com/office/drawing/2014/main" id="{3E63A43E-9184-464B-AD62-08609C3C2EFC}"/>
              </a:ext>
            </a:extLst>
          </p:cNvPr>
          <p:cNvSpPr>
            <a:spLocks noGrp="1"/>
          </p:cNvSpPr>
          <p:nvPr>
            <p:ph sz="half" idx="2" hasCustomPrompt="1"/>
          </p:nvPr>
        </p:nvSpPr>
        <p:spPr bwMode="gray">
          <a:xfrm>
            <a:off x="4906236" y="2971852"/>
            <a:ext cx="2368296" cy="2592183"/>
          </a:xfrm>
        </p:spPr>
        <p:txBody>
          <a:bodyPr vert="horz" lIns="0" tIns="0" rIns="0" bIns="0" rtlCol="0">
            <a:noAutofit/>
          </a:bodyPr>
          <a:lstStyle>
            <a:lvl1pPr algn="ctr">
              <a:lnSpc>
                <a:spcPct val="100000"/>
              </a:lnSpc>
              <a:buClrTx/>
              <a:defRPr lang="en-US" sz="1800" b="1" kern="1200" cap="none" baseline="0" dirty="0">
                <a:solidFill>
                  <a:schemeClr val="tx2"/>
                </a:solidFill>
                <a:latin typeface="+mn-lt"/>
                <a:ea typeface="+mn-ea"/>
                <a:cs typeface="+mn-cs"/>
              </a:defRPr>
            </a:lvl1pPr>
            <a:lvl2pPr marL="0" indent="0" algn="ctr">
              <a:spcBef>
                <a:spcPts val="1800"/>
              </a:spcBef>
              <a:buClrTx/>
              <a:buFontTx/>
              <a:buNone/>
              <a:defRPr lang="en-US" sz="1500" baseline="0" dirty="0" smtClean="0">
                <a:solidFill>
                  <a:schemeClr val="tx2"/>
                </a:solidFill>
              </a:defRPr>
            </a:lvl2pPr>
            <a:lvl3pPr marL="171450" indent="0">
              <a:buClrTx/>
              <a:buFont typeface="Arial" panose="020B0604020202020204" pitchFamily="34" charset="0"/>
              <a:buNone/>
              <a:defRPr lang="en-US" sz="1600" baseline="0" dirty="0" smtClean="0">
                <a:solidFill>
                  <a:schemeClr val="tx2"/>
                </a:solidFill>
              </a:defRPr>
            </a:lvl3pPr>
            <a:lvl4pPr>
              <a:buClrTx/>
              <a:defRPr lang="en-US" sz="1600" baseline="0" dirty="0" smtClean="0">
                <a:solidFill>
                  <a:schemeClr val="tx2"/>
                </a:solidFill>
              </a:defRPr>
            </a:lvl4pPr>
            <a:lvl5pPr>
              <a:buClrTx/>
              <a:defRPr lang="en-US" sz="1600" baseline="0" dirty="0">
                <a:solidFill>
                  <a:schemeClr val="tx2"/>
                </a:solidFill>
              </a:defRPr>
            </a:lvl5pPr>
            <a:lvl6pPr>
              <a:buClrTx/>
              <a:defRPr sz="1600" baseline="0">
                <a:solidFill>
                  <a:schemeClr val="tx2"/>
                </a:solidFill>
              </a:defRPr>
            </a:lvl6pPr>
            <a:lvl7pPr>
              <a:buClrTx/>
              <a:defRPr sz="1600" baseline="0">
                <a:solidFill>
                  <a:schemeClr val="tx2"/>
                </a:solidFill>
              </a:defRPr>
            </a:lvl7pPr>
            <a:lvl8pPr>
              <a:buClrTx/>
              <a:defRPr sz="1600" baseline="0">
                <a:solidFill>
                  <a:schemeClr val="tx2"/>
                </a:solidFill>
              </a:defRPr>
            </a:lvl8pPr>
            <a:lvl9pPr>
              <a:buClrTx/>
              <a:defRPr sz="1600">
                <a:solidFill>
                  <a:schemeClr val="tx2"/>
                </a:solidFill>
              </a:defRPr>
            </a:lvl9pPr>
          </a:lstStyle>
          <a:p>
            <a:pPr marL="0" lvl="0" indent="0" algn="ctr" defTabSz="457200" rtl="0" eaLnBrk="1" latinLnBrk="0" hangingPunct="1">
              <a:lnSpc>
                <a:spcPct val="100000"/>
              </a:lnSpc>
              <a:spcBef>
                <a:spcPts val="1800"/>
              </a:spcBef>
              <a:buClrTx/>
              <a:buFont typeface="Arial"/>
              <a:buNone/>
            </a:pPr>
            <a:r>
              <a:rPr lang="en-US"/>
              <a:t>Header</a:t>
            </a:r>
          </a:p>
          <a:p>
            <a:pPr lvl="1"/>
            <a:r>
              <a:rPr lang="en-US"/>
              <a:t>First-level</a:t>
            </a:r>
          </a:p>
        </p:txBody>
      </p:sp>
      <p:sp>
        <p:nvSpPr>
          <p:cNvPr id="24" name="Content Placeholder 3">
            <a:extLst>
              <a:ext uri="{FF2B5EF4-FFF2-40B4-BE49-F238E27FC236}">
                <a16:creationId xmlns:a16="http://schemas.microsoft.com/office/drawing/2014/main" id="{6C89E4A5-6F21-4ECD-BCA6-5B29AF1FC1C0}"/>
              </a:ext>
            </a:extLst>
          </p:cNvPr>
          <p:cNvSpPr>
            <a:spLocks noGrp="1"/>
          </p:cNvSpPr>
          <p:nvPr>
            <p:ph sz="half" idx="18" hasCustomPrompt="1"/>
          </p:nvPr>
        </p:nvSpPr>
        <p:spPr bwMode="gray">
          <a:xfrm>
            <a:off x="8969729" y="2971852"/>
            <a:ext cx="2368296" cy="2592183"/>
          </a:xfrm>
        </p:spPr>
        <p:txBody>
          <a:bodyPr vert="horz" lIns="0" tIns="0" rIns="0" bIns="0" rtlCol="0">
            <a:noAutofit/>
          </a:bodyPr>
          <a:lstStyle>
            <a:lvl1pPr algn="ctr">
              <a:lnSpc>
                <a:spcPct val="100000"/>
              </a:lnSpc>
              <a:buClrTx/>
              <a:defRPr lang="en-US" sz="1800" b="1" cap="none" baseline="0" dirty="0" smtClean="0">
                <a:solidFill>
                  <a:schemeClr val="tx2"/>
                </a:solidFill>
                <a:latin typeface="+mn-lt"/>
              </a:defRPr>
            </a:lvl1pPr>
            <a:lvl2pPr marL="0" indent="0" algn="ctr">
              <a:spcBef>
                <a:spcPts val="1800"/>
              </a:spcBef>
              <a:buClrTx/>
              <a:buFontTx/>
              <a:buNone/>
              <a:defRPr lang="en-US" sz="1500" dirty="0" smtClean="0">
                <a:solidFill>
                  <a:schemeClr val="tx2"/>
                </a:solidFill>
              </a:defRPr>
            </a:lvl2pPr>
            <a:lvl3pPr marL="171450" indent="0">
              <a:buClrTx/>
              <a:buFont typeface="Arial" panose="020B0604020202020204" pitchFamily="34" charset="0"/>
              <a:buNone/>
              <a:defRPr lang="en-US" sz="1600" baseline="0" dirty="0" smtClean="0">
                <a:solidFill>
                  <a:schemeClr val="bg1"/>
                </a:solidFill>
              </a:defRPr>
            </a:lvl3pPr>
            <a:lvl4pPr>
              <a:buClrTx/>
              <a:defRPr lang="en-US" sz="1600" baseline="0" dirty="0" smtClean="0">
                <a:solidFill>
                  <a:schemeClr val="bg1"/>
                </a:solidFill>
              </a:defRPr>
            </a:lvl4pPr>
            <a:lvl5pPr>
              <a:buClrTx/>
              <a:defRPr lang="en-US" sz="1600" baseline="0" dirty="0">
                <a:solidFill>
                  <a:schemeClr val="bg1"/>
                </a:solidFill>
              </a:defRPr>
            </a:lvl5pPr>
            <a:lvl6pPr>
              <a:buClrTx/>
              <a:defRPr sz="1600" baseline="0">
                <a:solidFill>
                  <a:schemeClr val="bg1"/>
                </a:solidFill>
              </a:defRPr>
            </a:lvl6pPr>
            <a:lvl7pPr>
              <a:buClrTx/>
              <a:defRPr sz="1600">
                <a:solidFill>
                  <a:schemeClr val="bg1"/>
                </a:solidFill>
              </a:defRPr>
            </a:lvl7pPr>
            <a:lvl8pPr>
              <a:buClrTx/>
              <a:defRPr sz="1600" baseline="0">
                <a:solidFill>
                  <a:schemeClr val="bg1"/>
                </a:solidFill>
              </a:defRPr>
            </a:lvl8pPr>
            <a:lvl9pPr>
              <a:buClrTx/>
              <a:defRPr sz="1600">
                <a:solidFill>
                  <a:schemeClr val="bg1"/>
                </a:solidFill>
              </a:defRPr>
            </a:lvl9pPr>
          </a:lstStyle>
          <a:p>
            <a:pPr lvl="0"/>
            <a:r>
              <a:rPr lang="en-US"/>
              <a:t>Header</a:t>
            </a:r>
          </a:p>
          <a:p>
            <a:pPr lvl="1"/>
            <a:r>
              <a:rPr lang="en-US"/>
              <a:t>First-level</a:t>
            </a:r>
          </a:p>
        </p:txBody>
      </p:sp>
      <p:sp>
        <p:nvSpPr>
          <p:cNvPr id="11" name="Content Placeholder 8">
            <a:extLst>
              <a:ext uri="{FF2B5EF4-FFF2-40B4-BE49-F238E27FC236}">
                <a16:creationId xmlns:a16="http://schemas.microsoft.com/office/drawing/2014/main" id="{F5E0B0A3-49E5-4641-8D2C-BC31AF6815C4}"/>
              </a:ext>
            </a:extLst>
          </p:cNvPr>
          <p:cNvSpPr txBox="1">
            <a:spLocks/>
          </p:cNvSpPr>
          <p:nvPr userDrawn="1"/>
        </p:nvSpPr>
        <p:spPr>
          <a:xfrm>
            <a:off x="557784" y="6367487"/>
            <a:ext cx="352367" cy="228600"/>
          </a:xfrm>
          <a:prstGeom prst="rect">
            <a:avLst/>
          </a:prstGeom>
        </p:spPr>
        <p:txBody>
          <a:bodyPr lIns="0" rIns="0" anchor="ctr"/>
          <a:lstStyle>
            <a:lvl1pPr marL="0" indent="0" algn="l" defTabSz="914400" rtl="0" eaLnBrk="1" latinLnBrk="0" hangingPunct="1">
              <a:spcBef>
                <a:spcPts val="600"/>
              </a:spcBef>
              <a:spcAft>
                <a:spcPts val="0"/>
              </a:spcAft>
              <a:buClrTx/>
              <a:buFontTx/>
              <a:buNone/>
              <a:tabLst>
                <a:tab pos="1201738" algn="l"/>
              </a:tabLst>
              <a:defRPr sz="800" b="0" i="0" kern="1200">
                <a:solidFill>
                  <a:schemeClr val="tx2"/>
                </a:solidFill>
                <a:latin typeface="Open Sans"/>
                <a:ea typeface="+mn-ea"/>
                <a:cs typeface="Open Sans"/>
              </a:defRPr>
            </a:lvl1pPr>
            <a:lvl2pPr marL="200025"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2pPr>
            <a:lvl3pPr marL="398463" indent="-200025" algn="l" defTabSz="914400" rtl="0" eaLnBrk="1" latinLnBrk="0" hangingPunct="1">
              <a:spcBef>
                <a:spcPts val="600"/>
              </a:spcBef>
              <a:spcAft>
                <a:spcPts val="0"/>
              </a:spcAft>
              <a:buClrTx/>
              <a:buFont typeface="CVS Health Sans"/>
              <a:buChar char="−"/>
              <a:tabLst>
                <a:tab pos="1201738" algn="l"/>
              </a:tabLst>
              <a:defRPr sz="1600" b="0" i="0" kern="1200">
                <a:solidFill>
                  <a:schemeClr val="tx2"/>
                </a:solidFill>
                <a:latin typeface="Open Sans Light"/>
                <a:ea typeface="+mn-ea"/>
                <a:cs typeface="Open Sans Light"/>
              </a:defRPr>
            </a:lvl3pPr>
            <a:lvl4pPr marL="622300"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4pPr>
            <a:lvl5pPr marL="806450" indent="-182563" algn="l" defTabSz="914400" rtl="0" eaLnBrk="1" latinLnBrk="0" hangingPunct="1">
              <a:spcBef>
                <a:spcPts val="600"/>
              </a:spcBef>
              <a:spcAft>
                <a:spcPts val="0"/>
              </a:spcAft>
              <a:buClrTx/>
              <a:buFont typeface="CVS Health Sans"/>
              <a:buChar char="−"/>
              <a:tabLst>
                <a:tab pos="1201738" algn="l"/>
              </a:tabLst>
              <a:defRPr sz="1600" b="0" i="0" kern="1200">
                <a:solidFill>
                  <a:schemeClr val="tx2"/>
                </a:solidFill>
                <a:latin typeface="Open Sans Light"/>
                <a:ea typeface="+mn-ea"/>
                <a:cs typeface="Open Sans Light"/>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l"/>
            <a:fld id="{38743595-4496-5147-A886-7D133864DF76}" type="slidenum">
              <a:rPr lang="en-US" sz="1000" b="0" smtClean="0">
                <a:solidFill>
                  <a:schemeClr val="tx2"/>
                </a:solidFill>
                <a:latin typeface="CVS Health Sans Medium" panose="020B0504020202020204" pitchFamily="34" charset="0"/>
                <a:ea typeface="Open Sans" panose="020B0606030504020204" pitchFamily="34" charset="0"/>
                <a:cs typeface="Arial" panose="020B0604020202020204" pitchFamily="34" charset="0"/>
              </a:rPr>
              <a:pPr algn="l"/>
              <a:t>‹#›</a:t>
            </a:fld>
            <a:endParaRPr lang="en-US" sz="1000" b="0">
              <a:solidFill>
                <a:schemeClr val="tx2"/>
              </a:solidFill>
              <a:latin typeface="CVS Health Sans Medium" panose="020B0504020202020204" pitchFamily="34" charset="0"/>
              <a:ea typeface="Open Sans" panose="020B0606030504020204" pitchFamily="34" charset="0"/>
              <a:cs typeface="Arial" panose="020B0604020202020204" pitchFamily="34" charset="0"/>
            </a:endParaRPr>
          </a:p>
        </p:txBody>
      </p:sp>
      <p:sp>
        <p:nvSpPr>
          <p:cNvPr id="20" name="TextBox 19">
            <a:extLst>
              <a:ext uri="{FF2B5EF4-FFF2-40B4-BE49-F238E27FC236}">
                <a16:creationId xmlns:a16="http://schemas.microsoft.com/office/drawing/2014/main" id="{01B46839-35D8-438B-B7A2-2B753DFD7A66}"/>
              </a:ext>
            </a:extLst>
          </p:cNvPr>
          <p:cNvSpPr txBox="1"/>
          <p:nvPr userDrawn="1"/>
        </p:nvSpPr>
        <p:spPr>
          <a:xfrm>
            <a:off x="859534" y="6425581"/>
            <a:ext cx="8046720" cy="123111"/>
          </a:xfrm>
          <a:prstGeom prst="rect">
            <a:avLst/>
          </a:prstGeom>
          <a:noFill/>
        </p:spPr>
        <p:txBody>
          <a:bodyPr wrap="square" lIns="0" tIns="0" rIns="0" bIns="0" rtlCol="0" anchor="b">
            <a:spAutoFit/>
          </a:bodyPr>
          <a:lstStyle/>
          <a:p>
            <a:r>
              <a:rPr lang="en-US" sz="800">
                <a:solidFill>
                  <a:schemeClr val="tx2"/>
                </a:solidFill>
                <a:latin typeface="+mn-lt"/>
              </a:rPr>
              <a:t>©2026 CVS Health and/or one of its affiliates. Confidential and proprietary.</a:t>
            </a:r>
          </a:p>
        </p:txBody>
      </p:sp>
      <p:pic>
        <p:nvPicPr>
          <p:cNvPr id="12" name="Graphic 11" descr="CVS Health logo.">
            <a:extLst>
              <a:ext uri="{FF2B5EF4-FFF2-40B4-BE49-F238E27FC236}">
                <a16:creationId xmlns:a16="http://schemas.microsoft.com/office/drawing/2014/main" id="{DE198919-F3A5-469C-A629-47C58263767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351008" y="6373368"/>
            <a:ext cx="1273813" cy="155448"/>
          </a:xfrm>
          <a:prstGeom prst="rect">
            <a:avLst/>
          </a:prstGeom>
        </p:spPr>
      </p:pic>
    </p:spTree>
    <p:extLst>
      <p:ext uri="{BB962C8B-B14F-4D97-AF65-F5344CB8AC3E}">
        <p14:creationId xmlns:p14="http://schemas.microsoft.com/office/powerpoint/2010/main" val="77750529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ext and image righ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57784" y="530351"/>
            <a:ext cx="4882896" cy="713232"/>
          </a:xfrm>
        </p:spPr>
        <p:txBody>
          <a:bodyPr/>
          <a:lstStyle>
            <a:lvl1pPr>
              <a:defRPr>
                <a:solidFill>
                  <a:schemeClr val="tx2"/>
                </a:solidFill>
              </a:defRPr>
            </a:lvl1pPr>
          </a:lstStyle>
          <a:p>
            <a:r>
              <a:rPr lang="en-US"/>
              <a:t>Click to add title </a:t>
            </a:r>
            <a:br>
              <a:rPr lang="en-US"/>
            </a:br>
            <a:r>
              <a:rPr lang="en-US"/>
              <a:t>for image and text slide</a:t>
            </a:r>
          </a:p>
        </p:txBody>
      </p:sp>
      <p:sp>
        <p:nvSpPr>
          <p:cNvPr id="6" name="Content Placeholder 2"/>
          <p:cNvSpPr>
            <a:spLocks noGrp="1"/>
          </p:cNvSpPr>
          <p:nvPr>
            <p:ph idx="1" hasCustomPrompt="1"/>
          </p:nvPr>
        </p:nvSpPr>
        <p:spPr bwMode="gray">
          <a:xfrm>
            <a:off x="557784" y="1765300"/>
            <a:ext cx="4882896" cy="3977640"/>
          </a:xfrm>
        </p:spPr>
        <p:txBody>
          <a:bodyPr/>
          <a:lstStyle>
            <a:lvl1pPr>
              <a:defRPr cap="none" baseline="0">
                <a:solidFill>
                  <a:schemeClr val="tx2"/>
                </a:solidFill>
              </a:defRPr>
            </a:lvl1pPr>
            <a:lvl2pPr>
              <a:defRPr baseline="0">
                <a:solidFill>
                  <a:schemeClr val="tx2"/>
                </a:solidFill>
              </a:defRPr>
            </a:lvl2pPr>
            <a:lvl3pPr>
              <a:defRPr>
                <a:solidFill>
                  <a:schemeClr val="tx2"/>
                </a:solidFill>
              </a:defRPr>
            </a:lvl3pPr>
            <a:lvl4pPr>
              <a:defRPr>
                <a:solidFill>
                  <a:schemeClr val="tx2"/>
                </a:solidFill>
              </a:defRPr>
            </a:lvl4pPr>
            <a:lvl5pPr>
              <a:defRPr baseline="0">
                <a:solidFill>
                  <a:schemeClr val="tx2"/>
                </a:solidFill>
              </a:defRPr>
            </a:lvl5pPr>
            <a:lvl6pPr>
              <a:defRPr/>
            </a:lvl6pPr>
            <a:lvl7pPr>
              <a:defRPr/>
            </a:lvl7pPr>
            <a:lvl8pPr>
              <a:defRPr/>
            </a:lvl8pPr>
            <a:lvl9pPr>
              <a:defRPr/>
            </a:lvl9pPr>
          </a:lstStyle>
          <a:p>
            <a:pPr lvl="0"/>
            <a:r>
              <a:rPr lang="en-US"/>
              <a:t>Body text</a:t>
            </a:r>
          </a:p>
          <a:p>
            <a:pPr lvl="1"/>
            <a:r>
              <a:rPr lang="en-US"/>
              <a:t>First-level bullet</a:t>
            </a:r>
          </a:p>
          <a:p>
            <a:pPr lvl="2"/>
            <a:r>
              <a:rPr lang="en-US"/>
              <a:t>Second-level bullet</a:t>
            </a:r>
          </a:p>
          <a:p>
            <a:pPr lvl="3"/>
            <a:r>
              <a:rPr lang="en-US"/>
              <a:t>Third-level bullet</a:t>
            </a:r>
          </a:p>
          <a:p>
            <a:pPr lvl="4"/>
            <a:r>
              <a:rPr lang="en-US"/>
              <a:t>Fourth-level bullet</a:t>
            </a:r>
          </a:p>
          <a:p>
            <a:pPr lvl="5"/>
            <a:r>
              <a:rPr lang="en-US"/>
              <a:t>Fifth-level bullet</a:t>
            </a:r>
          </a:p>
          <a:p>
            <a:pPr lvl="6"/>
            <a:r>
              <a:rPr lang="en-US"/>
              <a:t>Sixth-level bullet</a:t>
            </a:r>
          </a:p>
          <a:p>
            <a:pPr lvl="7"/>
            <a:r>
              <a:rPr lang="en-US"/>
              <a:t>Seventh-level bullet</a:t>
            </a:r>
          </a:p>
          <a:p>
            <a:pPr lvl="8"/>
            <a:r>
              <a:rPr lang="en-US"/>
              <a:t>Eighth-level bullet</a:t>
            </a:r>
          </a:p>
        </p:txBody>
      </p:sp>
      <p:sp>
        <p:nvSpPr>
          <p:cNvPr id="4" name="Picture Placeholder 6">
            <a:extLst>
              <a:ext uri="{FF2B5EF4-FFF2-40B4-BE49-F238E27FC236}">
                <a16:creationId xmlns:a16="http://schemas.microsoft.com/office/drawing/2014/main" id="{12697E3D-9970-40A4-9967-1A38ED528B30}"/>
              </a:ext>
            </a:extLst>
          </p:cNvPr>
          <p:cNvSpPr>
            <a:spLocks noGrp="1"/>
          </p:cNvSpPr>
          <p:nvPr>
            <p:ph type="pic" sz="quarter" idx="16" hasCustomPrompt="1"/>
          </p:nvPr>
        </p:nvSpPr>
        <p:spPr>
          <a:xfrm>
            <a:off x="6094412" y="0"/>
            <a:ext cx="6094413" cy="6858000"/>
          </a:xfrm>
          <a:prstGeom prst="rect">
            <a:avLst/>
          </a:prstGeom>
          <a:solidFill>
            <a:schemeClr val="bg1">
              <a:lumMod val="85000"/>
            </a:schemeClr>
          </a:solidFill>
        </p:spPr>
        <p:txBody>
          <a:bodyPr anchor="ctr"/>
          <a:lstStyle>
            <a:lvl1pPr algn="ctr">
              <a:spcBef>
                <a:spcPts val="0"/>
              </a:spcBef>
              <a:spcAft>
                <a:spcPts val="0"/>
              </a:spcAft>
              <a:defRPr sz="6600" b="1">
                <a:solidFill>
                  <a:schemeClr val="bg2"/>
                </a:solidFill>
              </a:defRPr>
            </a:lvl1pPr>
          </a:lstStyle>
          <a:p>
            <a:br>
              <a:rPr lang="en-US"/>
            </a:br>
            <a:r>
              <a:rPr lang="en-US"/>
              <a:t>IMAGE</a:t>
            </a:r>
            <a:br>
              <a:rPr lang="en-US"/>
            </a:br>
            <a:br>
              <a:rPr lang="en-US"/>
            </a:br>
            <a:br>
              <a:rPr lang="en-US"/>
            </a:br>
            <a:endParaRPr lang="en-US"/>
          </a:p>
        </p:txBody>
      </p:sp>
      <p:pic>
        <p:nvPicPr>
          <p:cNvPr id="5" name="Graphic 4" descr="CVS Health logo in white.">
            <a:extLst>
              <a:ext uri="{FF2B5EF4-FFF2-40B4-BE49-F238E27FC236}">
                <a16:creationId xmlns:a16="http://schemas.microsoft.com/office/drawing/2014/main" id="{8163FE3F-97F2-42A9-B07A-B67697B4DB0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351008" y="6373368"/>
            <a:ext cx="1273813" cy="155448"/>
          </a:xfrm>
          <a:prstGeom prst="rect">
            <a:avLst/>
          </a:prstGeom>
        </p:spPr>
      </p:pic>
    </p:spTree>
    <p:extLst>
      <p:ext uri="{BB962C8B-B14F-4D97-AF65-F5344CB8AC3E}">
        <p14:creationId xmlns:p14="http://schemas.microsoft.com/office/powerpoint/2010/main" val="27000908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ext and image lef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731836" y="530351"/>
            <a:ext cx="4882896" cy="713232"/>
          </a:xfrm>
        </p:spPr>
        <p:txBody>
          <a:bodyPr/>
          <a:lstStyle>
            <a:lvl1pPr>
              <a:defRPr>
                <a:solidFill>
                  <a:schemeClr val="tx2"/>
                </a:solidFill>
              </a:defRPr>
            </a:lvl1pPr>
          </a:lstStyle>
          <a:p>
            <a:r>
              <a:rPr lang="en-US"/>
              <a:t>Click to add title </a:t>
            </a:r>
            <a:br>
              <a:rPr lang="en-US"/>
            </a:br>
            <a:r>
              <a:rPr lang="en-US"/>
              <a:t>for image and text slide</a:t>
            </a:r>
          </a:p>
        </p:txBody>
      </p:sp>
      <p:sp>
        <p:nvSpPr>
          <p:cNvPr id="6" name="Content Placeholder 2"/>
          <p:cNvSpPr>
            <a:spLocks noGrp="1"/>
          </p:cNvSpPr>
          <p:nvPr>
            <p:ph idx="1" hasCustomPrompt="1"/>
          </p:nvPr>
        </p:nvSpPr>
        <p:spPr bwMode="gray">
          <a:xfrm>
            <a:off x="6738938" y="1765300"/>
            <a:ext cx="4882896" cy="3977640"/>
          </a:xfrm>
        </p:spPr>
        <p:txBody>
          <a:bodyPr/>
          <a:lstStyle>
            <a:lvl1pPr>
              <a:buClrTx/>
              <a:defRPr cap="none" baseline="0">
                <a:solidFill>
                  <a:schemeClr val="tx2"/>
                </a:solidFill>
              </a:defRPr>
            </a:lvl1pPr>
            <a:lvl2pPr>
              <a:buClrTx/>
              <a:defRPr>
                <a:solidFill>
                  <a:schemeClr val="tx2"/>
                </a:solidFill>
              </a:defRPr>
            </a:lvl2pPr>
            <a:lvl3pPr>
              <a:buClrTx/>
              <a:defRPr>
                <a:solidFill>
                  <a:schemeClr val="tx2"/>
                </a:solidFill>
              </a:defRPr>
            </a:lvl3pPr>
            <a:lvl4pPr>
              <a:buClrTx/>
              <a:defRPr>
                <a:solidFill>
                  <a:schemeClr val="tx2"/>
                </a:solidFill>
              </a:defRPr>
            </a:lvl4pPr>
            <a:lvl5pPr>
              <a:buClrTx/>
              <a:defRPr>
                <a:solidFill>
                  <a:schemeClr val="tx2"/>
                </a:solidFill>
              </a:defRPr>
            </a:lvl5pPr>
            <a:lvl6pPr>
              <a:buClrTx/>
              <a:defRPr/>
            </a:lvl6pPr>
            <a:lvl7pPr>
              <a:buClrTx/>
              <a:defRPr/>
            </a:lvl7pPr>
            <a:lvl8pPr>
              <a:buClrTx/>
              <a:defRPr/>
            </a:lvl8pPr>
            <a:lvl9pPr>
              <a:buClrTx/>
              <a:defRPr/>
            </a:lvl9pPr>
          </a:lstStyle>
          <a:p>
            <a:pPr lvl="0"/>
            <a:r>
              <a:rPr lang="en-US"/>
              <a:t>Body text</a:t>
            </a:r>
          </a:p>
          <a:p>
            <a:pPr lvl="1"/>
            <a:r>
              <a:rPr lang="en-US"/>
              <a:t>First-level bullet</a:t>
            </a:r>
          </a:p>
          <a:p>
            <a:pPr lvl="2"/>
            <a:r>
              <a:rPr lang="en-US"/>
              <a:t>Second-level bullet</a:t>
            </a:r>
          </a:p>
          <a:p>
            <a:pPr lvl="3"/>
            <a:r>
              <a:rPr lang="en-US"/>
              <a:t>Third-level bullet</a:t>
            </a:r>
          </a:p>
          <a:p>
            <a:pPr lvl="4"/>
            <a:r>
              <a:rPr lang="en-US"/>
              <a:t>Fourth-level bullet</a:t>
            </a:r>
          </a:p>
          <a:p>
            <a:pPr lvl="5"/>
            <a:r>
              <a:rPr lang="en-US"/>
              <a:t>Fifth-level bullet</a:t>
            </a:r>
          </a:p>
          <a:p>
            <a:pPr lvl="6"/>
            <a:r>
              <a:rPr lang="en-US"/>
              <a:t>Sixth-level bullet</a:t>
            </a:r>
          </a:p>
          <a:p>
            <a:pPr lvl="7"/>
            <a:r>
              <a:rPr lang="en-US"/>
              <a:t>Seventh-level bullet</a:t>
            </a:r>
          </a:p>
          <a:p>
            <a:pPr lvl="8"/>
            <a:r>
              <a:rPr lang="en-US"/>
              <a:t>Eighth-level bullet</a:t>
            </a:r>
          </a:p>
        </p:txBody>
      </p:sp>
      <p:sp>
        <p:nvSpPr>
          <p:cNvPr id="4" name="Picture Placeholder 6">
            <a:extLst>
              <a:ext uri="{FF2B5EF4-FFF2-40B4-BE49-F238E27FC236}">
                <a16:creationId xmlns:a16="http://schemas.microsoft.com/office/drawing/2014/main" id="{12697E3D-9970-40A4-9967-1A38ED528B30}"/>
              </a:ext>
            </a:extLst>
          </p:cNvPr>
          <p:cNvSpPr>
            <a:spLocks noGrp="1"/>
          </p:cNvSpPr>
          <p:nvPr>
            <p:ph type="pic" sz="quarter" idx="16" hasCustomPrompt="1"/>
          </p:nvPr>
        </p:nvSpPr>
        <p:spPr>
          <a:xfrm>
            <a:off x="0" y="0"/>
            <a:ext cx="6094413" cy="6858000"/>
          </a:xfrm>
          <a:prstGeom prst="rect">
            <a:avLst/>
          </a:prstGeom>
          <a:solidFill>
            <a:schemeClr val="bg1">
              <a:lumMod val="85000"/>
            </a:schemeClr>
          </a:solidFill>
        </p:spPr>
        <p:txBody>
          <a:bodyPr anchor="ctr"/>
          <a:lstStyle>
            <a:lvl1pPr algn="ctr">
              <a:spcBef>
                <a:spcPts val="0"/>
              </a:spcBef>
              <a:spcAft>
                <a:spcPts val="0"/>
              </a:spcAft>
              <a:defRPr sz="6600" b="1">
                <a:solidFill>
                  <a:schemeClr val="bg2"/>
                </a:solidFill>
              </a:defRPr>
            </a:lvl1pPr>
          </a:lstStyle>
          <a:p>
            <a:br>
              <a:rPr lang="en-US"/>
            </a:br>
            <a:r>
              <a:rPr lang="en-US"/>
              <a:t>IMAGE</a:t>
            </a:r>
            <a:br>
              <a:rPr lang="en-US"/>
            </a:br>
            <a:br>
              <a:rPr lang="en-US"/>
            </a:br>
            <a:br>
              <a:rPr lang="en-US"/>
            </a:br>
            <a:endParaRPr lang="en-US"/>
          </a:p>
        </p:txBody>
      </p:sp>
    </p:spTree>
    <p:extLst>
      <p:ext uri="{BB962C8B-B14F-4D97-AF65-F5344CB8AC3E}">
        <p14:creationId xmlns:p14="http://schemas.microsoft.com/office/powerpoint/2010/main" val="114832630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ext and Infographic Righ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57784" y="530351"/>
            <a:ext cx="4882896" cy="713232"/>
          </a:xfrm>
        </p:spPr>
        <p:txBody>
          <a:bodyPr/>
          <a:lstStyle>
            <a:lvl1pPr>
              <a:defRPr>
                <a:solidFill>
                  <a:schemeClr val="tx2"/>
                </a:solidFill>
              </a:defRPr>
            </a:lvl1pPr>
          </a:lstStyle>
          <a:p>
            <a:r>
              <a:rPr lang="en-US"/>
              <a:t>Click to add title for text and infographic</a:t>
            </a:r>
          </a:p>
        </p:txBody>
      </p:sp>
      <p:sp>
        <p:nvSpPr>
          <p:cNvPr id="6" name="Content Placeholder 2"/>
          <p:cNvSpPr>
            <a:spLocks noGrp="1"/>
          </p:cNvSpPr>
          <p:nvPr>
            <p:ph idx="1" hasCustomPrompt="1"/>
          </p:nvPr>
        </p:nvSpPr>
        <p:spPr bwMode="gray">
          <a:xfrm>
            <a:off x="557784" y="1767532"/>
            <a:ext cx="4882896" cy="3977640"/>
          </a:xfrm>
        </p:spPr>
        <p:txBody>
          <a:bodyPr/>
          <a:lstStyle>
            <a:lvl1pPr>
              <a:defRPr cap="none" baseline="0">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lvl6pPr>
            <a:lvl7pPr>
              <a:defRPr/>
            </a:lvl7pPr>
            <a:lvl8pPr>
              <a:defRPr/>
            </a:lvl8pPr>
            <a:lvl9pPr>
              <a:defRPr/>
            </a:lvl9pPr>
          </a:lstStyle>
          <a:p>
            <a:pPr lvl="0"/>
            <a:r>
              <a:rPr lang="en-US"/>
              <a:t>Body text</a:t>
            </a:r>
          </a:p>
          <a:p>
            <a:pPr lvl="1"/>
            <a:r>
              <a:rPr lang="en-US"/>
              <a:t>First-level bullet</a:t>
            </a:r>
          </a:p>
          <a:p>
            <a:pPr lvl="2"/>
            <a:r>
              <a:rPr lang="en-US"/>
              <a:t>Second-level bullet</a:t>
            </a:r>
          </a:p>
          <a:p>
            <a:pPr lvl="3"/>
            <a:r>
              <a:rPr lang="en-US"/>
              <a:t>Third-level bullet</a:t>
            </a:r>
          </a:p>
          <a:p>
            <a:pPr lvl="4"/>
            <a:r>
              <a:rPr lang="en-US"/>
              <a:t>Fourth-level bullet</a:t>
            </a:r>
          </a:p>
          <a:p>
            <a:pPr lvl="5"/>
            <a:r>
              <a:rPr lang="en-US"/>
              <a:t>Fifth-level bullet</a:t>
            </a:r>
          </a:p>
          <a:p>
            <a:pPr lvl="6"/>
            <a:r>
              <a:rPr lang="en-US"/>
              <a:t>Sixth-level bullet</a:t>
            </a:r>
          </a:p>
          <a:p>
            <a:pPr lvl="7"/>
            <a:r>
              <a:rPr lang="en-US"/>
              <a:t>Seventh-level bullet</a:t>
            </a:r>
          </a:p>
          <a:p>
            <a:pPr lvl="8"/>
            <a:r>
              <a:rPr lang="en-US"/>
              <a:t>Eighth-level bullet</a:t>
            </a:r>
          </a:p>
        </p:txBody>
      </p:sp>
      <p:sp>
        <p:nvSpPr>
          <p:cNvPr id="8" name="Rectangle 7">
            <a:extLst>
              <a:ext uri="{FF2B5EF4-FFF2-40B4-BE49-F238E27FC236}">
                <a16:creationId xmlns:a16="http://schemas.microsoft.com/office/drawing/2014/main" id="{65139F72-CEC0-495F-8477-192D60A880E2}"/>
              </a:ext>
            </a:extLst>
          </p:cNvPr>
          <p:cNvSpPr/>
          <p:nvPr userDrawn="1"/>
        </p:nvSpPr>
        <p:spPr>
          <a:xfrm>
            <a:off x="6094412" y="0"/>
            <a:ext cx="6094413" cy="6858000"/>
          </a:xfrm>
          <a:prstGeom prst="rect">
            <a:avLst/>
          </a:prstGeom>
          <a:solidFill>
            <a:srgbClr val="E9E9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mn-lt"/>
              <a:cs typeface="Arial" panose="020B0604020202020204" pitchFamily="34" charset="0"/>
            </a:endParaRPr>
          </a:p>
        </p:txBody>
      </p:sp>
      <p:pic>
        <p:nvPicPr>
          <p:cNvPr id="7" name="Graphic 6" descr="CVS Health logo.">
            <a:extLst>
              <a:ext uri="{FF2B5EF4-FFF2-40B4-BE49-F238E27FC236}">
                <a16:creationId xmlns:a16="http://schemas.microsoft.com/office/drawing/2014/main" id="{B59DA53D-FB46-42C9-9A73-236B2FE1059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351008" y="6373368"/>
            <a:ext cx="1273813" cy="155448"/>
          </a:xfrm>
          <a:prstGeom prst="rect">
            <a:avLst/>
          </a:prstGeom>
        </p:spPr>
      </p:pic>
    </p:spTree>
    <p:extLst>
      <p:ext uri="{BB962C8B-B14F-4D97-AF65-F5344CB8AC3E}">
        <p14:creationId xmlns:p14="http://schemas.microsoft.com/office/powerpoint/2010/main" val="158382426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ext and Infographic Lef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731836" y="530351"/>
            <a:ext cx="4882896" cy="713232"/>
          </a:xfrm>
        </p:spPr>
        <p:txBody>
          <a:bodyPr/>
          <a:lstStyle>
            <a:lvl1pPr>
              <a:defRPr>
                <a:solidFill>
                  <a:schemeClr val="tx2"/>
                </a:solidFill>
              </a:defRPr>
            </a:lvl1pPr>
          </a:lstStyle>
          <a:p>
            <a:r>
              <a:rPr lang="en-US"/>
              <a:t>Click to add title for text and infographic</a:t>
            </a:r>
          </a:p>
        </p:txBody>
      </p:sp>
      <p:sp>
        <p:nvSpPr>
          <p:cNvPr id="6" name="Content Placeholder 2"/>
          <p:cNvSpPr>
            <a:spLocks noGrp="1"/>
          </p:cNvSpPr>
          <p:nvPr>
            <p:ph idx="1" hasCustomPrompt="1"/>
          </p:nvPr>
        </p:nvSpPr>
        <p:spPr bwMode="gray">
          <a:xfrm>
            <a:off x="6738938" y="1765300"/>
            <a:ext cx="4882896" cy="3977640"/>
          </a:xfrm>
        </p:spPr>
        <p:txBody>
          <a:bodyPr/>
          <a:lstStyle>
            <a:lvl1pPr>
              <a:defRPr cap="none" baseline="0">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lvl6pPr>
            <a:lvl7pPr>
              <a:defRPr/>
            </a:lvl7pPr>
            <a:lvl8pPr>
              <a:defRPr/>
            </a:lvl8pPr>
            <a:lvl9pPr>
              <a:defRPr/>
            </a:lvl9pPr>
          </a:lstStyle>
          <a:p>
            <a:pPr lvl="0"/>
            <a:r>
              <a:rPr lang="en-US"/>
              <a:t>Body text</a:t>
            </a:r>
          </a:p>
          <a:p>
            <a:pPr lvl="1"/>
            <a:r>
              <a:rPr lang="en-US"/>
              <a:t>First-level bullet</a:t>
            </a:r>
          </a:p>
          <a:p>
            <a:pPr lvl="2"/>
            <a:r>
              <a:rPr lang="en-US"/>
              <a:t>Second-level bullet</a:t>
            </a:r>
          </a:p>
          <a:p>
            <a:pPr lvl="3"/>
            <a:r>
              <a:rPr lang="en-US"/>
              <a:t>Third-level bullet</a:t>
            </a:r>
          </a:p>
          <a:p>
            <a:pPr lvl="4"/>
            <a:r>
              <a:rPr lang="en-US"/>
              <a:t>Fourth-level bullet</a:t>
            </a:r>
          </a:p>
          <a:p>
            <a:pPr lvl="5"/>
            <a:r>
              <a:rPr lang="en-US"/>
              <a:t>Fifth-level bullet</a:t>
            </a:r>
          </a:p>
          <a:p>
            <a:pPr lvl="6"/>
            <a:r>
              <a:rPr lang="en-US"/>
              <a:t>Sixth-level bullet</a:t>
            </a:r>
          </a:p>
          <a:p>
            <a:pPr lvl="7"/>
            <a:r>
              <a:rPr lang="en-US"/>
              <a:t>Seventh-level bullet</a:t>
            </a:r>
          </a:p>
          <a:p>
            <a:pPr lvl="8"/>
            <a:r>
              <a:rPr lang="en-US"/>
              <a:t>Eighth-level bullet</a:t>
            </a:r>
          </a:p>
        </p:txBody>
      </p:sp>
      <p:sp>
        <p:nvSpPr>
          <p:cNvPr id="7" name="Rectangle 6">
            <a:extLst>
              <a:ext uri="{FF2B5EF4-FFF2-40B4-BE49-F238E27FC236}">
                <a16:creationId xmlns:a16="http://schemas.microsoft.com/office/drawing/2014/main" id="{65139F72-CEC0-495F-8477-192D60A880E2}"/>
              </a:ext>
            </a:extLst>
          </p:cNvPr>
          <p:cNvSpPr/>
          <p:nvPr userDrawn="1"/>
        </p:nvSpPr>
        <p:spPr>
          <a:xfrm>
            <a:off x="-1" y="0"/>
            <a:ext cx="6094413" cy="6858000"/>
          </a:xfrm>
          <a:prstGeom prst="rect">
            <a:avLst/>
          </a:prstGeom>
          <a:solidFill>
            <a:srgbClr val="E9E9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mn-lt"/>
              <a:cs typeface="Arial" panose="020B0604020202020204" pitchFamily="34" charset="0"/>
            </a:endParaRPr>
          </a:p>
        </p:txBody>
      </p:sp>
      <p:sp>
        <p:nvSpPr>
          <p:cNvPr id="8" name="Content Placeholder 8">
            <a:extLst>
              <a:ext uri="{FF2B5EF4-FFF2-40B4-BE49-F238E27FC236}">
                <a16:creationId xmlns:a16="http://schemas.microsoft.com/office/drawing/2014/main" id="{CB4B9DEE-1CF0-47D1-934E-DB4356D62FF1}"/>
              </a:ext>
            </a:extLst>
          </p:cNvPr>
          <p:cNvSpPr txBox="1">
            <a:spLocks/>
          </p:cNvSpPr>
          <p:nvPr userDrawn="1"/>
        </p:nvSpPr>
        <p:spPr>
          <a:xfrm>
            <a:off x="557784" y="6367487"/>
            <a:ext cx="352367" cy="228600"/>
          </a:xfrm>
          <a:prstGeom prst="rect">
            <a:avLst/>
          </a:prstGeom>
        </p:spPr>
        <p:txBody>
          <a:bodyPr lIns="0" rIns="0" anchor="ctr"/>
          <a:lstStyle>
            <a:lvl1pPr marL="0" indent="0" algn="l" defTabSz="914400" rtl="0" eaLnBrk="1" latinLnBrk="0" hangingPunct="1">
              <a:spcBef>
                <a:spcPts val="600"/>
              </a:spcBef>
              <a:spcAft>
                <a:spcPts val="0"/>
              </a:spcAft>
              <a:buClrTx/>
              <a:buFontTx/>
              <a:buNone/>
              <a:tabLst>
                <a:tab pos="1201738" algn="l"/>
              </a:tabLst>
              <a:defRPr sz="800" b="0" i="0" kern="1200">
                <a:solidFill>
                  <a:schemeClr val="tx2"/>
                </a:solidFill>
                <a:latin typeface="Open Sans"/>
                <a:ea typeface="+mn-ea"/>
                <a:cs typeface="Open Sans"/>
              </a:defRPr>
            </a:lvl1pPr>
            <a:lvl2pPr marL="200025"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2pPr>
            <a:lvl3pPr marL="398463" indent="-200025" algn="l" defTabSz="914400" rtl="0" eaLnBrk="1" latinLnBrk="0" hangingPunct="1">
              <a:spcBef>
                <a:spcPts val="600"/>
              </a:spcBef>
              <a:spcAft>
                <a:spcPts val="0"/>
              </a:spcAft>
              <a:buClrTx/>
              <a:buFont typeface="CVS Health Sans"/>
              <a:buChar char="−"/>
              <a:tabLst>
                <a:tab pos="1201738" algn="l"/>
              </a:tabLst>
              <a:defRPr sz="1600" b="0" i="0" kern="1200">
                <a:solidFill>
                  <a:schemeClr val="tx2"/>
                </a:solidFill>
                <a:latin typeface="Open Sans Light"/>
                <a:ea typeface="+mn-ea"/>
                <a:cs typeface="Open Sans Light"/>
              </a:defRPr>
            </a:lvl3pPr>
            <a:lvl4pPr marL="622300"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4pPr>
            <a:lvl5pPr marL="806450" indent="-182563" algn="l" defTabSz="914400" rtl="0" eaLnBrk="1" latinLnBrk="0" hangingPunct="1">
              <a:spcBef>
                <a:spcPts val="600"/>
              </a:spcBef>
              <a:spcAft>
                <a:spcPts val="0"/>
              </a:spcAft>
              <a:buClrTx/>
              <a:buFont typeface="CVS Health Sans"/>
              <a:buChar char="−"/>
              <a:tabLst>
                <a:tab pos="1201738" algn="l"/>
              </a:tabLst>
              <a:defRPr sz="1600" b="0" i="0" kern="1200">
                <a:solidFill>
                  <a:schemeClr val="tx2"/>
                </a:solidFill>
                <a:latin typeface="Open Sans Light"/>
                <a:ea typeface="+mn-ea"/>
                <a:cs typeface="Open Sans Light"/>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l"/>
            <a:fld id="{38743595-4496-5147-A886-7D133864DF76}" type="slidenum">
              <a:rPr lang="en-US" sz="1000" b="0" smtClean="0">
                <a:solidFill>
                  <a:schemeClr val="tx2"/>
                </a:solidFill>
                <a:latin typeface="CVS Health Sans Medium" panose="020B0504020202020204" pitchFamily="34" charset="0"/>
                <a:ea typeface="Open Sans" panose="020B0606030504020204" pitchFamily="34" charset="0"/>
                <a:cs typeface="Arial" panose="020B0604020202020204" pitchFamily="34" charset="0"/>
              </a:rPr>
              <a:pPr algn="l"/>
              <a:t>‹#›</a:t>
            </a:fld>
            <a:endParaRPr lang="en-US" sz="1000" b="0">
              <a:solidFill>
                <a:schemeClr val="tx2"/>
              </a:solidFill>
              <a:latin typeface="CVS Health Sans Medium" panose="020B0504020202020204" pitchFamily="34" charset="0"/>
              <a:ea typeface="Open Sans" panose="020B0606030504020204" pitchFamily="34" charset="0"/>
              <a:cs typeface="Arial" panose="020B0604020202020204" pitchFamily="34" charset="0"/>
            </a:endParaRPr>
          </a:p>
        </p:txBody>
      </p:sp>
      <p:sp>
        <p:nvSpPr>
          <p:cNvPr id="11" name="Content Placeholder 8">
            <a:extLst>
              <a:ext uri="{FF2B5EF4-FFF2-40B4-BE49-F238E27FC236}">
                <a16:creationId xmlns:a16="http://schemas.microsoft.com/office/drawing/2014/main" id="{F35D44D1-CF2C-4331-B380-083F7ABF73CB}"/>
              </a:ext>
            </a:extLst>
          </p:cNvPr>
          <p:cNvSpPr txBox="1">
            <a:spLocks/>
          </p:cNvSpPr>
          <p:nvPr userDrawn="1"/>
        </p:nvSpPr>
        <p:spPr>
          <a:xfrm>
            <a:off x="859536" y="6376946"/>
            <a:ext cx="3859212" cy="228600"/>
          </a:xfrm>
          <a:prstGeom prst="rect">
            <a:avLst/>
          </a:prstGeom>
        </p:spPr>
        <p:txBody>
          <a:bodyPr lIns="0" tIns="0" rIns="0" bIns="0" anchor="ctr"/>
          <a:lstStyle>
            <a:lvl1pPr marL="0" indent="0" algn="l" defTabSz="914400" rtl="0" eaLnBrk="1" latinLnBrk="0" hangingPunct="1">
              <a:spcBef>
                <a:spcPts val="600"/>
              </a:spcBef>
              <a:spcAft>
                <a:spcPts val="0"/>
              </a:spcAft>
              <a:buClrTx/>
              <a:buFontTx/>
              <a:buNone/>
              <a:tabLst>
                <a:tab pos="1201738" algn="l"/>
              </a:tabLst>
              <a:defRPr sz="800" b="0" i="0" kern="1200">
                <a:solidFill>
                  <a:schemeClr val="tx2"/>
                </a:solidFill>
                <a:latin typeface="Open Sans"/>
                <a:ea typeface="+mn-ea"/>
                <a:cs typeface="Open Sans"/>
              </a:defRPr>
            </a:lvl1pPr>
            <a:lvl2pPr marL="200025"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2pPr>
            <a:lvl3pPr marL="398463" indent="-200025" algn="l" defTabSz="914400" rtl="0" eaLnBrk="1" latinLnBrk="0" hangingPunct="1">
              <a:spcBef>
                <a:spcPts val="600"/>
              </a:spcBef>
              <a:spcAft>
                <a:spcPts val="0"/>
              </a:spcAft>
              <a:buClrTx/>
              <a:buFont typeface="CVS Health Sans"/>
              <a:buChar char="−"/>
              <a:tabLst>
                <a:tab pos="1201738" algn="l"/>
              </a:tabLst>
              <a:defRPr sz="1600" b="0" i="0" kern="1200">
                <a:solidFill>
                  <a:schemeClr val="tx2"/>
                </a:solidFill>
                <a:latin typeface="Open Sans Light"/>
                <a:ea typeface="+mn-ea"/>
                <a:cs typeface="Open Sans Light"/>
              </a:defRPr>
            </a:lvl3pPr>
            <a:lvl4pPr marL="622300"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4pPr>
            <a:lvl5pPr marL="806450" indent="-182563" algn="l" defTabSz="914400" rtl="0" eaLnBrk="1" latinLnBrk="0" hangingPunct="1">
              <a:spcBef>
                <a:spcPts val="600"/>
              </a:spcBef>
              <a:spcAft>
                <a:spcPts val="0"/>
              </a:spcAft>
              <a:buClrTx/>
              <a:buFont typeface="CVS Health Sans"/>
              <a:buChar char="−"/>
              <a:tabLst>
                <a:tab pos="1201738" algn="l"/>
              </a:tabLst>
              <a:defRPr sz="1600" b="0" i="0" kern="1200">
                <a:solidFill>
                  <a:schemeClr val="tx2"/>
                </a:solidFill>
                <a:latin typeface="Open Sans Light"/>
                <a:ea typeface="+mn-ea"/>
                <a:cs typeface="Open Sans Light"/>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a:solidFill>
                  <a:schemeClr val="tx2"/>
                </a:solidFill>
                <a:latin typeface="+mn-lt"/>
                <a:cs typeface="Arial" panose="020B0604020202020204" pitchFamily="34" charset="0"/>
              </a:rPr>
              <a:t>©2026 CVS Health and/or one of its affiliates. Confidential and proprietary.</a:t>
            </a:r>
          </a:p>
        </p:txBody>
      </p:sp>
    </p:spTree>
    <p:extLst>
      <p:ext uri="{BB962C8B-B14F-4D97-AF65-F5344CB8AC3E}">
        <p14:creationId xmlns:p14="http://schemas.microsoft.com/office/powerpoint/2010/main" val="372851760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ext and Infographic Right 2">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A272A0B-3F66-4BE5-ABC2-DBBCAA26670E}"/>
              </a:ext>
            </a:extLst>
          </p:cNvPr>
          <p:cNvSpPr>
            <a:spLocks noGrp="1"/>
          </p:cNvSpPr>
          <p:nvPr>
            <p:ph type="title" hasCustomPrompt="1"/>
          </p:nvPr>
        </p:nvSpPr>
        <p:spPr>
          <a:xfrm>
            <a:off x="557784" y="530351"/>
            <a:ext cx="4882896" cy="713232"/>
          </a:xfrm>
        </p:spPr>
        <p:txBody>
          <a:bodyPr/>
          <a:lstStyle>
            <a:lvl1pPr>
              <a:defRPr>
                <a:solidFill>
                  <a:schemeClr val="tx2"/>
                </a:solidFill>
              </a:defRPr>
            </a:lvl1pPr>
          </a:lstStyle>
          <a:p>
            <a:r>
              <a:rPr lang="en-US"/>
              <a:t>Click to add title for text and infographic</a:t>
            </a:r>
          </a:p>
        </p:txBody>
      </p:sp>
      <p:sp>
        <p:nvSpPr>
          <p:cNvPr id="4" name="Content Placeholder 2">
            <a:extLst>
              <a:ext uri="{FF2B5EF4-FFF2-40B4-BE49-F238E27FC236}">
                <a16:creationId xmlns:a16="http://schemas.microsoft.com/office/drawing/2014/main" id="{1964CD8D-F9FC-4E28-9F6A-6AB51FF354D5}"/>
              </a:ext>
            </a:extLst>
          </p:cNvPr>
          <p:cNvSpPr>
            <a:spLocks noGrp="1"/>
          </p:cNvSpPr>
          <p:nvPr>
            <p:ph idx="1" hasCustomPrompt="1"/>
          </p:nvPr>
        </p:nvSpPr>
        <p:spPr bwMode="gray">
          <a:xfrm>
            <a:off x="557784" y="1767532"/>
            <a:ext cx="4882896" cy="3977640"/>
          </a:xfrm>
        </p:spPr>
        <p:txBody>
          <a:bodyPr/>
          <a:lstStyle>
            <a:lvl1pPr>
              <a:defRPr cap="none" baseline="0">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lvl6pPr>
            <a:lvl7pPr>
              <a:defRPr/>
            </a:lvl7pPr>
            <a:lvl8pPr>
              <a:defRPr/>
            </a:lvl8pPr>
            <a:lvl9pPr>
              <a:defRPr/>
            </a:lvl9pPr>
          </a:lstStyle>
          <a:p>
            <a:pPr lvl="0"/>
            <a:r>
              <a:rPr lang="en-US"/>
              <a:t>Body text</a:t>
            </a:r>
          </a:p>
          <a:p>
            <a:pPr lvl="1"/>
            <a:r>
              <a:rPr lang="en-US"/>
              <a:t>First-level bullet</a:t>
            </a:r>
          </a:p>
          <a:p>
            <a:pPr lvl="2"/>
            <a:r>
              <a:rPr lang="en-US"/>
              <a:t>Second-level bullet</a:t>
            </a:r>
          </a:p>
          <a:p>
            <a:pPr lvl="3"/>
            <a:r>
              <a:rPr lang="en-US"/>
              <a:t>Third-level bullet</a:t>
            </a:r>
          </a:p>
          <a:p>
            <a:pPr lvl="4"/>
            <a:r>
              <a:rPr lang="en-US"/>
              <a:t>Fourth-level bullet</a:t>
            </a:r>
          </a:p>
          <a:p>
            <a:pPr lvl="5"/>
            <a:r>
              <a:rPr lang="en-US"/>
              <a:t>Fifth-level bullet</a:t>
            </a:r>
          </a:p>
          <a:p>
            <a:pPr lvl="6"/>
            <a:r>
              <a:rPr lang="en-US"/>
              <a:t>Sixth-level bullet</a:t>
            </a:r>
          </a:p>
          <a:p>
            <a:pPr lvl="7"/>
            <a:r>
              <a:rPr lang="en-US"/>
              <a:t>Seventh-level bullet</a:t>
            </a:r>
          </a:p>
          <a:p>
            <a:pPr lvl="8"/>
            <a:r>
              <a:rPr lang="en-US"/>
              <a:t>Eighth-level bullet</a:t>
            </a:r>
          </a:p>
        </p:txBody>
      </p:sp>
      <p:sp>
        <p:nvSpPr>
          <p:cNvPr id="5" name="Rectangle 4">
            <a:extLst>
              <a:ext uri="{FF2B5EF4-FFF2-40B4-BE49-F238E27FC236}">
                <a16:creationId xmlns:a16="http://schemas.microsoft.com/office/drawing/2014/main" id="{2AA3D8E1-3CCE-42A5-88D6-38F615FADD4D}"/>
              </a:ext>
            </a:extLst>
          </p:cNvPr>
          <p:cNvSpPr/>
          <p:nvPr userDrawn="1"/>
        </p:nvSpPr>
        <p:spPr>
          <a:xfrm>
            <a:off x="6094412" y="0"/>
            <a:ext cx="6094413" cy="6858000"/>
          </a:xfrm>
          <a:prstGeom prst="rect">
            <a:avLst/>
          </a:prstGeom>
          <a:solidFill>
            <a:srgbClr val="E9E9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mn-lt"/>
              <a:cs typeface="Arial" panose="020B0604020202020204" pitchFamily="34" charset="0"/>
            </a:endParaRPr>
          </a:p>
        </p:txBody>
      </p:sp>
      <p:pic>
        <p:nvPicPr>
          <p:cNvPr id="6" name="Graphic 5" descr="CVS Health logo.">
            <a:extLst>
              <a:ext uri="{FF2B5EF4-FFF2-40B4-BE49-F238E27FC236}">
                <a16:creationId xmlns:a16="http://schemas.microsoft.com/office/drawing/2014/main" id="{C97A688A-13B1-4480-9A65-4362859FCDA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351008" y="6373368"/>
            <a:ext cx="1273813" cy="155448"/>
          </a:xfrm>
          <a:prstGeom prst="rect">
            <a:avLst/>
          </a:prstGeom>
        </p:spPr>
      </p:pic>
    </p:spTree>
    <p:extLst>
      <p:ext uri="{BB962C8B-B14F-4D97-AF65-F5344CB8AC3E}">
        <p14:creationId xmlns:p14="http://schemas.microsoft.com/office/powerpoint/2010/main" val="409289918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ext and infographic Left 2">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161167E6-91BB-4319-852F-02EF2DA543CE}"/>
              </a:ext>
            </a:extLst>
          </p:cNvPr>
          <p:cNvSpPr>
            <a:spLocks noGrp="1"/>
          </p:cNvSpPr>
          <p:nvPr>
            <p:ph type="title" hasCustomPrompt="1"/>
          </p:nvPr>
        </p:nvSpPr>
        <p:spPr>
          <a:xfrm>
            <a:off x="6731836" y="530351"/>
            <a:ext cx="4882896" cy="713232"/>
          </a:xfrm>
        </p:spPr>
        <p:txBody>
          <a:bodyPr/>
          <a:lstStyle>
            <a:lvl1pPr>
              <a:defRPr>
                <a:solidFill>
                  <a:schemeClr val="tx2"/>
                </a:solidFill>
              </a:defRPr>
            </a:lvl1pPr>
          </a:lstStyle>
          <a:p>
            <a:r>
              <a:rPr lang="en-US"/>
              <a:t>Click to add title for text and infographic</a:t>
            </a:r>
          </a:p>
        </p:txBody>
      </p:sp>
      <p:sp>
        <p:nvSpPr>
          <p:cNvPr id="4" name="Content Placeholder 2">
            <a:extLst>
              <a:ext uri="{FF2B5EF4-FFF2-40B4-BE49-F238E27FC236}">
                <a16:creationId xmlns:a16="http://schemas.microsoft.com/office/drawing/2014/main" id="{69A642C1-A41C-40AD-BDFB-B8D181AC8784}"/>
              </a:ext>
            </a:extLst>
          </p:cNvPr>
          <p:cNvSpPr>
            <a:spLocks noGrp="1"/>
          </p:cNvSpPr>
          <p:nvPr>
            <p:ph idx="1" hasCustomPrompt="1"/>
          </p:nvPr>
        </p:nvSpPr>
        <p:spPr bwMode="gray">
          <a:xfrm>
            <a:off x="6738938" y="1765300"/>
            <a:ext cx="4882896" cy="3977640"/>
          </a:xfrm>
        </p:spPr>
        <p:txBody>
          <a:bodyPr/>
          <a:lstStyle>
            <a:lvl1pPr>
              <a:defRPr cap="none" baseline="0">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lvl6pPr>
            <a:lvl7pPr>
              <a:defRPr/>
            </a:lvl7pPr>
            <a:lvl8pPr>
              <a:defRPr/>
            </a:lvl8pPr>
            <a:lvl9pPr>
              <a:defRPr/>
            </a:lvl9pPr>
          </a:lstStyle>
          <a:p>
            <a:pPr lvl="0"/>
            <a:r>
              <a:rPr lang="en-US"/>
              <a:t>Body text</a:t>
            </a:r>
          </a:p>
          <a:p>
            <a:pPr lvl="1"/>
            <a:r>
              <a:rPr lang="en-US"/>
              <a:t>First-level bullet</a:t>
            </a:r>
          </a:p>
          <a:p>
            <a:pPr lvl="2"/>
            <a:r>
              <a:rPr lang="en-US"/>
              <a:t>Second-level bullet</a:t>
            </a:r>
          </a:p>
          <a:p>
            <a:pPr lvl="3"/>
            <a:r>
              <a:rPr lang="en-US"/>
              <a:t>Third-level bullet</a:t>
            </a:r>
          </a:p>
          <a:p>
            <a:pPr lvl="4"/>
            <a:r>
              <a:rPr lang="en-US"/>
              <a:t>Fourth-level bullet</a:t>
            </a:r>
          </a:p>
          <a:p>
            <a:pPr lvl="5"/>
            <a:r>
              <a:rPr lang="en-US"/>
              <a:t>Fifth-level bullet</a:t>
            </a:r>
          </a:p>
          <a:p>
            <a:pPr lvl="6"/>
            <a:r>
              <a:rPr lang="en-US"/>
              <a:t>Sixth-level bullet</a:t>
            </a:r>
          </a:p>
          <a:p>
            <a:pPr lvl="7"/>
            <a:r>
              <a:rPr lang="en-US"/>
              <a:t>Seventh-level bullet</a:t>
            </a:r>
          </a:p>
          <a:p>
            <a:pPr lvl="8"/>
            <a:r>
              <a:rPr lang="en-US"/>
              <a:t>Eighth-level bullet</a:t>
            </a:r>
          </a:p>
        </p:txBody>
      </p:sp>
      <p:sp>
        <p:nvSpPr>
          <p:cNvPr id="5" name="Rectangle 4">
            <a:extLst>
              <a:ext uri="{FF2B5EF4-FFF2-40B4-BE49-F238E27FC236}">
                <a16:creationId xmlns:a16="http://schemas.microsoft.com/office/drawing/2014/main" id="{12FD3486-B3F5-43BE-9108-5DEA0679272C}"/>
              </a:ext>
            </a:extLst>
          </p:cNvPr>
          <p:cNvSpPr/>
          <p:nvPr userDrawn="1"/>
        </p:nvSpPr>
        <p:spPr>
          <a:xfrm>
            <a:off x="-1" y="0"/>
            <a:ext cx="6094413" cy="6858000"/>
          </a:xfrm>
          <a:prstGeom prst="rect">
            <a:avLst/>
          </a:prstGeom>
          <a:solidFill>
            <a:srgbClr val="E9E9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mn-lt"/>
              <a:cs typeface="Arial" panose="020B0604020202020204" pitchFamily="34" charset="0"/>
            </a:endParaRPr>
          </a:p>
        </p:txBody>
      </p:sp>
      <p:sp>
        <p:nvSpPr>
          <p:cNvPr id="8" name="Content Placeholder 8">
            <a:extLst>
              <a:ext uri="{FF2B5EF4-FFF2-40B4-BE49-F238E27FC236}">
                <a16:creationId xmlns:a16="http://schemas.microsoft.com/office/drawing/2014/main" id="{535CA040-9CF0-49AA-B5D4-DC4BFA2479C1}"/>
              </a:ext>
            </a:extLst>
          </p:cNvPr>
          <p:cNvSpPr txBox="1">
            <a:spLocks/>
          </p:cNvSpPr>
          <p:nvPr userDrawn="1"/>
        </p:nvSpPr>
        <p:spPr>
          <a:xfrm>
            <a:off x="557784" y="6367487"/>
            <a:ext cx="352367" cy="228600"/>
          </a:xfrm>
          <a:prstGeom prst="rect">
            <a:avLst/>
          </a:prstGeom>
        </p:spPr>
        <p:txBody>
          <a:bodyPr lIns="0" rIns="0" anchor="ctr"/>
          <a:lstStyle>
            <a:lvl1pPr marL="0" indent="0" algn="l" defTabSz="914400" rtl="0" eaLnBrk="1" latinLnBrk="0" hangingPunct="1">
              <a:spcBef>
                <a:spcPts val="600"/>
              </a:spcBef>
              <a:spcAft>
                <a:spcPts val="0"/>
              </a:spcAft>
              <a:buClrTx/>
              <a:buFontTx/>
              <a:buNone/>
              <a:tabLst>
                <a:tab pos="1201738" algn="l"/>
              </a:tabLst>
              <a:defRPr sz="800" b="0" i="0" kern="1200">
                <a:solidFill>
                  <a:schemeClr val="tx2"/>
                </a:solidFill>
                <a:latin typeface="Open Sans"/>
                <a:ea typeface="+mn-ea"/>
                <a:cs typeface="Open Sans"/>
              </a:defRPr>
            </a:lvl1pPr>
            <a:lvl2pPr marL="200025"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2pPr>
            <a:lvl3pPr marL="398463" indent="-200025" algn="l" defTabSz="914400" rtl="0" eaLnBrk="1" latinLnBrk="0" hangingPunct="1">
              <a:spcBef>
                <a:spcPts val="600"/>
              </a:spcBef>
              <a:spcAft>
                <a:spcPts val="0"/>
              </a:spcAft>
              <a:buClrTx/>
              <a:buFont typeface="CVS Health Sans"/>
              <a:buChar char="−"/>
              <a:tabLst>
                <a:tab pos="1201738" algn="l"/>
              </a:tabLst>
              <a:defRPr sz="1600" b="0" i="0" kern="1200">
                <a:solidFill>
                  <a:schemeClr val="tx2"/>
                </a:solidFill>
                <a:latin typeface="Open Sans Light"/>
                <a:ea typeface="+mn-ea"/>
                <a:cs typeface="Open Sans Light"/>
              </a:defRPr>
            </a:lvl3pPr>
            <a:lvl4pPr marL="622300"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4pPr>
            <a:lvl5pPr marL="806450" indent="-182563" algn="l" defTabSz="914400" rtl="0" eaLnBrk="1" latinLnBrk="0" hangingPunct="1">
              <a:spcBef>
                <a:spcPts val="600"/>
              </a:spcBef>
              <a:spcAft>
                <a:spcPts val="0"/>
              </a:spcAft>
              <a:buClrTx/>
              <a:buFont typeface="CVS Health Sans"/>
              <a:buChar char="−"/>
              <a:tabLst>
                <a:tab pos="1201738" algn="l"/>
              </a:tabLst>
              <a:defRPr sz="1600" b="0" i="0" kern="1200">
                <a:solidFill>
                  <a:schemeClr val="tx2"/>
                </a:solidFill>
                <a:latin typeface="Open Sans Light"/>
                <a:ea typeface="+mn-ea"/>
                <a:cs typeface="Open Sans Light"/>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l"/>
            <a:fld id="{38743595-4496-5147-A886-7D133864DF76}" type="slidenum">
              <a:rPr lang="en-US" sz="1000" b="0" smtClean="0">
                <a:solidFill>
                  <a:schemeClr val="tx2"/>
                </a:solidFill>
                <a:latin typeface="CVS Health Sans Medium" panose="020B0504020202020204" pitchFamily="34" charset="0"/>
                <a:ea typeface="Open Sans" panose="020B0606030504020204" pitchFamily="34" charset="0"/>
                <a:cs typeface="Arial" panose="020B0604020202020204" pitchFamily="34" charset="0"/>
              </a:rPr>
              <a:pPr algn="l"/>
              <a:t>‹#›</a:t>
            </a:fld>
            <a:endParaRPr lang="en-US" sz="1000" b="0">
              <a:solidFill>
                <a:schemeClr val="tx2"/>
              </a:solidFill>
              <a:latin typeface="CVS Health Sans Medium" panose="020B0504020202020204" pitchFamily="34" charset="0"/>
              <a:ea typeface="Open Sans" panose="020B0606030504020204" pitchFamily="34" charset="0"/>
              <a:cs typeface="Arial" panose="020B0604020202020204" pitchFamily="34" charset="0"/>
            </a:endParaRPr>
          </a:p>
        </p:txBody>
      </p:sp>
      <p:sp>
        <p:nvSpPr>
          <p:cNvPr id="7" name="Content Placeholder 8">
            <a:extLst>
              <a:ext uri="{FF2B5EF4-FFF2-40B4-BE49-F238E27FC236}">
                <a16:creationId xmlns:a16="http://schemas.microsoft.com/office/drawing/2014/main" id="{3B4598AE-016B-45A4-877F-62C42E458969}"/>
              </a:ext>
            </a:extLst>
          </p:cNvPr>
          <p:cNvSpPr txBox="1">
            <a:spLocks/>
          </p:cNvSpPr>
          <p:nvPr userDrawn="1"/>
        </p:nvSpPr>
        <p:spPr>
          <a:xfrm>
            <a:off x="859536" y="6376946"/>
            <a:ext cx="3859212" cy="228600"/>
          </a:xfrm>
          <a:prstGeom prst="rect">
            <a:avLst/>
          </a:prstGeom>
        </p:spPr>
        <p:txBody>
          <a:bodyPr lIns="0" tIns="0" rIns="0" bIns="0" anchor="ctr"/>
          <a:lstStyle>
            <a:lvl1pPr marL="0" indent="0" algn="l" defTabSz="914400" rtl="0" eaLnBrk="1" latinLnBrk="0" hangingPunct="1">
              <a:spcBef>
                <a:spcPts val="600"/>
              </a:spcBef>
              <a:spcAft>
                <a:spcPts val="0"/>
              </a:spcAft>
              <a:buClrTx/>
              <a:buFontTx/>
              <a:buNone/>
              <a:tabLst>
                <a:tab pos="1201738" algn="l"/>
              </a:tabLst>
              <a:defRPr sz="800" b="0" i="0" kern="1200">
                <a:solidFill>
                  <a:schemeClr val="tx2"/>
                </a:solidFill>
                <a:latin typeface="Open Sans"/>
                <a:ea typeface="+mn-ea"/>
                <a:cs typeface="Open Sans"/>
              </a:defRPr>
            </a:lvl1pPr>
            <a:lvl2pPr marL="200025"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2pPr>
            <a:lvl3pPr marL="398463" indent="-200025" algn="l" defTabSz="914400" rtl="0" eaLnBrk="1" latinLnBrk="0" hangingPunct="1">
              <a:spcBef>
                <a:spcPts val="600"/>
              </a:spcBef>
              <a:spcAft>
                <a:spcPts val="0"/>
              </a:spcAft>
              <a:buClrTx/>
              <a:buFont typeface="CVS Health Sans"/>
              <a:buChar char="−"/>
              <a:tabLst>
                <a:tab pos="1201738" algn="l"/>
              </a:tabLst>
              <a:defRPr sz="1600" b="0" i="0" kern="1200">
                <a:solidFill>
                  <a:schemeClr val="tx2"/>
                </a:solidFill>
                <a:latin typeface="Open Sans Light"/>
                <a:ea typeface="+mn-ea"/>
                <a:cs typeface="Open Sans Light"/>
              </a:defRPr>
            </a:lvl3pPr>
            <a:lvl4pPr marL="622300"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4pPr>
            <a:lvl5pPr marL="806450" indent="-182563" algn="l" defTabSz="914400" rtl="0" eaLnBrk="1" latinLnBrk="0" hangingPunct="1">
              <a:spcBef>
                <a:spcPts val="600"/>
              </a:spcBef>
              <a:spcAft>
                <a:spcPts val="0"/>
              </a:spcAft>
              <a:buClrTx/>
              <a:buFont typeface="CVS Health Sans"/>
              <a:buChar char="−"/>
              <a:tabLst>
                <a:tab pos="1201738" algn="l"/>
              </a:tabLst>
              <a:defRPr sz="1600" b="0" i="0" kern="1200">
                <a:solidFill>
                  <a:schemeClr val="tx2"/>
                </a:solidFill>
                <a:latin typeface="Open Sans Light"/>
                <a:ea typeface="+mn-ea"/>
                <a:cs typeface="Open Sans Light"/>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a:solidFill>
                  <a:schemeClr val="tx2"/>
                </a:solidFill>
                <a:latin typeface="+mn-lt"/>
                <a:cs typeface="Arial" panose="020B0604020202020204" pitchFamily="34" charset="0"/>
              </a:rPr>
              <a:t>©2026 CVS Health and/or one of its affiliates. Confidential and proprietary.</a:t>
            </a:r>
          </a:p>
        </p:txBody>
      </p:sp>
    </p:spTree>
    <p:extLst>
      <p:ext uri="{BB962C8B-B14F-4D97-AF65-F5344CB8AC3E}">
        <p14:creationId xmlns:p14="http://schemas.microsoft.com/office/powerpoint/2010/main" val="42886083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Quote or high impact with imag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57784" y="1764792"/>
            <a:ext cx="4700016" cy="1463040"/>
          </a:xfrm>
        </p:spPr>
        <p:txBody>
          <a:bodyPr rIns="0" anchor="b"/>
          <a:lstStyle>
            <a:lvl1pPr marL="171450" indent="-171450">
              <a:lnSpc>
                <a:spcPct val="95000"/>
              </a:lnSpc>
              <a:tabLst>
                <a:tab pos="171450" algn="l"/>
              </a:tabLst>
              <a:defRPr>
                <a:solidFill>
                  <a:schemeClr val="tx2"/>
                </a:solidFill>
              </a:defRPr>
            </a:lvl1pPr>
          </a:lstStyle>
          <a:p>
            <a:r>
              <a:rPr lang="en-US"/>
              <a:t>“	Click to add quote with image. Image should reflect the content of the quote.”</a:t>
            </a:r>
          </a:p>
        </p:txBody>
      </p:sp>
      <p:sp>
        <p:nvSpPr>
          <p:cNvPr id="7" name="Text Placeholder 7">
            <a:extLst>
              <a:ext uri="{FF2B5EF4-FFF2-40B4-BE49-F238E27FC236}">
                <a16:creationId xmlns:a16="http://schemas.microsoft.com/office/drawing/2014/main" id="{9B722800-BF6A-4FA2-8F5B-598FB160C2FB}"/>
              </a:ext>
            </a:extLst>
          </p:cNvPr>
          <p:cNvSpPr>
            <a:spLocks noGrp="1"/>
          </p:cNvSpPr>
          <p:nvPr>
            <p:ph type="body" sz="quarter" idx="13" hasCustomPrompt="1"/>
          </p:nvPr>
        </p:nvSpPr>
        <p:spPr>
          <a:xfrm>
            <a:off x="713232" y="3590382"/>
            <a:ext cx="4572000" cy="161925"/>
          </a:xfrm>
          <a:prstGeom prst="rect">
            <a:avLst/>
          </a:prstGeom>
          <a:noFill/>
        </p:spPr>
        <p:txBody>
          <a:bodyPr>
            <a:noAutofit/>
          </a:bodyPr>
          <a:lstStyle>
            <a:lvl1pPr>
              <a:defRPr sz="1300" cap="none" baseline="0">
                <a:solidFill>
                  <a:schemeClr val="tx2"/>
                </a:solidFill>
              </a:defRPr>
            </a:lvl1pPr>
          </a:lstStyle>
          <a:p>
            <a:pPr lvl="0"/>
            <a:r>
              <a:rPr lang="en-US"/>
              <a:t>Click to add author</a:t>
            </a:r>
          </a:p>
        </p:txBody>
      </p:sp>
      <p:sp>
        <p:nvSpPr>
          <p:cNvPr id="4" name="Picture Placeholder 6">
            <a:extLst>
              <a:ext uri="{FF2B5EF4-FFF2-40B4-BE49-F238E27FC236}">
                <a16:creationId xmlns:a16="http://schemas.microsoft.com/office/drawing/2014/main" id="{12697E3D-9970-40A4-9967-1A38ED528B30}"/>
              </a:ext>
            </a:extLst>
          </p:cNvPr>
          <p:cNvSpPr>
            <a:spLocks noGrp="1"/>
          </p:cNvSpPr>
          <p:nvPr>
            <p:ph type="pic" sz="quarter" idx="16" hasCustomPrompt="1"/>
          </p:nvPr>
        </p:nvSpPr>
        <p:spPr>
          <a:xfrm>
            <a:off x="6094412" y="0"/>
            <a:ext cx="6094413" cy="6858000"/>
          </a:xfrm>
          <a:prstGeom prst="rect">
            <a:avLst/>
          </a:prstGeom>
          <a:solidFill>
            <a:schemeClr val="bg1">
              <a:lumMod val="85000"/>
            </a:schemeClr>
          </a:solidFill>
        </p:spPr>
        <p:txBody>
          <a:bodyPr anchor="ctr"/>
          <a:lstStyle>
            <a:lvl1pPr algn="ctr">
              <a:spcBef>
                <a:spcPts val="0"/>
              </a:spcBef>
              <a:spcAft>
                <a:spcPts val="0"/>
              </a:spcAft>
              <a:defRPr sz="6600" b="1">
                <a:solidFill>
                  <a:schemeClr val="bg2"/>
                </a:solidFill>
              </a:defRPr>
            </a:lvl1pPr>
          </a:lstStyle>
          <a:p>
            <a:br>
              <a:rPr lang="en-US"/>
            </a:br>
            <a:r>
              <a:rPr lang="en-US"/>
              <a:t>IMAGE</a:t>
            </a:r>
            <a:br>
              <a:rPr lang="en-US"/>
            </a:br>
            <a:br>
              <a:rPr lang="en-US"/>
            </a:br>
            <a:br>
              <a:rPr lang="en-US"/>
            </a:br>
            <a:endParaRPr lang="en-US"/>
          </a:p>
        </p:txBody>
      </p:sp>
      <p:pic>
        <p:nvPicPr>
          <p:cNvPr id="5" name="Graphic 4" descr="CVS Health logo in white.">
            <a:extLst>
              <a:ext uri="{FF2B5EF4-FFF2-40B4-BE49-F238E27FC236}">
                <a16:creationId xmlns:a16="http://schemas.microsoft.com/office/drawing/2014/main" id="{5C21479B-88BC-46B4-90DB-3F9721D742E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351008" y="6373368"/>
            <a:ext cx="1273813" cy="155448"/>
          </a:xfrm>
          <a:prstGeom prst="rect">
            <a:avLst/>
          </a:prstGeom>
        </p:spPr>
      </p:pic>
    </p:spTree>
    <p:extLst>
      <p:ext uri="{BB962C8B-B14F-4D97-AF65-F5344CB8AC3E}">
        <p14:creationId xmlns:p14="http://schemas.microsoft.com/office/powerpoint/2010/main" val="387927629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Everyday Org chart 6 directs">
    <p:spTree>
      <p:nvGrpSpPr>
        <p:cNvPr id="1" name=""/>
        <p:cNvGrpSpPr/>
        <p:nvPr/>
      </p:nvGrpSpPr>
      <p:grpSpPr>
        <a:xfrm>
          <a:off x="0" y="0"/>
          <a:ext cx="0" cy="0"/>
          <a:chOff x="0" y="0"/>
          <a:chExt cx="0" cy="0"/>
        </a:xfrm>
      </p:grpSpPr>
      <p:sp>
        <p:nvSpPr>
          <p:cNvPr id="58" name="Picture Placeholder 21">
            <a:extLst>
              <a:ext uri="{FF2B5EF4-FFF2-40B4-BE49-F238E27FC236}">
                <a16:creationId xmlns:a16="http://schemas.microsoft.com/office/drawing/2014/main" id="{11940DF0-04A5-3B32-7F74-D7B7DF3B2A82}"/>
              </a:ext>
            </a:extLst>
          </p:cNvPr>
          <p:cNvSpPr>
            <a:spLocks noGrp="1"/>
          </p:cNvSpPr>
          <p:nvPr>
            <p:ph type="pic" sz="quarter" idx="11"/>
          </p:nvPr>
        </p:nvSpPr>
        <p:spPr>
          <a:xfrm>
            <a:off x="2980319" y="2965999"/>
            <a:ext cx="548640" cy="548640"/>
          </a:xfrm>
          <a:prstGeom prst="rect">
            <a:avLst/>
          </a:prstGeom>
          <a:solidFill>
            <a:schemeClr val="bg1">
              <a:lumMod val="95000"/>
            </a:schemeClr>
          </a:solidFill>
        </p:spPr>
        <p:txBody>
          <a:bodyPr/>
          <a:lstStyle/>
          <a:p>
            <a:endParaRPr lang="en-US"/>
          </a:p>
        </p:txBody>
      </p:sp>
      <p:sp>
        <p:nvSpPr>
          <p:cNvPr id="59" name="Picture Placeholder 21">
            <a:extLst>
              <a:ext uri="{FF2B5EF4-FFF2-40B4-BE49-F238E27FC236}">
                <a16:creationId xmlns:a16="http://schemas.microsoft.com/office/drawing/2014/main" id="{7EDB3328-C4C0-281C-BB9A-F5162112AA42}"/>
              </a:ext>
            </a:extLst>
          </p:cNvPr>
          <p:cNvSpPr>
            <a:spLocks noGrp="1"/>
          </p:cNvSpPr>
          <p:nvPr>
            <p:ph type="pic" sz="quarter" idx="12"/>
          </p:nvPr>
        </p:nvSpPr>
        <p:spPr>
          <a:xfrm>
            <a:off x="4121106" y="2965999"/>
            <a:ext cx="548640" cy="548640"/>
          </a:xfrm>
          <a:prstGeom prst="rect">
            <a:avLst/>
          </a:prstGeom>
          <a:solidFill>
            <a:schemeClr val="bg1">
              <a:lumMod val="95000"/>
            </a:schemeClr>
          </a:solidFill>
        </p:spPr>
        <p:txBody>
          <a:bodyPr/>
          <a:lstStyle/>
          <a:p>
            <a:endParaRPr lang="en-US"/>
          </a:p>
        </p:txBody>
      </p:sp>
      <p:sp>
        <p:nvSpPr>
          <p:cNvPr id="60" name="Picture Placeholder 21">
            <a:extLst>
              <a:ext uri="{FF2B5EF4-FFF2-40B4-BE49-F238E27FC236}">
                <a16:creationId xmlns:a16="http://schemas.microsoft.com/office/drawing/2014/main" id="{07945F93-D08D-BE76-6712-B6962A53CD47}"/>
              </a:ext>
            </a:extLst>
          </p:cNvPr>
          <p:cNvSpPr>
            <a:spLocks noGrp="1"/>
          </p:cNvSpPr>
          <p:nvPr>
            <p:ph type="pic" sz="quarter" idx="13"/>
          </p:nvPr>
        </p:nvSpPr>
        <p:spPr>
          <a:xfrm>
            <a:off x="5261893" y="2965999"/>
            <a:ext cx="548640" cy="548640"/>
          </a:xfrm>
          <a:prstGeom prst="rect">
            <a:avLst/>
          </a:prstGeom>
          <a:solidFill>
            <a:schemeClr val="bg1">
              <a:lumMod val="95000"/>
            </a:schemeClr>
          </a:solidFill>
        </p:spPr>
        <p:txBody>
          <a:bodyPr/>
          <a:lstStyle/>
          <a:p>
            <a:endParaRPr lang="en-US"/>
          </a:p>
        </p:txBody>
      </p:sp>
      <p:sp>
        <p:nvSpPr>
          <p:cNvPr id="61" name="Picture Placeholder 21">
            <a:extLst>
              <a:ext uri="{FF2B5EF4-FFF2-40B4-BE49-F238E27FC236}">
                <a16:creationId xmlns:a16="http://schemas.microsoft.com/office/drawing/2014/main" id="{219DE5CB-55B4-C1A1-EC44-EC5C016903E3}"/>
              </a:ext>
            </a:extLst>
          </p:cNvPr>
          <p:cNvSpPr>
            <a:spLocks noGrp="1"/>
          </p:cNvSpPr>
          <p:nvPr>
            <p:ph type="pic" sz="quarter" idx="14"/>
          </p:nvPr>
        </p:nvSpPr>
        <p:spPr>
          <a:xfrm>
            <a:off x="6402680" y="2965999"/>
            <a:ext cx="548640" cy="548640"/>
          </a:xfrm>
          <a:prstGeom prst="rect">
            <a:avLst/>
          </a:prstGeom>
          <a:solidFill>
            <a:schemeClr val="bg1">
              <a:lumMod val="95000"/>
            </a:schemeClr>
          </a:solidFill>
        </p:spPr>
        <p:txBody>
          <a:bodyPr/>
          <a:lstStyle/>
          <a:p>
            <a:endParaRPr lang="en-US"/>
          </a:p>
        </p:txBody>
      </p:sp>
      <p:sp>
        <p:nvSpPr>
          <p:cNvPr id="62" name="Picture Placeholder 21">
            <a:extLst>
              <a:ext uri="{FF2B5EF4-FFF2-40B4-BE49-F238E27FC236}">
                <a16:creationId xmlns:a16="http://schemas.microsoft.com/office/drawing/2014/main" id="{4315CC05-BD0B-5056-5B75-24469888A6F6}"/>
              </a:ext>
            </a:extLst>
          </p:cNvPr>
          <p:cNvSpPr>
            <a:spLocks noGrp="1"/>
          </p:cNvSpPr>
          <p:nvPr>
            <p:ph type="pic" sz="quarter" idx="15"/>
          </p:nvPr>
        </p:nvSpPr>
        <p:spPr>
          <a:xfrm>
            <a:off x="7543467" y="2965999"/>
            <a:ext cx="548640" cy="548640"/>
          </a:xfrm>
          <a:prstGeom prst="rect">
            <a:avLst/>
          </a:prstGeom>
          <a:solidFill>
            <a:schemeClr val="bg1">
              <a:lumMod val="95000"/>
            </a:schemeClr>
          </a:solidFill>
        </p:spPr>
        <p:txBody>
          <a:bodyPr/>
          <a:lstStyle/>
          <a:p>
            <a:endParaRPr lang="en-US"/>
          </a:p>
        </p:txBody>
      </p:sp>
      <p:sp>
        <p:nvSpPr>
          <p:cNvPr id="63" name="Picture Placeholder 21">
            <a:extLst>
              <a:ext uri="{FF2B5EF4-FFF2-40B4-BE49-F238E27FC236}">
                <a16:creationId xmlns:a16="http://schemas.microsoft.com/office/drawing/2014/main" id="{9ED15416-241B-969C-4C1C-B1F7029648F4}"/>
              </a:ext>
            </a:extLst>
          </p:cNvPr>
          <p:cNvSpPr>
            <a:spLocks noGrp="1"/>
          </p:cNvSpPr>
          <p:nvPr>
            <p:ph type="pic" sz="quarter" idx="16"/>
          </p:nvPr>
        </p:nvSpPr>
        <p:spPr>
          <a:xfrm>
            <a:off x="8684254" y="2965999"/>
            <a:ext cx="548640" cy="548640"/>
          </a:xfrm>
          <a:prstGeom prst="rect">
            <a:avLst/>
          </a:prstGeom>
          <a:solidFill>
            <a:schemeClr val="bg1">
              <a:lumMod val="95000"/>
            </a:schemeClr>
          </a:solidFill>
        </p:spPr>
        <p:txBody>
          <a:bodyPr/>
          <a:lstStyle/>
          <a:p>
            <a:endParaRPr lang="en-US"/>
          </a:p>
        </p:txBody>
      </p:sp>
      <p:sp>
        <p:nvSpPr>
          <p:cNvPr id="70" name="Picture Placeholder 21">
            <a:extLst>
              <a:ext uri="{FF2B5EF4-FFF2-40B4-BE49-F238E27FC236}">
                <a16:creationId xmlns:a16="http://schemas.microsoft.com/office/drawing/2014/main" id="{920C5457-8A7B-E70D-A5A9-1B107A678730}"/>
              </a:ext>
            </a:extLst>
          </p:cNvPr>
          <p:cNvSpPr>
            <a:spLocks noGrp="1"/>
          </p:cNvSpPr>
          <p:nvPr>
            <p:ph type="pic" sz="quarter" idx="28"/>
          </p:nvPr>
        </p:nvSpPr>
        <p:spPr>
          <a:xfrm>
            <a:off x="5635636" y="929960"/>
            <a:ext cx="914399" cy="914399"/>
          </a:xfrm>
          <a:prstGeom prst="rect">
            <a:avLst/>
          </a:prstGeom>
          <a:solidFill>
            <a:schemeClr val="bg1">
              <a:lumMod val="95000"/>
            </a:schemeClr>
          </a:solidFill>
        </p:spPr>
        <p:txBody>
          <a:bodyPr/>
          <a:lstStyle/>
          <a:p>
            <a:endParaRPr lang="en-US"/>
          </a:p>
        </p:txBody>
      </p:sp>
      <p:sp>
        <p:nvSpPr>
          <p:cNvPr id="73" name="Picture Placeholder 91">
            <a:extLst>
              <a:ext uri="{FF2B5EF4-FFF2-40B4-BE49-F238E27FC236}">
                <a16:creationId xmlns:a16="http://schemas.microsoft.com/office/drawing/2014/main" id="{7F847347-9D67-494D-41C2-54253F166AC9}"/>
              </a:ext>
            </a:extLst>
          </p:cNvPr>
          <p:cNvSpPr>
            <a:spLocks noGrp="1"/>
          </p:cNvSpPr>
          <p:nvPr>
            <p:ph type="pic" sz="quarter" idx="39"/>
          </p:nvPr>
        </p:nvSpPr>
        <p:spPr>
          <a:xfrm>
            <a:off x="5313671" y="2075059"/>
            <a:ext cx="548640" cy="548640"/>
          </a:xfrm>
          <a:solidFill>
            <a:srgbClr val="F2F2F2"/>
          </a:solidFill>
        </p:spPr>
        <p:txBody>
          <a:bodyPr/>
          <a:lstStyle/>
          <a:p>
            <a:endParaRPr lang="en-US"/>
          </a:p>
        </p:txBody>
      </p:sp>
      <p:sp>
        <p:nvSpPr>
          <p:cNvPr id="74" name="Picture Placeholder 92">
            <a:extLst>
              <a:ext uri="{FF2B5EF4-FFF2-40B4-BE49-F238E27FC236}">
                <a16:creationId xmlns:a16="http://schemas.microsoft.com/office/drawing/2014/main" id="{5E47BDDA-2BA7-1529-4A95-B1732859FA75}"/>
              </a:ext>
            </a:extLst>
          </p:cNvPr>
          <p:cNvSpPr>
            <a:spLocks noGrp="1"/>
          </p:cNvSpPr>
          <p:nvPr>
            <p:ph type="pic" sz="quarter" idx="40"/>
          </p:nvPr>
        </p:nvSpPr>
        <p:spPr>
          <a:xfrm>
            <a:off x="6311528" y="2075059"/>
            <a:ext cx="548640" cy="548640"/>
          </a:xfrm>
          <a:solidFill>
            <a:srgbClr val="F2F2F2"/>
          </a:solidFill>
        </p:spPr>
        <p:txBody>
          <a:bodyPr/>
          <a:lstStyle/>
          <a:p>
            <a:endParaRPr lang="en-US"/>
          </a:p>
        </p:txBody>
      </p:sp>
      <p:sp>
        <p:nvSpPr>
          <p:cNvPr id="5" name="Text Placeholder 4">
            <a:extLst>
              <a:ext uri="{FF2B5EF4-FFF2-40B4-BE49-F238E27FC236}">
                <a16:creationId xmlns:a16="http://schemas.microsoft.com/office/drawing/2014/main" id="{303FAA58-E13A-47D6-6041-05B0391FB0D9}"/>
              </a:ext>
            </a:extLst>
          </p:cNvPr>
          <p:cNvSpPr>
            <a:spLocks noGrp="1"/>
          </p:cNvSpPr>
          <p:nvPr>
            <p:ph type="body" sz="quarter" idx="41" hasCustomPrompt="1"/>
          </p:nvPr>
        </p:nvSpPr>
        <p:spPr>
          <a:xfrm>
            <a:off x="557213" y="479930"/>
            <a:ext cx="3503343" cy="433784"/>
          </a:xfrm>
        </p:spPr>
        <p:txBody>
          <a:bodyPr/>
          <a:lstStyle>
            <a:lvl1pPr>
              <a:defRPr lang="en-US" sz="2600" b="1" kern="1200" dirty="0" smtClean="0">
                <a:solidFill>
                  <a:schemeClr val="accent2"/>
                </a:solidFill>
                <a:latin typeface="+mj-lt"/>
                <a:ea typeface="+mj-ea"/>
                <a:cs typeface="+mj-cs"/>
              </a:defRPr>
            </a:lvl1pPr>
            <a:lvl2pPr>
              <a:buNone/>
              <a:defRPr/>
            </a:lvl2pPr>
          </a:lstStyle>
          <a:p>
            <a:pPr lvl="0"/>
            <a:r>
              <a:rPr lang="en-US"/>
              <a:t>Title of organization</a:t>
            </a:r>
          </a:p>
        </p:txBody>
      </p:sp>
    </p:spTree>
    <p:extLst>
      <p:ext uri="{BB962C8B-B14F-4D97-AF65-F5344CB8AC3E}">
        <p14:creationId xmlns:p14="http://schemas.microsoft.com/office/powerpoint/2010/main" val="17682700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Everyday Org chart 12 directs">
    <p:spTree>
      <p:nvGrpSpPr>
        <p:cNvPr id="1" name=""/>
        <p:cNvGrpSpPr/>
        <p:nvPr/>
      </p:nvGrpSpPr>
      <p:grpSpPr>
        <a:xfrm>
          <a:off x="0" y="0"/>
          <a:ext cx="0" cy="0"/>
          <a:chOff x="0" y="0"/>
          <a:chExt cx="0" cy="0"/>
        </a:xfrm>
      </p:grpSpPr>
      <p:sp>
        <p:nvSpPr>
          <p:cNvPr id="4" name="Picture Placeholder 21">
            <a:extLst>
              <a:ext uri="{FF2B5EF4-FFF2-40B4-BE49-F238E27FC236}">
                <a16:creationId xmlns:a16="http://schemas.microsoft.com/office/drawing/2014/main" id="{F63EA486-033F-3E08-23F1-46617526E423}"/>
              </a:ext>
            </a:extLst>
          </p:cNvPr>
          <p:cNvSpPr>
            <a:spLocks noGrp="1"/>
          </p:cNvSpPr>
          <p:nvPr>
            <p:ph type="pic" sz="quarter" idx="11"/>
          </p:nvPr>
        </p:nvSpPr>
        <p:spPr>
          <a:xfrm>
            <a:off x="2980319" y="2965999"/>
            <a:ext cx="548640" cy="548640"/>
          </a:xfrm>
          <a:prstGeom prst="rect">
            <a:avLst/>
          </a:prstGeom>
          <a:solidFill>
            <a:schemeClr val="bg1">
              <a:lumMod val="95000"/>
            </a:schemeClr>
          </a:solidFill>
        </p:spPr>
        <p:txBody>
          <a:bodyPr/>
          <a:lstStyle/>
          <a:p>
            <a:endParaRPr lang="en-US"/>
          </a:p>
        </p:txBody>
      </p:sp>
      <p:sp>
        <p:nvSpPr>
          <p:cNvPr id="5" name="Picture Placeholder 21">
            <a:extLst>
              <a:ext uri="{FF2B5EF4-FFF2-40B4-BE49-F238E27FC236}">
                <a16:creationId xmlns:a16="http://schemas.microsoft.com/office/drawing/2014/main" id="{0A3DFEFB-7CC8-7672-40ED-D96385B0C310}"/>
              </a:ext>
            </a:extLst>
          </p:cNvPr>
          <p:cNvSpPr>
            <a:spLocks noGrp="1"/>
          </p:cNvSpPr>
          <p:nvPr>
            <p:ph type="pic" sz="quarter" idx="12"/>
          </p:nvPr>
        </p:nvSpPr>
        <p:spPr>
          <a:xfrm>
            <a:off x="4121106" y="2965999"/>
            <a:ext cx="548640" cy="548640"/>
          </a:xfrm>
          <a:prstGeom prst="rect">
            <a:avLst/>
          </a:prstGeom>
          <a:solidFill>
            <a:schemeClr val="bg1">
              <a:lumMod val="95000"/>
            </a:schemeClr>
          </a:solidFill>
        </p:spPr>
        <p:txBody>
          <a:bodyPr/>
          <a:lstStyle/>
          <a:p>
            <a:endParaRPr lang="en-US"/>
          </a:p>
        </p:txBody>
      </p:sp>
      <p:sp>
        <p:nvSpPr>
          <p:cNvPr id="6" name="Picture Placeholder 21">
            <a:extLst>
              <a:ext uri="{FF2B5EF4-FFF2-40B4-BE49-F238E27FC236}">
                <a16:creationId xmlns:a16="http://schemas.microsoft.com/office/drawing/2014/main" id="{82DF4BD3-B2A7-90BC-CA75-0EF6324C4CAF}"/>
              </a:ext>
            </a:extLst>
          </p:cNvPr>
          <p:cNvSpPr>
            <a:spLocks noGrp="1"/>
          </p:cNvSpPr>
          <p:nvPr>
            <p:ph type="pic" sz="quarter" idx="13"/>
          </p:nvPr>
        </p:nvSpPr>
        <p:spPr>
          <a:xfrm>
            <a:off x="5261893" y="2965999"/>
            <a:ext cx="548640" cy="548640"/>
          </a:xfrm>
          <a:prstGeom prst="rect">
            <a:avLst/>
          </a:prstGeom>
          <a:solidFill>
            <a:schemeClr val="bg1">
              <a:lumMod val="95000"/>
            </a:schemeClr>
          </a:solidFill>
        </p:spPr>
        <p:txBody>
          <a:bodyPr/>
          <a:lstStyle/>
          <a:p>
            <a:endParaRPr lang="en-US"/>
          </a:p>
        </p:txBody>
      </p:sp>
      <p:sp>
        <p:nvSpPr>
          <p:cNvPr id="7" name="Picture Placeholder 21">
            <a:extLst>
              <a:ext uri="{FF2B5EF4-FFF2-40B4-BE49-F238E27FC236}">
                <a16:creationId xmlns:a16="http://schemas.microsoft.com/office/drawing/2014/main" id="{5178A421-D6D9-3296-4811-A2715689D4E5}"/>
              </a:ext>
            </a:extLst>
          </p:cNvPr>
          <p:cNvSpPr>
            <a:spLocks noGrp="1"/>
          </p:cNvSpPr>
          <p:nvPr>
            <p:ph type="pic" sz="quarter" idx="14"/>
          </p:nvPr>
        </p:nvSpPr>
        <p:spPr>
          <a:xfrm>
            <a:off x="6402680" y="2965999"/>
            <a:ext cx="548640" cy="548640"/>
          </a:xfrm>
          <a:prstGeom prst="rect">
            <a:avLst/>
          </a:prstGeom>
          <a:solidFill>
            <a:schemeClr val="bg1">
              <a:lumMod val="95000"/>
            </a:schemeClr>
          </a:solidFill>
        </p:spPr>
        <p:txBody>
          <a:bodyPr/>
          <a:lstStyle/>
          <a:p>
            <a:endParaRPr lang="en-US"/>
          </a:p>
        </p:txBody>
      </p:sp>
      <p:sp>
        <p:nvSpPr>
          <p:cNvPr id="8" name="Picture Placeholder 21">
            <a:extLst>
              <a:ext uri="{FF2B5EF4-FFF2-40B4-BE49-F238E27FC236}">
                <a16:creationId xmlns:a16="http://schemas.microsoft.com/office/drawing/2014/main" id="{5F090B66-C1CA-283A-0A20-9D3E1228524E}"/>
              </a:ext>
            </a:extLst>
          </p:cNvPr>
          <p:cNvSpPr>
            <a:spLocks noGrp="1"/>
          </p:cNvSpPr>
          <p:nvPr>
            <p:ph type="pic" sz="quarter" idx="15"/>
          </p:nvPr>
        </p:nvSpPr>
        <p:spPr>
          <a:xfrm>
            <a:off x="7543467" y="2965999"/>
            <a:ext cx="548640" cy="548640"/>
          </a:xfrm>
          <a:prstGeom prst="rect">
            <a:avLst/>
          </a:prstGeom>
          <a:solidFill>
            <a:schemeClr val="bg1">
              <a:lumMod val="95000"/>
            </a:schemeClr>
          </a:solidFill>
        </p:spPr>
        <p:txBody>
          <a:bodyPr/>
          <a:lstStyle/>
          <a:p>
            <a:endParaRPr lang="en-US"/>
          </a:p>
        </p:txBody>
      </p:sp>
      <p:sp>
        <p:nvSpPr>
          <p:cNvPr id="9" name="Picture Placeholder 21">
            <a:extLst>
              <a:ext uri="{FF2B5EF4-FFF2-40B4-BE49-F238E27FC236}">
                <a16:creationId xmlns:a16="http://schemas.microsoft.com/office/drawing/2014/main" id="{060240EF-BBA6-CE3B-5114-639E31C837A1}"/>
              </a:ext>
            </a:extLst>
          </p:cNvPr>
          <p:cNvSpPr>
            <a:spLocks noGrp="1"/>
          </p:cNvSpPr>
          <p:nvPr>
            <p:ph type="pic" sz="quarter" idx="16"/>
          </p:nvPr>
        </p:nvSpPr>
        <p:spPr>
          <a:xfrm>
            <a:off x="8684254" y="2965999"/>
            <a:ext cx="548640" cy="548640"/>
          </a:xfrm>
          <a:prstGeom prst="rect">
            <a:avLst/>
          </a:prstGeom>
          <a:solidFill>
            <a:schemeClr val="bg1">
              <a:lumMod val="95000"/>
            </a:schemeClr>
          </a:solidFill>
        </p:spPr>
        <p:txBody>
          <a:bodyPr/>
          <a:lstStyle/>
          <a:p>
            <a:endParaRPr lang="en-US"/>
          </a:p>
        </p:txBody>
      </p:sp>
      <p:sp>
        <p:nvSpPr>
          <p:cNvPr id="10" name="Picture Placeholder 21">
            <a:extLst>
              <a:ext uri="{FF2B5EF4-FFF2-40B4-BE49-F238E27FC236}">
                <a16:creationId xmlns:a16="http://schemas.microsoft.com/office/drawing/2014/main" id="{A599CCF5-31AD-D951-02E1-BF6C4CC63C10}"/>
              </a:ext>
            </a:extLst>
          </p:cNvPr>
          <p:cNvSpPr>
            <a:spLocks noGrp="1"/>
          </p:cNvSpPr>
          <p:nvPr>
            <p:ph type="pic" sz="quarter" idx="20"/>
          </p:nvPr>
        </p:nvSpPr>
        <p:spPr>
          <a:xfrm>
            <a:off x="2980319" y="4338847"/>
            <a:ext cx="548640" cy="548640"/>
          </a:xfrm>
          <a:prstGeom prst="rect">
            <a:avLst/>
          </a:prstGeom>
          <a:solidFill>
            <a:schemeClr val="bg1">
              <a:lumMod val="95000"/>
            </a:schemeClr>
          </a:solidFill>
        </p:spPr>
        <p:txBody>
          <a:bodyPr/>
          <a:lstStyle/>
          <a:p>
            <a:endParaRPr lang="en-US"/>
          </a:p>
        </p:txBody>
      </p:sp>
      <p:sp>
        <p:nvSpPr>
          <p:cNvPr id="11" name="Picture Placeholder 21">
            <a:extLst>
              <a:ext uri="{FF2B5EF4-FFF2-40B4-BE49-F238E27FC236}">
                <a16:creationId xmlns:a16="http://schemas.microsoft.com/office/drawing/2014/main" id="{7B24D4DE-A857-D3A3-363B-FE478C276D95}"/>
              </a:ext>
            </a:extLst>
          </p:cNvPr>
          <p:cNvSpPr>
            <a:spLocks noGrp="1"/>
          </p:cNvSpPr>
          <p:nvPr>
            <p:ph type="pic" sz="quarter" idx="21"/>
          </p:nvPr>
        </p:nvSpPr>
        <p:spPr>
          <a:xfrm>
            <a:off x="4121106" y="4338847"/>
            <a:ext cx="548640" cy="548640"/>
          </a:xfrm>
          <a:prstGeom prst="rect">
            <a:avLst/>
          </a:prstGeom>
          <a:solidFill>
            <a:schemeClr val="bg1">
              <a:lumMod val="95000"/>
            </a:schemeClr>
          </a:solidFill>
        </p:spPr>
        <p:txBody>
          <a:bodyPr/>
          <a:lstStyle/>
          <a:p>
            <a:endParaRPr lang="en-US"/>
          </a:p>
        </p:txBody>
      </p:sp>
      <p:sp>
        <p:nvSpPr>
          <p:cNvPr id="12" name="Picture Placeholder 21">
            <a:extLst>
              <a:ext uri="{FF2B5EF4-FFF2-40B4-BE49-F238E27FC236}">
                <a16:creationId xmlns:a16="http://schemas.microsoft.com/office/drawing/2014/main" id="{BA223A2F-47F3-B8FA-8624-8A6B5B6685C4}"/>
              </a:ext>
            </a:extLst>
          </p:cNvPr>
          <p:cNvSpPr>
            <a:spLocks noGrp="1"/>
          </p:cNvSpPr>
          <p:nvPr>
            <p:ph type="pic" sz="quarter" idx="22"/>
          </p:nvPr>
        </p:nvSpPr>
        <p:spPr>
          <a:xfrm>
            <a:off x="5261893" y="4338847"/>
            <a:ext cx="548640" cy="548640"/>
          </a:xfrm>
          <a:prstGeom prst="rect">
            <a:avLst/>
          </a:prstGeom>
          <a:solidFill>
            <a:schemeClr val="bg1">
              <a:lumMod val="95000"/>
            </a:schemeClr>
          </a:solidFill>
        </p:spPr>
        <p:txBody>
          <a:bodyPr/>
          <a:lstStyle/>
          <a:p>
            <a:endParaRPr lang="en-US"/>
          </a:p>
        </p:txBody>
      </p:sp>
      <p:sp>
        <p:nvSpPr>
          <p:cNvPr id="13" name="Picture Placeholder 21">
            <a:extLst>
              <a:ext uri="{FF2B5EF4-FFF2-40B4-BE49-F238E27FC236}">
                <a16:creationId xmlns:a16="http://schemas.microsoft.com/office/drawing/2014/main" id="{9CA70368-834D-ED92-BDE8-1C1CA3B70190}"/>
              </a:ext>
            </a:extLst>
          </p:cNvPr>
          <p:cNvSpPr>
            <a:spLocks noGrp="1"/>
          </p:cNvSpPr>
          <p:nvPr>
            <p:ph type="pic" sz="quarter" idx="23"/>
          </p:nvPr>
        </p:nvSpPr>
        <p:spPr>
          <a:xfrm>
            <a:off x="6402680" y="4338847"/>
            <a:ext cx="548640" cy="548640"/>
          </a:xfrm>
          <a:prstGeom prst="rect">
            <a:avLst/>
          </a:prstGeom>
          <a:solidFill>
            <a:schemeClr val="bg1">
              <a:lumMod val="95000"/>
            </a:schemeClr>
          </a:solidFill>
        </p:spPr>
        <p:txBody>
          <a:bodyPr/>
          <a:lstStyle/>
          <a:p>
            <a:endParaRPr lang="en-US"/>
          </a:p>
        </p:txBody>
      </p:sp>
      <p:sp>
        <p:nvSpPr>
          <p:cNvPr id="14" name="Picture Placeholder 21">
            <a:extLst>
              <a:ext uri="{FF2B5EF4-FFF2-40B4-BE49-F238E27FC236}">
                <a16:creationId xmlns:a16="http://schemas.microsoft.com/office/drawing/2014/main" id="{F199A97C-D736-7B2E-E9A3-E8506DB4C949}"/>
              </a:ext>
            </a:extLst>
          </p:cNvPr>
          <p:cNvSpPr>
            <a:spLocks noGrp="1"/>
          </p:cNvSpPr>
          <p:nvPr>
            <p:ph type="pic" sz="quarter" idx="24"/>
          </p:nvPr>
        </p:nvSpPr>
        <p:spPr>
          <a:xfrm>
            <a:off x="7543467" y="4338847"/>
            <a:ext cx="548640" cy="548640"/>
          </a:xfrm>
          <a:prstGeom prst="rect">
            <a:avLst/>
          </a:prstGeom>
          <a:solidFill>
            <a:schemeClr val="bg1">
              <a:lumMod val="95000"/>
            </a:schemeClr>
          </a:solidFill>
        </p:spPr>
        <p:txBody>
          <a:bodyPr/>
          <a:lstStyle/>
          <a:p>
            <a:endParaRPr lang="en-US"/>
          </a:p>
        </p:txBody>
      </p:sp>
      <p:sp>
        <p:nvSpPr>
          <p:cNvPr id="15" name="Picture Placeholder 21">
            <a:extLst>
              <a:ext uri="{FF2B5EF4-FFF2-40B4-BE49-F238E27FC236}">
                <a16:creationId xmlns:a16="http://schemas.microsoft.com/office/drawing/2014/main" id="{AD13C7E8-2C83-0BAC-ECAA-1BE3F771E133}"/>
              </a:ext>
            </a:extLst>
          </p:cNvPr>
          <p:cNvSpPr>
            <a:spLocks noGrp="1"/>
          </p:cNvSpPr>
          <p:nvPr>
            <p:ph type="pic" sz="quarter" idx="25"/>
          </p:nvPr>
        </p:nvSpPr>
        <p:spPr>
          <a:xfrm>
            <a:off x="8684254" y="4338847"/>
            <a:ext cx="548640" cy="548640"/>
          </a:xfrm>
          <a:prstGeom prst="rect">
            <a:avLst/>
          </a:prstGeom>
          <a:solidFill>
            <a:schemeClr val="bg1">
              <a:lumMod val="95000"/>
            </a:schemeClr>
          </a:solidFill>
        </p:spPr>
        <p:txBody>
          <a:bodyPr/>
          <a:lstStyle/>
          <a:p>
            <a:endParaRPr lang="en-US"/>
          </a:p>
        </p:txBody>
      </p:sp>
      <p:sp>
        <p:nvSpPr>
          <p:cNvPr id="16" name="Picture Placeholder 21">
            <a:extLst>
              <a:ext uri="{FF2B5EF4-FFF2-40B4-BE49-F238E27FC236}">
                <a16:creationId xmlns:a16="http://schemas.microsoft.com/office/drawing/2014/main" id="{645B98A0-F437-D4AD-6B7B-B84E58C5F286}"/>
              </a:ext>
            </a:extLst>
          </p:cNvPr>
          <p:cNvSpPr>
            <a:spLocks noGrp="1"/>
          </p:cNvSpPr>
          <p:nvPr>
            <p:ph type="pic" sz="quarter" idx="28"/>
          </p:nvPr>
        </p:nvSpPr>
        <p:spPr>
          <a:xfrm>
            <a:off x="5635636" y="929960"/>
            <a:ext cx="914399" cy="914399"/>
          </a:xfrm>
          <a:prstGeom prst="rect">
            <a:avLst/>
          </a:prstGeom>
          <a:solidFill>
            <a:schemeClr val="bg1">
              <a:lumMod val="95000"/>
            </a:schemeClr>
          </a:solidFill>
        </p:spPr>
        <p:txBody>
          <a:bodyPr/>
          <a:lstStyle/>
          <a:p>
            <a:endParaRPr lang="en-US"/>
          </a:p>
        </p:txBody>
      </p:sp>
      <p:sp>
        <p:nvSpPr>
          <p:cNvPr id="2" name="Picture Placeholder 91">
            <a:extLst>
              <a:ext uri="{FF2B5EF4-FFF2-40B4-BE49-F238E27FC236}">
                <a16:creationId xmlns:a16="http://schemas.microsoft.com/office/drawing/2014/main" id="{BD902030-C17E-76F0-3213-F073C3A91F5A}"/>
              </a:ext>
            </a:extLst>
          </p:cNvPr>
          <p:cNvSpPr>
            <a:spLocks noGrp="1"/>
          </p:cNvSpPr>
          <p:nvPr>
            <p:ph type="pic" sz="quarter" idx="39"/>
          </p:nvPr>
        </p:nvSpPr>
        <p:spPr>
          <a:xfrm>
            <a:off x="5313671" y="2075059"/>
            <a:ext cx="548640" cy="548640"/>
          </a:xfrm>
          <a:solidFill>
            <a:srgbClr val="F2F2F2"/>
          </a:solidFill>
        </p:spPr>
        <p:txBody>
          <a:bodyPr/>
          <a:lstStyle/>
          <a:p>
            <a:endParaRPr lang="en-US"/>
          </a:p>
        </p:txBody>
      </p:sp>
      <p:sp>
        <p:nvSpPr>
          <p:cNvPr id="19" name="Picture Placeholder 92">
            <a:extLst>
              <a:ext uri="{FF2B5EF4-FFF2-40B4-BE49-F238E27FC236}">
                <a16:creationId xmlns:a16="http://schemas.microsoft.com/office/drawing/2014/main" id="{3FED250D-1F1D-60FB-9CBC-D5DBD13676FA}"/>
              </a:ext>
            </a:extLst>
          </p:cNvPr>
          <p:cNvSpPr>
            <a:spLocks noGrp="1"/>
          </p:cNvSpPr>
          <p:nvPr>
            <p:ph type="pic" sz="quarter" idx="40"/>
          </p:nvPr>
        </p:nvSpPr>
        <p:spPr>
          <a:xfrm>
            <a:off x="6311528" y="2075059"/>
            <a:ext cx="548640" cy="548640"/>
          </a:xfrm>
          <a:solidFill>
            <a:srgbClr val="F2F2F2"/>
          </a:solidFill>
        </p:spPr>
        <p:txBody>
          <a:bodyPr/>
          <a:lstStyle/>
          <a:p>
            <a:endParaRPr lang="en-US"/>
          </a:p>
        </p:txBody>
      </p:sp>
      <p:sp>
        <p:nvSpPr>
          <p:cNvPr id="18" name="Text Placeholder 4">
            <a:extLst>
              <a:ext uri="{FF2B5EF4-FFF2-40B4-BE49-F238E27FC236}">
                <a16:creationId xmlns:a16="http://schemas.microsoft.com/office/drawing/2014/main" id="{E7CFFAA1-D319-25FB-0C1F-2E4FD5799EDF}"/>
              </a:ext>
            </a:extLst>
          </p:cNvPr>
          <p:cNvSpPr>
            <a:spLocks noGrp="1"/>
          </p:cNvSpPr>
          <p:nvPr>
            <p:ph type="body" sz="quarter" idx="41" hasCustomPrompt="1"/>
          </p:nvPr>
        </p:nvSpPr>
        <p:spPr>
          <a:xfrm>
            <a:off x="557213" y="479930"/>
            <a:ext cx="3503343" cy="433784"/>
          </a:xfrm>
        </p:spPr>
        <p:txBody>
          <a:bodyPr/>
          <a:lstStyle>
            <a:lvl1pPr>
              <a:defRPr lang="en-US" sz="2600" b="1" kern="1200" dirty="0" smtClean="0">
                <a:solidFill>
                  <a:schemeClr val="accent2"/>
                </a:solidFill>
                <a:latin typeface="+mj-lt"/>
                <a:ea typeface="+mj-ea"/>
                <a:cs typeface="+mj-cs"/>
              </a:defRPr>
            </a:lvl1pPr>
            <a:lvl2pPr>
              <a:buNone/>
              <a:defRPr/>
            </a:lvl2pPr>
          </a:lstStyle>
          <a:p>
            <a:pPr lvl="0"/>
            <a:r>
              <a:rPr lang="en-US"/>
              <a:t>Title of organization</a:t>
            </a:r>
          </a:p>
        </p:txBody>
      </p:sp>
    </p:spTree>
    <p:extLst>
      <p:ext uri="{BB962C8B-B14F-4D97-AF65-F5344CB8AC3E}">
        <p14:creationId xmlns:p14="http://schemas.microsoft.com/office/powerpoint/2010/main" val="175604998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Everyday Org chart 18 directs">
    <p:spTree>
      <p:nvGrpSpPr>
        <p:cNvPr id="1" name=""/>
        <p:cNvGrpSpPr/>
        <p:nvPr/>
      </p:nvGrpSpPr>
      <p:grpSpPr>
        <a:xfrm>
          <a:off x="0" y="0"/>
          <a:ext cx="0" cy="0"/>
          <a:chOff x="0" y="0"/>
          <a:chExt cx="0" cy="0"/>
        </a:xfrm>
      </p:grpSpPr>
      <p:sp>
        <p:nvSpPr>
          <p:cNvPr id="33" name="Picture Placeholder 91">
            <a:extLst>
              <a:ext uri="{FF2B5EF4-FFF2-40B4-BE49-F238E27FC236}">
                <a16:creationId xmlns:a16="http://schemas.microsoft.com/office/drawing/2014/main" id="{2E669F12-E418-CC34-38F9-008BA2135909}"/>
              </a:ext>
            </a:extLst>
          </p:cNvPr>
          <p:cNvSpPr>
            <a:spLocks noGrp="1"/>
          </p:cNvSpPr>
          <p:nvPr>
            <p:ph type="pic" sz="quarter" idx="39"/>
          </p:nvPr>
        </p:nvSpPr>
        <p:spPr>
          <a:xfrm>
            <a:off x="5313671" y="2075059"/>
            <a:ext cx="548640" cy="548640"/>
          </a:xfrm>
          <a:solidFill>
            <a:srgbClr val="F2F2F2"/>
          </a:solidFill>
        </p:spPr>
        <p:txBody>
          <a:bodyPr/>
          <a:lstStyle/>
          <a:p>
            <a:endParaRPr lang="en-US"/>
          </a:p>
        </p:txBody>
      </p:sp>
      <p:sp>
        <p:nvSpPr>
          <p:cNvPr id="34" name="Picture Placeholder 92">
            <a:extLst>
              <a:ext uri="{FF2B5EF4-FFF2-40B4-BE49-F238E27FC236}">
                <a16:creationId xmlns:a16="http://schemas.microsoft.com/office/drawing/2014/main" id="{86CC4484-0F0A-2049-D06D-0361DF4034C4}"/>
              </a:ext>
            </a:extLst>
          </p:cNvPr>
          <p:cNvSpPr>
            <a:spLocks noGrp="1"/>
          </p:cNvSpPr>
          <p:nvPr>
            <p:ph type="pic" sz="quarter" idx="40"/>
          </p:nvPr>
        </p:nvSpPr>
        <p:spPr>
          <a:xfrm>
            <a:off x="6311528" y="2075059"/>
            <a:ext cx="548640" cy="548640"/>
          </a:xfrm>
          <a:solidFill>
            <a:srgbClr val="F2F2F2"/>
          </a:solidFill>
        </p:spPr>
        <p:txBody>
          <a:bodyPr/>
          <a:lstStyle/>
          <a:p>
            <a:endParaRPr lang="en-US"/>
          </a:p>
        </p:txBody>
      </p:sp>
      <p:sp>
        <p:nvSpPr>
          <p:cNvPr id="4" name="Picture Placeholder 21">
            <a:extLst>
              <a:ext uri="{FF2B5EF4-FFF2-40B4-BE49-F238E27FC236}">
                <a16:creationId xmlns:a16="http://schemas.microsoft.com/office/drawing/2014/main" id="{7D16F14D-2D1C-9B1D-ED40-FB67271ED7A3}"/>
              </a:ext>
            </a:extLst>
          </p:cNvPr>
          <p:cNvSpPr>
            <a:spLocks noGrp="1"/>
          </p:cNvSpPr>
          <p:nvPr>
            <p:ph type="pic" sz="quarter" idx="11"/>
          </p:nvPr>
        </p:nvSpPr>
        <p:spPr>
          <a:xfrm>
            <a:off x="3559915" y="2965999"/>
            <a:ext cx="548640" cy="548640"/>
          </a:xfrm>
          <a:prstGeom prst="rect">
            <a:avLst/>
          </a:prstGeom>
          <a:solidFill>
            <a:schemeClr val="bg1">
              <a:lumMod val="95000"/>
            </a:schemeClr>
          </a:solidFill>
        </p:spPr>
        <p:txBody>
          <a:bodyPr/>
          <a:lstStyle/>
          <a:p>
            <a:endParaRPr lang="en-US"/>
          </a:p>
        </p:txBody>
      </p:sp>
      <p:sp>
        <p:nvSpPr>
          <p:cNvPr id="5" name="Picture Placeholder 21">
            <a:extLst>
              <a:ext uri="{FF2B5EF4-FFF2-40B4-BE49-F238E27FC236}">
                <a16:creationId xmlns:a16="http://schemas.microsoft.com/office/drawing/2014/main" id="{FCBF7175-512B-7B54-99B3-E585C3EA9FED}"/>
              </a:ext>
            </a:extLst>
          </p:cNvPr>
          <p:cNvSpPr>
            <a:spLocks noGrp="1"/>
          </p:cNvSpPr>
          <p:nvPr>
            <p:ph type="pic" sz="quarter" idx="12"/>
          </p:nvPr>
        </p:nvSpPr>
        <p:spPr>
          <a:xfrm>
            <a:off x="4700702" y="2965999"/>
            <a:ext cx="548640" cy="548640"/>
          </a:xfrm>
          <a:prstGeom prst="rect">
            <a:avLst/>
          </a:prstGeom>
          <a:solidFill>
            <a:schemeClr val="bg1">
              <a:lumMod val="95000"/>
            </a:schemeClr>
          </a:solidFill>
        </p:spPr>
        <p:txBody>
          <a:bodyPr/>
          <a:lstStyle/>
          <a:p>
            <a:endParaRPr lang="en-US"/>
          </a:p>
        </p:txBody>
      </p:sp>
      <p:sp>
        <p:nvSpPr>
          <p:cNvPr id="6" name="Picture Placeholder 21">
            <a:extLst>
              <a:ext uri="{FF2B5EF4-FFF2-40B4-BE49-F238E27FC236}">
                <a16:creationId xmlns:a16="http://schemas.microsoft.com/office/drawing/2014/main" id="{7AD01C64-EFC5-BE95-C8A1-9C2950C223DD}"/>
              </a:ext>
            </a:extLst>
          </p:cNvPr>
          <p:cNvSpPr>
            <a:spLocks noGrp="1"/>
          </p:cNvSpPr>
          <p:nvPr>
            <p:ph type="pic" sz="quarter" idx="13"/>
          </p:nvPr>
        </p:nvSpPr>
        <p:spPr>
          <a:xfrm>
            <a:off x="5841489" y="2965999"/>
            <a:ext cx="548640" cy="548640"/>
          </a:xfrm>
          <a:prstGeom prst="rect">
            <a:avLst/>
          </a:prstGeom>
          <a:solidFill>
            <a:schemeClr val="bg1">
              <a:lumMod val="95000"/>
            </a:schemeClr>
          </a:solidFill>
        </p:spPr>
        <p:txBody>
          <a:bodyPr/>
          <a:lstStyle/>
          <a:p>
            <a:endParaRPr lang="en-US"/>
          </a:p>
        </p:txBody>
      </p:sp>
      <p:sp>
        <p:nvSpPr>
          <p:cNvPr id="7" name="Picture Placeholder 21">
            <a:extLst>
              <a:ext uri="{FF2B5EF4-FFF2-40B4-BE49-F238E27FC236}">
                <a16:creationId xmlns:a16="http://schemas.microsoft.com/office/drawing/2014/main" id="{49EA1D41-DAD6-A743-7CCA-98C9D1AF33AD}"/>
              </a:ext>
            </a:extLst>
          </p:cNvPr>
          <p:cNvSpPr>
            <a:spLocks noGrp="1"/>
          </p:cNvSpPr>
          <p:nvPr>
            <p:ph type="pic" sz="quarter" idx="14"/>
          </p:nvPr>
        </p:nvSpPr>
        <p:spPr>
          <a:xfrm>
            <a:off x="6982276" y="2965999"/>
            <a:ext cx="548640" cy="548640"/>
          </a:xfrm>
          <a:prstGeom prst="rect">
            <a:avLst/>
          </a:prstGeom>
          <a:solidFill>
            <a:schemeClr val="bg1">
              <a:lumMod val="95000"/>
            </a:schemeClr>
          </a:solidFill>
        </p:spPr>
        <p:txBody>
          <a:bodyPr/>
          <a:lstStyle/>
          <a:p>
            <a:endParaRPr lang="en-US"/>
          </a:p>
        </p:txBody>
      </p:sp>
      <p:sp>
        <p:nvSpPr>
          <p:cNvPr id="8" name="Picture Placeholder 21">
            <a:extLst>
              <a:ext uri="{FF2B5EF4-FFF2-40B4-BE49-F238E27FC236}">
                <a16:creationId xmlns:a16="http://schemas.microsoft.com/office/drawing/2014/main" id="{256105E0-9B23-3ABF-6CFB-0C2054C3EBBD}"/>
              </a:ext>
            </a:extLst>
          </p:cNvPr>
          <p:cNvSpPr>
            <a:spLocks noGrp="1"/>
          </p:cNvSpPr>
          <p:nvPr>
            <p:ph type="pic" sz="quarter" idx="15"/>
          </p:nvPr>
        </p:nvSpPr>
        <p:spPr>
          <a:xfrm>
            <a:off x="8123063" y="2965999"/>
            <a:ext cx="548640" cy="548640"/>
          </a:xfrm>
          <a:prstGeom prst="rect">
            <a:avLst/>
          </a:prstGeom>
          <a:solidFill>
            <a:schemeClr val="bg1">
              <a:lumMod val="95000"/>
            </a:schemeClr>
          </a:solidFill>
        </p:spPr>
        <p:txBody>
          <a:bodyPr/>
          <a:lstStyle/>
          <a:p>
            <a:endParaRPr lang="en-US"/>
          </a:p>
        </p:txBody>
      </p:sp>
      <p:sp>
        <p:nvSpPr>
          <p:cNvPr id="9" name="Picture Placeholder 21">
            <a:extLst>
              <a:ext uri="{FF2B5EF4-FFF2-40B4-BE49-F238E27FC236}">
                <a16:creationId xmlns:a16="http://schemas.microsoft.com/office/drawing/2014/main" id="{5828058C-6141-2FEC-A68F-D170B643679D}"/>
              </a:ext>
            </a:extLst>
          </p:cNvPr>
          <p:cNvSpPr>
            <a:spLocks noGrp="1"/>
          </p:cNvSpPr>
          <p:nvPr>
            <p:ph type="pic" sz="quarter" idx="16"/>
          </p:nvPr>
        </p:nvSpPr>
        <p:spPr>
          <a:xfrm>
            <a:off x="9263850" y="2965999"/>
            <a:ext cx="548640" cy="548640"/>
          </a:xfrm>
          <a:prstGeom prst="rect">
            <a:avLst/>
          </a:prstGeom>
          <a:solidFill>
            <a:schemeClr val="bg1">
              <a:lumMod val="95000"/>
            </a:schemeClr>
          </a:solidFill>
        </p:spPr>
        <p:txBody>
          <a:bodyPr/>
          <a:lstStyle/>
          <a:p>
            <a:endParaRPr lang="en-US"/>
          </a:p>
        </p:txBody>
      </p:sp>
      <p:sp>
        <p:nvSpPr>
          <p:cNvPr id="10" name="Picture Placeholder 21">
            <a:extLst>
              <a:ext uri="{FF2B5EF4-FFF2-40B4-BE49-F238E27FC236}">
                <a16:creationId xmlns:a16="http://schemas.microsoft.com/office/drawing/2014/main" id="{1B2A24E8-F4EF-AF4C-3132-30848FA34342}"/>
              </a:ext>
            </a:extLst>
          </p:cNvPr>
          <p:cNvSpPr>
            <a:spLocks noGrp="1"/>
          </p:cNvSpPr>
          <p:nvPr>
            <p:ph type="pic" sz="quarter" idx="20"/>
          </p:nvPr>
        </p:nvSpPr>
        <p:spPr>
          <a:xfrm>
            <a:off x="3559915" y="4338847"/>
            <a:ext cx="548640" cy="548640"/>
          </a:xfrm>
          <a:prstGeom prst="rect">
            <a:avLst/>
          </a:prstGeom>
          <a:solidFill>
            <a:schemeClr val="bg1">
              <a:lumMod val="95000"/>
            </a:schemeClr>
          </a:solidFill>
        </p:spPr>
        <p:txBody>
          <a:bodyPr/>
          <a:lstStyle/>
          <a:p>
            <a:endParaRPr lang="en-US"/>
          </a:p>
        </p:txBody>
      </p:sp>
      <p:sp>
        <p:nvSpPr>
          <p:cNvPr id="11" name="Picture Placeholder 21">
            <a:extLst>
              <a:ext uri="{FF2B5EF4-FFF2-40B4-BE49-F238E27FC236}">
                <a16:creationId xmlns:a16="http://schemas.microsoft.com/office/drawing/2014/main" id="{359E99FD-6526-F531-D40C-7FB2125F33F7}"/>
              </a:ext>
            </a:extLst>
          </p:cNvPr>
          <p:cNvSpPr>
            <a:spLocks noGrp="1"/>
          </p:cNvSpPr>
          <p:nvPr>
            <p:ph type="pic" sz="quarter" idx="21"/>
          </p:nvPr>
        </p:nvSpPr>
        <p:spPr>
          <a:xfrm>
            <a:off x="4700702" y="4338847"/>
            <a:ext cx="548640" cy="548640"/>
          </a:xfrm>
          <a:prstGeom prst="rect">
            <a:avLst/>
          </a:prstGeom>
          <a:solidFill>
            <a:schemeClr val="bg1">
              <a:lumMod val="95000"/>
            </a:schemeClr>
          </a:solidFill>
        </p:spPr>
        <p:txBody>
          <a:bodyPr/>
          <a:lstStyle/>
          <a:p>
            <a:endParaRPr lang="en-US"/>
          </a:p>
        </p:txBody>
      </p:sp>
      <p:sp>
        <p:nvSpPr>
          <p:cNvPr id="12" name="Picture Placeholder 21">
            <a:extLst>
              <a:ext uri="{FF2B5EF4-FFF2-40B4-BE49-F238E27FC236}">
                <a16:creationId xmlns:a16="http://schemas.microsoft.com/office/drawing/2014/main" id="{04840802-8434-66B7-65B4-CB7B488C1E9F}"/>
              </a:ext>
            </a:extLst>
          </p:cNvPr>
          <p:cNvSpPr>
            <a:spLocks noGrp="1"/>
          </p:cNvSpPr>
          <p:nvPr>
            <p:ph type="pic" sz="quarter" idx="22"/>
          </p:nvPr>
        </p:nvSpPr>
        <p:spPr>
          <a:xfrm>
            <a:off x="5841489" y="4338847"/>
            <a:ext cx="548640" cy="548640"/>
          </a:xfrm>
          <a:prstGeom prst="rect">
            <a:avLst/>
          </a:prstGeom>
          <a:solidFill>
            <a:schemeClr val="bg1">
              <a:lumMod val="95000"/>
            </a:schemeClr>
          </a:solidFill>
        </p:spPr>
        <p:txBody>
          <a:bodyPr/>
          <a:lstStyle/>
          <a:p>
            <a:endParaRPr lang="en-US"/>
          </a:p>
        </p:txBody>
      </p:sp>
      <p:sp>
        <p:nvSpPr>
          <p:cNvPr id="13" name="Picture Placeholder 21">
            <a:extLst>
              <a:ext uri="{FF2B5EF4-FFF2-40B4-BE49-F238E27FC236}">
                <a16:creationId xmlns:a16="http://schemas.microsoft.com/office/drawing/2014/main" id="{FBE75798-4A93-7ADA-1368-FB8FED5AC8CA}"/>
              </a:ext>
            </a:extLst>
          </p:cNvPr>
          <p:cNvSpPr>
            <a:spLocks noGrp="1"/>
          </p:cNvSpPr>
          <p:nvPr>
            <p:ph type="pic" sz="quarter" idx="23"/>
          </p:nvPr>
        </p:nvSpPr>
        <p:spPr>
          <a:xfrm>
            <a:off x="6982276" y="4338847"/>
            <a:ext cx="548640" cy="548640"/>
          </a:xfrm>
          <a:prstGeom prst="rect">
            <a:avLst/>
          </a:prstGeom>
          <a:solidFill>
            <a:schemeClr val="bg1">
              <a:lumMod val="95000"/>
            </a:schemeClr>
          </a:solidFill>
        </p:spPr>
        <p:txBody>
          <a:bodyPr/>
          <a:lstStyle/>
          <a:p>
            <a:endParaRPr lang="en-US"/>
          </a:p>
        </p:txBody>
      </p:sp>
      <p:sp>
        <p:nvSpPr>
          <p:cNvPr id="14" name="Picture Placeholder 21">
            <a:extLst>
              <a:ext uri="{FF2B5EF4-FFF2-40B4-BE49-F238E27FC236}">
                <a16:creationId xmlns:a16="http://schemas.microsoft.com/office/drawing/2014/main" id="{0B34F00B-A6CA-F53F-76F6-F771A2A48D97}"/>
              </a:ext>
            </a:extLst>
          </p:cNvPr>
          <p:cNvSpPr>
            <a:spLocks noGrp="1"/>
          </p:cNvSpPr>
          <p:nvPr>
            <p:ph type="pic" sz="quarter" idx="24"/>
          </p:nvPr>
        </p:nvSpPr>
        <p:spPr>
          <a:xfrm>
            <a:off x="8123063" y="4338847"/>
            <a:ext cx="548640" cy="548640"/>
          </a:xfrm>
          <a:prstGeom prst="rect">
            <a:avLst/>
          </a:prstGeom>
          <a:solidFill>
            <a:schemeClr val="bg1">
              <a:lumMod val="95000"/>
            </a:schemeClr>
          </a:solidFill>
        </p:spPr>
        <p:txBody>
          <a:bodyPr/>
          <a:lstStyle/>
          <a:p>
            <a:endParaRPr lang="en-US"/>
          </a:p>
        </p:txBody>
      </p:sp>
      <p:sp>
        <p:nvSpPr>
          <p:cNvPr id="15" name="Picture Placeholder 21">
            <a:extLst>
              <a:ext uri="{FF2B5EF4-FFF2-40B4-BE49-F238E27FC236}">
                <a16:creationId xmlns:a16="http://schemas.microsoft.com/office/drawing/2014/main" id="{BDB87C4E-E654-3E65-B19F-C977D8E9B29D}"/>
              </a:ext>
            </a:extLst>
          </p:cNvPr>
          <p:cNvSpPr>
            <a:spLocks noGrp="1"/>
          </p:cNvSpPr>
          <p:nvPr>
            <p:ph type="pic" sz="quarter" idx="25"/>
          </p:nvPr>
        </p:nvSpPr>
        <p:spPr>
          <a:xfrm>
            <a:off x="9263850" y="4338847"/>
            <a:ext cx="548640" cy="548640"/>
          </a:xfrm>
          <a:prstGeom prst="rect">
            <a:avLst/>
          </a:prstGeom>
          <a:solidFill>
            <a:schemeClr val="bg1">
              <a:lumMod val="95000"/>
            </a:schemeClr>
          </a:solidFill>
        </p:spPr>
        <p:txBody>
          <a:bodyPr/>
          <a:lstStyle/>
          <a:p>
            <a:endParaRPr lang="en-US"/>
          </a:p>
        </p:txBody>
      </p:sp>
      <p:sp>
        <p:nvSpPr>
          <p:cNvPr id="16" name="Picture Placeholder 21">
            <a:extLst>
              <a:ext uri="{FF2B5EF4-FFF2-40B4-BE49-F238E27FC236}">
                <a16:creationId xmlns:a16="http://schemas.microsoft.com/office/drawing/2014/main" id="{0515BBCF-BA9B-E602-A1D0-110D976836E5}"/>
              </a:ext>
            </a:extLst>
          </p:cNvPr>
          <p:cNvSpPr>
            <a:spLocks noGrp="1"/>
          </p:cNvSpPr>
          <p:nvPr>
            <p:ph type="pic" sz="quarter" idx="28"/>
          </p:nvPr>
        </p:nvSpPr>
        <p:spPr>
          <a:xfrm>
            <a:off x="5635636" y="929960"/>
            <a:ext cx="914399" cy="914399"/>
          </a:xfrm>
          <a:prstGeom prst="rect">
            <a:avLst/>
          </a:prstGeom>
          <a:solidFill>
            <a:schemeClr val="bg1">
              <a:lumMod val="95000"/>
            </a:schemeClr>
          </a:solidFill>
        </p:spPr>
        <p:txBody>
          <a:bodyPr/>
          <a:lstStyle/>
          <a:p>
            <a:endParaRPr lang="en-US"/>
          </a:p>
        </p:txBody>
      </p:sp>
      <p:sp>
        <p:nvSpPr>
          <p:cNvPr id="24" name="Picture Placeholder 21">
            <a:extLst>
              <a:ext uri="{FF2B5EF4-FFF2-40B4-BE49-F238E27FC236}">
                <a16:creationId xmlns:a16="http://schemas.microsoft.com/office/drawing/2014/main" id="{9C8EBAB3-13ED-76B0-D175-DED7746E8CA7}"/>
              </a:ext>
            </a:extLst>
          </p:cNvPr>
          <p:cNvSpPr>
            <a:spLocks noGrp="1"/>
          </p:cNvSpPr>
          <p:nvPr>
            <p:ph type="pic" sz="quarter" idx="32"/>
          </p:nvPr>
        </p:nvSpPr>
        <p:spPr>
          <a:xfrm>
            <a:off x="10404640" y="2965999"/>
            <a:ext cx="548640" cy="548640"/>
          </a:xfrm>
          <a:prstGeom prst="rect">
            <a:avLst/>
          </a:prstGeom>
          <a:solidFill>
            <a:schemeClr val="bg1">
              <a:lumMod val="95000"/>
            </a:schemeClr>
          </a:solidFill>
        </p:spPr>
        <p:txBody>
          <a:bodyPr/>
          <a:lstStyle/>
          <a:p>
            <a:endParaRPr lang="en-US"/>
          </a:p>
        </p:txBody>
      </p:sp>
      <p:sp>
        <p:nvSpPr>
          <p:cNvPr id="26" name="Picture Placeholder 21">
            <a:extLst>
              <a:ext uri="{FF2B5EF4-FFF2-40B4-BE49-F238E27FC236}">
                <a16:creationId xmlns:a16="http://schemas.microsoft.com/office/drawing/2014/main" id="{9EB0E7A4-95EF-354B-CC8E-5707AB33E4EF}"/>
              </a:ext>
            </a:extLst>
          </p:cNvPr>
          <p:cNvSpPr>
            <a:spLocks noGrp="1"/>
          </p:cNvSpPr>
          <p:nvPr>
            <p:ph type="pic" sz="quarter" idx="34"/>
          </p:nvPr>
        </p:nvSpPr>
        <p:spPr>
          <a:xfrm>
            <a:off x="10404640" y="4338847"/>
            <a:ext cx="548640" cy="548640"/>
          </a:xfrm>
          <a:prstGeom prst="rect">
            <a:avLst/>
          </a:prstGeom>
          <a:solidFill>
            <a:schemeClr val="bg1">
              <a:lumMod val="95000"/>
            </a:schemeClr>
          </a:solidFill>
        </p:spPr>
        <p:txBody>
          <a:bodyPr/>
          <a:lstStyle/>
          <a:p>
            <a:endParaRPr lang="en-US"/>
          </a:p>
        </p:txBody>
      </p:sp>
      <p:sp>
        <p:nvSpPr>
          <p:cNvPr id="27" name="Picture Placeholder 21">
            <a:extLst>
              <a:ext uri="{FF2B5EF4-FFF2-40B4-BE49-F238E27FC236}">
                <a16:creationId xmlns:a16="http://schemas.microsoft.com/office/drawing/2014/main" id="{9FE89786-6A79-0776-1BEB-A4349AFF47D7}"/>
              </a:ext>
            </a:extLst>
          </p:cNvPr>
          <p:cNvSpPr>
            <a:spLocks noGrp="1"/>
          </p:cNvSpPr>
          <p:nvPr>
            <p:ph type="pic" sz="quarter" idx="35"/>
          </p:nvPr>
        </p:nvSpPr>
        <p:spPr>
          <a:xfrm>
            <a:off x="1278341" y="2965999"/>
            <a:ext cx="548640" cy="548640"/>
          </a:xfrm>
          <a:prstGeom prst="rect">
            <a:avLst/>
          </a:prstGeom>
          <a:solidFill>
            <a:schemeClr val="bg1">
              <a:lumMod val="95000"/>
            </a:schemeClr>
          </a:solidFill>
        </p:spPr>
        <p:txBody>
          <a:bodyPr/>
          <a:lstStyle/>
          <a:p>
            <a:endParaRPr lang="en-US"/>
          </a:p>
        </p:txBody>
      </p:sp>
      <p:sp>
        <p:nvSpPr>
          <p:cNvPr id="28" name="Picture Placeholder 21">
            <a:extLst>
              <a:ext uri="{FF2B5EF4-FFF2-40B4-BE49-F238E27FC236}">
                <a16:creationId xmlns:a16="http://schemas.microsoft.com/office/drawing/2014/main" id="{040CED31-BDEC-6EB4-EB9A-FAF91E21B925}"/>
              </a:ext>
            </a:extLst>
          </p:cNvPr>
          <p:cNvSpPr>
            <a:spLocks noGrp="1"/>
          </p:cNvSpPr>
          <p:nvPr>
            <p:ph type="pic" sz="quarter" idx="36"/>
          </p:nvPr>
        </p:nvSpPr>
        <p:spPr>
          <a:xfrm>
            <a:off x="2419128" y="2965999"/>
            <a:ext cx="548640" cy="548640"/>
          </a:xfrm>
          <a:prstGeom prst="rect">
            <a:avLst/>
          </a:prstGeom>
          <a:solidFill>
            <a:schemeClr val="bg1">
              <a:lumMod val="95000"/>
            </a:schemeClr>
          </a:solidFill>
        </p:spPr>
        <p:txBody>
          <a:bodyPr/>
          <a:lstStyle/>
          <a:p>
            <a:endParaRPr lang="en-US"/>
          </a:p>
        </p:txBody>
      </p:sp>
      <p:sp>
        <p:nvSpPr>
          <p:cNvPr id="29" name="Picture Placeholder 21">
            <a:extLst>
              <a:ext uri="{FF2B5EF4-FFF2-40B4-BE49-F238E27FC236}">
                <a16:creationId xmlns:a16="http://schemas.microsoft.com/office/drawing/2014/main" id="{50482C16-E716-CF31-8D70-451322C33C7F}"/>
              </a:ext>
            </a:extLst>
          </p:cNvPr>
          <p:cNvSpPr>
            <a:spLocks noGrp="1"/>
          </p:cNvSpPr>
          <p:nvPr>
            <p:ph type="pic" sz="quarter" idx="37"/>
          </p:nvPr>
        </p:nvSpPr>
        <p:spPr>
          <a:xfrm>
            <a:off x="2419128" y="4338847"/>
            <a:ext cx="548640" cy="548640"/>
          </a:xfrm>
          <a:prstGeom prst="rect">
            <a:avLst/>
          </a:prstGeom>
          <a:solidFill>
            <a:schemeClr val="bg1">
              <a:lumMod val="95000"/>
            </a:schemeClr>
          </a:solidFill>
        </p:spPr>
        <p:txBody>
          <a:bodyPr/>
          <a:lstStyle/>
          <a:p>
            <a:endParaRPr lang="en-US"/>
          </a:p>
        </p:txBody>
      </p:sp>
      <p:sp>
        <p:nvSpPr>
          <p:cNvPr id="30" name="Picture Placeholder 21">
            <a:extLst>
              <a:ext uri="{FF2B5EF4-FFF2-40B4-BE49-F238E27FC236}">
                <a16:creationId xmlns:a16="http://schemas.microsoft.com/office/drawing/2014/main" id="{6DD0666B-A2CD-0CA7-9232-CD2CF5E624D7}"/>
              </a:ext>
            </a:extLst>
          </p:cNvPr>
          <p:cNvSpPr>
            <a:spLocks noGrp="1"/>
          </p:cNvSpPr>
          <p:nvPr>
            <p:ph type="pic" sz="quarter" idx="38"/>
          </p:nvPr>
        </p:nvSpPr>
        <p:spPr>
          <a:xfrm>
            <a:off x="1278341" y="4338847"/>
            <a:ext cx="548640" cy="548640"/>
          </a:xfrm>
          <a:prstGeom prst="rect">
            <a:avLst/>
          </a:prstGeom>
          <a:solidFill>
            <a:schemeClr val="bg1">
              <a:lumMod val="95000"/>
            </a:schemeClr>
          </a:solidFill>
        </p:spPr>
        <p:txBody>
          <a:bodyPr/>
          <a:lstStyle/>
          <a:p>
            <a:endParaRPr lang="en-US"/>
          </a:p>
        </p:txBody>
      </p:sp>
      <p:sp>
        <p:nvSpPr>
          <p:cNvPr id="18" name="Text Placeholder 4">
            <a:extLst>
              <a:ext uri="{FF2B5EF4-FFF2-40B4-BE49-F238E27FC236}">
                <a16:creationId xmlns:a16="http://schemas.microsoft.com/office/drawing/2014/main" id="{ADB46A77-2FCB-203E-6AF2-D7DD2215B888}"/>
              </a:ext>
            </a:extLst>
          </p:cNvPr>
          <p:cNvSpPr>
            <a:spLocks noGrp="1"/>
          </p:cNvSpPr>
          <p:nvPr>
            <p:ph type="body" sz="quarter" idx="41" hasCustomPrompt="1"/>
          </p:nvPr>
        </p:nvSpPr>
        <p:spPr>
          <a:xfrm>
            <a:off x="557213" y="479930"/>
            <a:ext cx="3503343" cy="433784"/>
          </a:xfrm>
        </p:spPr>
        <p:txBody>
          <a:bodyPr/>
          <a:lstStyle>
            <a:lvl1pPr>
              <a:defRPr lang="en-US" sz="2600" b="1" kern="1200" dirty="0" smtClean="0">
                <a:solidFill>
                  <a:schemeClr val="accent2"/>
                </a:solidFill>
                <a:latin typeface="+mj-lt"/>
                <a:ea typeface="+mj-ea"/>
                <a:cs typeface="+mj-cs"/>
              </a:defRPr>
            </a:lvl1pPr>
            <a:lvl2pPr>
              <a:buNone/>
              <a:defRPr/>
            </a:lvl2pPr>
          </a:lstStyle>
          <a:p>
            <a:pPr lvl="0"/>
            <a:r>
              <a:rPr lang="en-US"/>
              <a:t>Title of organization</a:t>
            </a:r>
          </a:p>
        </p:txBody>
      </p:sp>
    </p:spTree>
    <p:extLst>
      <p:ext uri="{BB962C8B-B14F-4D97-AF65-F5344CB8AC3E}">
        <p14:creationId xmlns:p14="http://schemas.microsoft.com/office/powerpoint/2010/main" val="2197006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Everyday Bio Templat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9F7CAF2-F3A7-B205-5709-985579D73515}"/>
              </a:ext>
            </a:extLst>
          </p:cNvPr>
          <p:cNvSpPr/>
          <p:nvPr userDrawn="1"/>
        </p:nvSpPr>
        <p:spPr bwMode="gray">
          <a:xfrm>
            <a:off x="286871" y="5794375"/>
            <a:ext cx="4620092" cy="1063625"/>
          </a:xfrm>
          <a:prstGeom prst="rect">
            <a:avLst/>
          </a:prstGeom>
          <a:solidFill>
            <a:schemeClr val="bg1"/>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b="1">
              <a:solidFill>
                <a:schemeClr val="bg1"/>
              </a:solidFill>
            </a:endParaRPr>
          </a:p>
        </p:txBody>
      </p:sp>
      <p:sp>
        <p:nvSpPr>
          <p:cNvPr id="3" name="Rectangle 2">
            <a:extLst>
              <a:ext uri="{FF2B5EF4-FFF2-40B4-BE49-F238E27FC236}">
                <a16:creationId xmlns:a16="http://schemas.microsoft.com/office/drawing/2014/main" id="{79EA72FC-F1B5-EB05-E9CF-D97E6D6F0D83}"/>
              </a:ext>
            </a:extLst>
          </p:cNvPr>
          <p:cNvSpPr/>
          <p:nvPr userDrawn="1"/>
        </p:nvSpPr>
        <p:spPr>
          <a:xfrm>
            <a:off x="4060371" y="0"/>
            <a:ext cx="8128454" cy="6858000"/>
          </a:xfrm>
          <a:prstGeom prst="rect">
            <a:avLst/>
          </a:prstGeom>
          <a:solidFill>
            <a:srgbClr val="E9E9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mn-lt"/>
              <a:cs typeface="Arial" panose="020B0604020202020204" pitchFamily="34" charset="0"/>
            </a:endParaRPr>
          </a:p>
        </p:txBody>
      </p:sp>
      <p:sp>
        <p:nvSpPr>
          <p:cNvPr id="13" name="Text Placeholder 12">
            <a:extLst>
              <a:ext uri="{FF2B5EF4-FFF2-40B4-BE49-F238E27FC236}">
                <a16:creationId xmlns:a16="http://schemas.microsoft.com/office/drawing/2014/main" id="{DE7D845E-C61B-AC0F-75B3-46774D9CE641}"/>
              </a:ext>
            </a:extLst>
          </p:cNvPr>
          <p:cNvSpPr>
            <a:spLocks noGrp="1"/>
          </p:cNvSpPr>
          <p:nvPr>
            <p:ph type="body" sz="quarter" idx="12" hasCustomPrompt="1"/>
          </p:nvPr>
        </p:nvSpPr>
        <p:spPr>
          <a:xfrm>
            <a:off x="4906963" y="631825"/>
            <a:ext cx="5913437" cy="5162550"/>
          </a:xfrm>
        </p:spPr>
        <p:txBody>
          <a:bodyPr anchor="ctr"/>
          <a:lstStyle>
            <a:lvl1pPr>
              <a:spcBef>
                <a:spcPts val="900"/>
              </a:spcBef>
              <a:defRPr sz="1200"/>
            </a:lvl1pPr>
          </a:lstStyle>
          <a:p>
            <a:pPr lvl="0"/>
            <a:r>
              <a:rPr lang="en-US"/>
              <a:t>Click to add bio text</a:t>
            </a:r>
          </a:p>
        </p:txBody>
      </p:sp>
      <p:sp>
        <p:nvSpPr>
          <p:cNvPr id="9" name="Picture Placeholder 8">
            <a:extLst>
              <a:ext uri="{FF2B5EF4-FFF2-40B4-BE49-F238E27FC236}">
                <a16:creationId xmlns:a16="http://schemas.microsoft.com/office/drawing/2014/main" id="{A7A662BC-15B4-E8A3-5985-161DCE6C92F4}"/>
              </a:ext>
            </a:extLst>
          </p:cNvPr>
          <p:cNvSpPr>
            <a:spLocks noGrp="1"/>
          </p:cNvSpPr>
          <p:nvPr>
            <p:ph type="pic" sz="quarter" idx="10"/>
          </p:nvPr>
        </p:nvSpPr>
        <p:spPr>
          <a:xfrm>
            <a:off x="1265804" y="1660525"/>
            <a:ext cx="1528763" cy="1528763"/>
          </a:xfrm>
          <a:prstGeom prst="rect">
            <a:avLst/>
          </a:prstGeom>
          <a:solidFill>
            <a:schemeClr val="bg1">
              <a:lumMod val="95000"/>
            </a:schemeClr>
          </a:solidFill>
        </p:spPr>
        <p:txBody>
          <a:bodyPr/>
          <a:lstStyle/>
          <a:p>
            <a:endParaRPr lang="en-US"/>
          </a:p>
        </p:txBody>
      </p:sp>
      <p:sp>
        <p:nvSpPr>
          <p:cNvPr id="11" name="Text Placeholder 10">
            <a:extLst>
              <a:ext uri="{FF2B5EF4-FFF2-40B4-BE49-F238E27FC236}">
                <a16:creationId xmlns:a16="http://schemas.microsoft.com/office/drawing/2014/main" id="{C1EF21A0-5B19-D91E-593B-7687AC56538D}"/>
              </a:ext>
            </a:extLst>
          </p:cNvPr>
          <p:cNvSpPr>
            <a:spLocks noGrp="1"/>
          </p:cNvSpPr>
          <p:nvPr>
            <p:ph type="body" sz="quarter" idx="11" hasCustomPrompt="1"/>
          </p:nvPr>
        </p:nvSpPr>
        <p:spPr>
          <a:xfrm>
            <a:off x="528410" y="3673475"/>
            <a:ext cx="3003550" cy="946150"/>
          </a:xfrm>
        </p:spPr>
        <p:txBody>
          <a:bodyPr/>
          <a:lstStyle>
            <a:lvl1pPr algn="ctr">
              <a:spcBef>
                <a:spcPts val="900"/>
              </a:spcBef>
              <a:defRPr sz="2200" b="1"/>
            </a:lvl1pPr>
          </a:lstStyle>
          <a:p>
            <a:pPr lvl="0"/>
            <a:r>
              <a:rPr lang="en-US"/>
              <a:t>Name</a:t>
            </a:r>
          </a:p>
        </p:txBody>
      </p:sp>
      <p:sp>
        <p:nvSpPr>
          <p:cNvPr id="2" name="Content Placeholder 8">
            <a:extLst>
              <a:ext uri="{FF2B5EF4-FFF2-40B4-BE49-F238E27FC236}">
                <a16:creationId xmlns:a16="http://schemas.microsoft.com/office/drawing/2014/main" id="{16FCFB1E-4F52-3FB5-52E7-B4437ADB5B0C}"/>
              </a:ext>
            </a:extLst>
          </p:cNvPr>
          <p:cNvSpPr txBox="1">
            <a:spLocks/>
          </p:cNvSpPr>
          <p:nvPr userDrawn="1"/>
        </p:nvSpPr>
        <p:spPr>
          <a:xfrm>
            <a:off x="557784" y="6367487"/>
            <a:ext cx="352367" cy="228600"/>
          </a:xfrm>
          <a:prstGeom prst="rect">
            <a:avLst/>
          </a:prstGeom>
        </p:spPr>
        <p:txBody>
          <a:bodyPr lIns="0" rIns="0" anchor="ctr"/>
          <a:lstStyle>
            <a:lvl1pPr marL="0" indent="0" algn="l" defTabSz="914400" rtl="0" eaLnBrk="1" latinLnBrk="0" hangingPunct="1">
              <a:spcBef>
                <a:spcPts val="600"/>
              </a:spcBef>
              <a:spcAft>
                <a:spcPts val="0"/>
              </a:spcAft>
              <a:buClrTx/>
              <a:buFontTx/>
              <a:buNone/>
              <a:tabLst>
                <a:tab pos="1201738" algn="l"/>
              </a:tabLst>
              <a:defRPr sz="800" b="0" i="0" kern="1200">
                <a:solidFill>
                  <a:schemeClr val="tx2"/>
                </a:solidFill>
                <a:latin typeface="Open Sans"/>
                <a:ea typeface="+mn-ea"/>
                <a:cs typeface="Open Sans"/>
              </a:defRPr>
            </a:lvl1pPr>
            <a:lvl2pPr marL="200025"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2pPr>
            <a:lvl3pPr marL="398463" indent="-200025" algn="l" defTabSz="914400" rtl="0" eaLnBrk="1" latinLnBrk="0" hangingPunct="1">
              <a:spcBef>
                <a:spcPts val="600"/>
              </a:spcBef>
              <a:spcAft>
                <a:spcPts val="0"/>
              </a:spcAft>
              <a:buClrTx/>
              <a:buFont typeface="CVS Health Sans"/>
              <a:buChar char="−"/>
              <a:tabLst>
                <a:tab pos="1201738" algn="l"/>
              </a:tabLst>
              <a:defRPr sz="1600" b="0" i="0" kern="1200">
                <a:solidFill>
                  <a:schemeClr val="tx2"/>
                </a:solidFill>
                <a:latin typeface="Open Sans Light"/>
                <a:ea typeface="+mn-ea"/>
                <a:cs typeface="Open Sans Light"/>
              </a:defRPr>
            </a:lvl3pPr>
            <a:lvl4pPr marL="622300"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4pPr>
            <a:lvl5pPr marL="806450" indent="-182563" algn="l" defTabSz="914400" rtl="0" eaLnBrk="1" latinLnBrk="0" hangingPunct="1">
              <a:spcBef>
                <a:spcPts val="600"/>
              </a:spcBef>
              <a:spcAft>
                <a:spcPts val="0"/>
              </a:spcAft>
              <a:buClrTx/>
              <a:buFont typeface="CVS Health Sans"/>
              <a:buChar char="−"/>
              <a:tabLst>
                <a:tab pos="1201738" algn="l"/>
              </a:tabLst>
              <a:defRPr sz="1600" b="0" i="0" kern="1200">
                <a:solidFill>
                  <a:schemeClr val="tx2"/>
                </a:solidFill>
                <a:latin typeface="Open Sans Light"/>
                <a:ea typeface="+mn-ea"/>
                <a:cs typeface="Open Sans Light"/>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l"/>
            <a:fld id="{38743595-4496-5147-A886-7D133864DF76}" type="slidenum">
              <a:rPr lang="en-US" sz="1000" b="0" smtClean="0">
                <a:solidFill>
                  <a:schemeClr val="tx2"/>
                </a:solidFill>
                <a:latin typeface="CVS Health Sans Medium" panose="020B0504020202020204" pitchFamily="34" charset="0"/>
                <a:ea typeface="Open Sans" panose="020B0606030504020204" pitchFamily="34" charset="0"/>
                <a:cs typeface="Arial" panose="020B0604020202020204" pitchFamily="34" charset="0"/>
              </a:rPr>
              <a:pPr algn="l"/>
              <a:t>‹#›</a:t>
            </a:fld>
            <a:endParaRPr lang="en-US" sz="1000" b="0">
              <a:solidFill>
                <a:schemeClr val="tx2"/>
              </a:solidFill>
              <a:latin typeface="CVS Health Sans Medium" panose="020B0504020202020204" pitchFamily="34" charset="0"/>
              <a:ea typeface="Open Sans" panose="020B0606030504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C6AF6832-89DB-BC9B-6B4B-5F1A1683DF89}"/>
              </a:ext>
            </a:extLst>
          </p:cNvPr>
          <p:cNvSpPr txBox="1"/>
          <p:nvPr userDrawn="1"/>
        </p:nvSpPr>
        <p:spPr>
          <a:xfrm>
            <a:off x="859534" y="6425581"/>
            <a:ext cx="8046720" cy="123111"/>
          </a:xfrm>
          <a:prstGeom prst="rect">
            <a:avLst/>
          </a:prstGeom>
          <a:noFill/>
        </p:spPr>
        <p:txBody>
          <a:bodyPr wrap="square" lIns="0" tIns="0" rIns="0" bIns="0" rtlCol="0" anchor="b">
            <a:spAutoFit/>
          </a:bodyPr>
          <a:lstStyle/>
          <a:p>
            <a:r>
              <a:rPr lang="en-US" sz="800">
                <a:solidFill>
                  <a:schemeClr val="tx2"/>
                </a:solidFill>
                <a:latin typeface="+mn-lt"/>
              </a:rPr>
              <a:t>©2025 CVS Health and/or one of its affiliates. Confidential and proprietary.</a:t>
            </a:r>
          </a:p>
        </p:txBody>
      </p:sp>
      <p:pic>
        <p:nvPicPr>
          <p:cNvPr id="5" name="Graphic 4" descr="CVS Health logo.">
            <a:extLst>
              <a:ext uri="{FF2B5EF4-FFF2-40B4-BE49-F238E27FC236}">
                <a16:creationId xmlns:a16="http://schemas.microsoft.com/office/drawing/2014/main" id="{D6E085EA-324C-3DC3-6656-B5AE7F3056A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351008" y="6373368"/>
            <a:ext cx="1273813" cy="155448"/>
          </a:xfrm>
          <a:prstGeom prst="rect">
            <a:avLst/>
          </a:prstGeom>
        </p:spPr>
      </p:pic>
      <p:cxnSp>
        <p:nvCxnSpPr>
          <p:cNvPr id="8" name="Straight Connector 7">
            <a:extLst>
              <a:ext uri="{FF2B5EF4-FFF2-40B4-BE49-F238E27FC236}">
                <a16:creationId xmlns:a16="http://schemas.microsoft.com/office/drawing/2014/main" id="{558D66DE-8C61-AD84-0A77-DBBDF072E328}"/>
              </a:ext>
              <a:ext uri="{C183D7F6-B498-43B3-948B-1728B52AA6E4}">
                <adec:decorative xmlns:adec="http://schemas.microsoft.com/office/drawing/2017/decorative" val="1"/>
              </a:ext>
            </a:extLst>
          </p:cNvPr>
          <p:cNvCxnSpPr>
            <a:cxnSpLocks/>
          </p:cNvCxnSpPr>
          <p:nvPr userDrawn="1"/>
        </p:nvCxnSpPr>
        <p:spPr>
          <a:xfrm>
            <a:off x="1701634" y="3479862"/>
            <a:ext cx="657102" cy="0"/>
          </a:xfrm>
          <a:prstGeom prst="line">
            <a:avLst/>
          </a:prstGeom>
          <a:ln w="12700" cmpd="sng">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7388183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Quote or high impac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512213" y="2180108"/>
            <a:ext cx="7168896" cy="1463040"/>
          </a:xfrm>
        </p:spPr>
        <p:txBody>
          <a:bodyPr rIns="0"/>
          <a:lstStyle>
            <a:lvl1pPr>
              <a:defRPr>
                <a:solidFill>
                  <a:schemeClr val="tx2"/>
                </a:solidFill>
              </a:defRPr>
            </a:lvl1pPr>
          </a:lstStyle>
          <a:p>
            <a:r>
              <a:rPr lang="en-US"/>
              <a:t>Click to add quote.</a:t>
            </a:r>
          </a:p>
        </p:txBody>
      </p:sp>
      <p:sp>
        <p:nvSpPr>
          <p:cNvPr id="7" name="Text Placeholder 7">
            <a:extLst>
              <a:ext uri="{FF2B5EF4-FFF2-40B4-BE49-F238E27FC236}">
                <a16:creationId xmlns:a16="http://schemas.microsoft.com/office/drawing/2014/main" id="{9B722800-BF6A-4FA2-8F5B-598FB160C2FB}"/>
              </a:ext>
            </a:extLst>
          </p:cNvPr>
          <p:cNvSpPr>
            <a:spLocks noGrp="1"/>
          </p:cNvSpPr>
          <p:nvPr>
            <p:ph type="body" sz="quarter" idx="13" hasCustomPrompt="1"/>
          </p:nvPr>
        </p:nvSpPr>
        <p:spPr>
          <a:xfrm>
            <a:off x="2512213" y="4020921"/>
            <a:ext cx="4572000" cy="161925"/>
          </a:xfrm>
          <a:prstGeom prst="rect">
            <a:avLst/>
          </a:prstGeom>
          <a:noFill/>
        </p:spPr>
        <p:txBody>
          <a:bodyPr>
            <a:noAutofit/>
          </a:bodyPr>
          <a:lstStyle>
            <a:lvl1pPr>
              <a:defRPr sz="1300" cap="all" baseline="0">
                <a:solidFill>
                  <a:schemeClr val="tx2"/>
                </a:solidFill>
              </a:defRPr>
            </a:lvl1pPr>
          </a:lstStyle>
          <a:p>
            <a:pPr lvl="0"/>
            <a:r>
              <a:rPr lang="en-US"/>
              <a:t>click to add AUTHOR</a:t>
            </a:r>
          </a:p>
        </p:txBody>
      </p:sp>
    </p:spTree>
    <p:extLst>
      <p:ext uri="{BB962C8B-B14F-4D97-AF65-F5344CB8AC3E}">
        <p14:creationId xmlns:p14="http://schemas.microsoft.com/office/powerpoint/2010/main" val="414377360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Next steps">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C5CE5400-9551-4441-A3A1-727FA1855083}"/>
              </a:ext>
            </a:extLst>
          </p:cNvPr>
          <p:cNvSpPr>
            <a:spLocks noGrp="1"/>
          </p:cNvSpPr>
          <p:nvPr>
            <p:ph type="title" hasCustomPrompt="1"/>
          </p:nvPr>
        </p:nvSpPr>
        <p:spPr>
          <a:xfrm>
            <a:off x="557784" y="530351"/>
            <a:ext cx="9665208" cy="713232"/>
          </a:xfrm>
        </p:spPr>
        <p:txBody>
          <a:bodyPr/>
          <a:lstStyle>
            <a:lvl1pPr>
              <a:defRPr sz="4800">
                <a:solidFill>
                  <a:schemeClr val="accent6"/>
                </a:solidFill>
              </a:defRPr>
            </a:lvl1pPr>
          </a:lstStyle>
          <a:p>
            <a:r>
              <a:rPr lang="en-US"/>
              <a:t>Next steps</a:t>
            </a:r>
          </a:p>
        </p:txBody>
      </p:sp>
      <p:sp>
        <p:nvSpPr>
          <p:cNvPr id="5" name="Content Placeholder 2"/>
          <p:cNvSpPr>
            <a:spLocks noGrp="1"/>
          </p:cNvSpPr>
          <p:nvPr>
            <p:ph sz="half" idx="1" hasCustomPrompt="1"/>
          </p:nvPr>
        </p:nvSpPr>
        <p:spPr bwMode="gray">
          <a:xfrm>
            <a:off x="1970122" y="2110424"/>
            <a:ext cx="2505456" cy="3630620"/>
          </a:xfrm>
        </p:spPr>
        <p:txBody>
          <a:bodyPr vert="horz" lIns="0" tIns="0" rIns="0" bIns="0" rtlCol="0">
            <a:noAutofit/>
          </a:bodyPr>
          <a:lstStyle>
            <a:lvl1pPr algn="ctr">
              <a:lnSpc>
                <a:spcPct val="100000"/>
              </a:lnSpc>
              <a:buClrTx/>
              <a:defRPr lang="en-US" sz="3200" b="1" kern="1200" cap="none" baseline="0" dirty="0">
                <a:solidFill>
                  <a:schemeClr val="accent2"/>
                </a:solidFill>
                <a:latin typeface="+mn-lt"/>
                <a:ea typeface="+mn-ea"/>
                <a:cs typeface="+mn-cs"/>
              </a:defRPr>
            </a:lvl1pPr>
            <a:lvl2pPr marL="0" indent="0" algn="ctr">
              <a:spcBef>
                <a:spcPts val="4200"/>
              </a:spcBef>
              <a:buClrTx/>
              <a:buNone/>
              <a:defRPr lang="en-US" sz="1300" dirty="0" smtClean="0">
                <a:solidFill>
                  <a:schemeClr val="tx2"/>
                </a:solidFill>
              </a:defRPr>
            </a:lvl2pPr>
            <a:lvl3pPr marL="174625" indent="-174625" algn="l">
              <a:spcBef>
                <a:spcPts val="1200"/>
              </a:spcBef>
              <a:buClrTx/>
              <a:buFont typeface="Arial" panose="020B0604020202020204" pitchFamily="34" charset="0"/>
              <a:buChar char="•"/>
              <a:defRPr lang="en-US" sz="1300" baseline="0" dirty="0" smtClean="0">
                <a:solidFill>
                  <a:schemeClr val="tx2"/>
                </a:solidFill>
              </a:defRPr>
            </a:lvl3pPr>
            <a:lvl4pPr marL="347663" indent="-173038" algn="l">
              <a:buClrTx/>
              <a:buFont typeface="Arial" panose="020B0604020202020204" pitchFamily="34" charset="0"/>
              <a:buChar char="–"/>
              <a:defRPr lang="en-US" sz="1300" baseline="0" dirty="0" smtClean="0">
                <a:solidFill>
                  <a:schemeClr val="tx2"/>
                </a:solidFill>
              </a:defRPr>
            </a:lvl4pPr>
            <a:lvl5pPr marL="511175" indent="-163513" algn="l">
              <a:buClrTx/>
              <a:buFont typeface="Arial" panose="020B0604020202020204" pitchFamily="34" charset="0"/>
              <a:buChar char="•"/>
              <a:defRPr lang="en-US" sz="1300" dirty="0">
                <a:solidFill>
                  <a:schemeClr val="tx2"/>
                </a:solidFill>
              </a:defRPr>
            </a:lvl5pPr>
            <a:lvl6pPr marL="685800" indent="-174625" algn="l">
              <a:buClrTx/>
              <a:buFont typeface="Arial" panose="020B0604020202020204" pitchFamily="34" charset="0"/>
              <a:buChar char="–"/>
              <a:defRPr sz="1300" baseline="0">
                <a:solidFill>
                  <a:schemeClr val="tx2"/>
                </a:solidFill>
              </a:defRPr>
            </a:lvl6pPr>
            <a:lvl7pPr marL="860425" indent="-173038" algn="l">
              <a:buClrTx/>
              <a:buFont typeface="Arial" panose="020B0604020202020204" pitchFamily="34" charset="0"/>
              <a:buChar char="•"/>
              <a:defRPr sz="1300"/>
            </a:lvl7pPr>
            <a:lvl8pPr marL="1031875" indent="-171450" algn="l">
              <a:buClrTx/>
              <a:buFont typeface="Arial" panose="020B0604020202020204" pitchFamily="34" charset="0"/>
              <a:buChar char="–"/>
              <a:defRPr sz="1300"/>
            </a:lvl8pPr>
            <a:lvl9pPr marL="1203325" indent="-171450" algn="l">
              <a:buClrTx/>
              <a:buFont typeface="Arial" panose="020B0604020202020204" pitchFamily="34" charset="0"/>
              <a:buChar char="•"/>
              <a:defRPr sz="1300"/>
            </a:lvl9pPr>
          </a:lstStyle>
          <a:p>
            <a:pPr marL="0" lvl="0" indent="0" algn="ctr" defTabSz="457200" rtl="0" eaLnBrk="1" latinLnBrk="0" hangingPunct="1">
              <a:lnSpc>
                <a:spcPct val="108000"/>
              </a:lnSpc>
              <a:spcBef>
                <a:spcPts val="1800"/>
              </a:spcBef>
              <a:buClrTx/>
              <a:buFont typeface="Arial"/>
              <a:buNone/>
            </a:pPr>
            <a:r>
              <a:rPr lang="en-US"/>
              <a:t>1</a:t>
            </a:r>
          </a:p>
          <a:p>
            <a:pPr lvl="1"/>
            <a:r>
              <a:rPr lang="en-US"/>
              <a:t>Body text</a:t>
            </a:r>
          </a:p>
          <a:p>
            <a:pPr lvl="2"/>
            <a:r>
              <a:rPr lang="en-US"/>
              <a:t>First-level</a:t>
            </a:r>
          </a:p>
          <a:p>
            <a:pPr lvl="3"/>
            <a:r>
              <a:rPr lang="en-US"/>
              <a:t>Second-level</a:t>
            </a:r>
          </a:p>
          <a:p>
            <a:pPr lvl="4"/>
            <a:r>
              <a:rPr lang="en-US"/>
              <a:t>Third-level</a:t>
            </a:r>
          </a:p>
          <a:p>
            <a:pPr lvl="5"/>
            <a:r>
              <a:rPr lang="en-US"/>
              <a:t>Fourth-level</a:t>
            </a:r>
          </a:p>
          <a:p>
            <a:pPr lvl="6"/>
            <a:r>
              <a:rPr lang="en-US"/>
              <a:t>Fifth-level</a:t>
            </a:r>
          </a:p>
          <a:p>
            <a:pPr lvl="7"/>
            <a:r>
              <a:rPr lang="en-US"/>
              <a:t>Sixth-level</a:t>
            </a:r>
          </a:p>
          <a:p>
            <a:pPr lvl="8"/>
            <a:r>
              <a:rPr lang="en-US"/>
              <a:t>Seventh-level</a:t>
            </a:r>
          </a:p>
        </p:txBody>
      </p:sp>
      <p:sp>
        <p:nvSpPr>
          <p:cNvPr id="6" name="Content Placeholder 2"/>
          <p:cNvSpPr>
            <a:spLocks noGrp="1"/>
          </p:cNvSpPr>
          <p:nvPr>
            <p:ph sz="half" idx="10" hasCustomPrompt="1"/>
          </p:nvPr>
        </p:nvSpPr>
        <p:spPr bwMode="gray">
          <a:xfrm>
            <a:off x="4818888" y="2110424"/>
            <a:ext cx="2505456" cy="3630620"/>
          </a:xfrm>
        </p:spPr>
        <p:txBody>
          <a:bodyPr vert="horz" lIns="0" tIns="0" rIns="0" bIns="0" rtlCol="0">
            <a:noAutofit/>
          </a:bodyPr>
          <a:lstStyle>
            <a:lvl1pPr algn="ctr">
              <a:lnSpc>
                <a:spcPct val="100000"/>
              </a:lnSpc>
              <a:buClrTx/>
              <a:defRPr lang="en-US" sz="3200" b="1" kern="1200" cap="none" baseline="0" dirty="0">
                <a:solidFill>
                  <a:schemeClr val="accent2"/>
                </a:solidFill>
                <a:latin typeface="+mn-lt"/>
                <a:ea typeface="+mn-ea"/>
                <a:cs typeface="+mn-cs"/>
              </a:defRPr>
            </a:lvl1pPr>
            <a:lvl2pPr marL="0" indent="0" algn="ctr">
              <a:spcBef>
                <a:spcPts val="4200"/>
              </a:spcBef>
              <a:buClrTx/>
              <a:buNone/>
              <a:defRPr lang="en-US" sz="1300" dirty="0" smtClean="0">
                <a:solidFill>
                  <a:schemeClr val="tx2"/>
                </a:solidFill>
              </a:defRPr>
            </a:lvl2pPr>
            <a:lvl3pPr marL="174625" indent="-174625" algn="l">
              <a:spcBef>
                <a:spcPts val="1200"/>
              </a:spcBef>
              <a:buClrTx/>
              <a:buFont typeface="Arial" panose="020B0604020202020204" pitchFamily="34" charset="0"/>
              <a:buChar char="•"/>
              <a:defRPr lang="en-US" sz="1300" baseline="0" dirty="0" smtClean="0">
                <a:solidFill>
                  <a:schemeClr val="tx2"/>
                </a:solidFill>
              </a:defRPr>
            </a:lvl3pPr>
            <a:lvl4pPr marL="347663" indent="-173038" algn="l">
              <a:buClrTx/>
              <a:buFont typeface="Arial" panose="020B0604020202020204" pitchFamily="34" charset="0"/>
              <a:buChar char="–"/>
              <a:defRPr lang="en-US" sz="1300" baseline="0" dirty="0" smtClean="0">
                <a:solidFill>
                  <a:schemeClr val="tx2"/>
                </a:solidFill>
              </a:defRPr>
            </a:lvl4pPr>
            <a:lvl5pPr marL="511175" indent="-163513" algn="l">
              <a:buClrTx/>
              <a:buFont typeface="Arial" panose="020B0604020202020204" pitchFamily="34" charset="0"/>
              <a:buChar char="•"/>
              <a:defRPr lang="en-US" sz="1300" dirty="0">
                <a:solidFill>
                  <a:schemeClr val="tx2"/>
                </a:solidFill>
              </a:defRPr>
            </a:lvl5pPr>
            <a:lvl6pPr marL="685800" indent="-174625" algn="l">
              <a:buClrTx/>
              <a:buFont typeface="Arial" panose="020B0604020202020204" pitchFamily="34" charset="0"/>
              <a:buChar char="–"/>
              <a:defRPr sz="1300" baseline="0">
                <a:solidFill>
                  <a:schemeClr val="tx2"/>
                </a:solidFill>
              </a:defRPr>
            </a:lvl6pPr>
            <a:lvl7pPr marL="860425" indent="-173038" algn="l">
              <a:buClrTx/>
              <a:buFont typeface="Arial" panose="020B0604020202020204" pitchFamily="34" charset="0"/>
              <a:buChar char="•"/>
              <a:defRPr sz="1300"/>
            </a:lvl7pPr>
            <a:lvl8pPr marL="1031875" indent="-171450" algn="l">
              <a:buClrTx/>
              <a:buFont typeface="Arial" panose="020B0604020202020204" pitchFamily="34" charset="0"/>
              <a:buChar char="–"/>
              <a:defRPr sz="1300"/>
            </a:lvl8pPr>
            <a:lvl9pPr marL="1203325" indent="-171450" algn="l">
              <a:buClrTx/>
              <a:buFont typeface="Arial" panose="020B0604020202020204" pitchFamily="34" charset="0"/>
              <a:buChar char="•"/>
              <a:defRPr sz="1300"/>
            </a:lvl9pPr>
          </a:lstStyle>
          <a:p>
            <a:pPr marL="0" lvl="0" indent="0" algn="ctr" defTabSz="457200" rtl="0" eaLnBrk="1" latinLnBrk="0" hangingPunct="1">
              <a:lnSpc>
                <a:spcPct val="108000"/>
              </a:lnSpc>
              <a:spcBef>
                <a:spcPts val="1800"/>
              </a:spcBef>
              <a:buClrTx/>
              <a:buFont typeface="Arial"/>
              <a:buNone/>
            </a:pPr>
            <a:r>
              <a:rPr lang="en-US"/>
              <a:t>2</a:t>
            </a:r>
          </a:p>
          <a:p>
            <a:pPr lvl="1"/>
            <a:r>
              <a:rPr lang="en-US"/>
              <a:t>Body text</a:t>
            </a:r>
          </a:p>
          <a:p>
            <a:pPr lvl="2"/>
            <a:r>
              <a:rPr lang="en-US"/>
              <a:t>First-level</a:t>
            </a:r>
          </a:p>
          <a:p>
            <a:pPr lvl="3"/>
            <a:r>
              <a:rPr lang="en-US"/>
              <a:t>Second-level</a:t>
            </a:r>
          </a:p>
          <a:p>
            <a:pPr lvl="4"/>
            <a:r>
              <a:rPr lang="en-US"/>
              <a:t>Third-level</a:t>
            </a:r>
          </a:p>
          <a:p>
            <a:pPr lvl="5"/>
            <a:r>
              <a:rPr lang="en-US"/>
              <a:t>Fourth-level</a:t>
            </a:r>
          </a:p>
          <a:p>
            <a:pPr lvl="6"/>
            <a:r>
              <a:rPr lang="en-US"/>
              <a:t>Fifth-level</a:t>
            </a:r>
          </a:p>
          <a:p>
            <a:pPr lvl="7"/>
            <a:r>
              <a:rPr lang="en-US"/>
              <a:t>Sixth-level</a:t>
            </a:r>
          </a:p>
          <a:p>
            <a:pPr lvl="8"/>
            <a:r>
              <a:rPr lang="en-US"/>
              <a:t>Seventh-level</a:t>
            </a:r>
          </a:p>
        </p:txBody>
      </p:sp>
      <p:sp>
        <p:nvSpPr>
          <p:cNvPr id="10" name="Content Placeholder 2"/>
          <p:cNvSpPr>
            <a:spLocks noGrp="1"/>
          </p:cNvSpPr>
          <p:nvPr>
            <p:ph sz="half" idx="11" hasCustomPrompt="1"/>
          </p:nvPr>
        </p:nvSpPr>
        <p:spPr bwMode="gray">
          <a:xfrm>
            <a:off x="7662672" y="2110424"/>
            <a:ext cx="2505456" cy="3630620"/>
          </a:xfrm>
        </p:spPr>
        <p:txBody>
          <a:bodyPr vert="horz" lIns="0" tIns="0" rIns="0" bIns="0" rtlCol="0">
            <a:noAutofit/>
          </a:bodyPr>
          <a:lstStyle>
            <a:lvl1pPr algn="ctr">
              <a:lnSpc>
                <a:spcPct val="105000"/>
              </a:lnSpc>
              <a:buClrTx/>
              <a:defRPr lang="en-US" sz="3200" b="1" kern="1200" cap="none" baseline="0" dirty="0">
                <a:solidFill>
                  <a:schemeClr val="accent2"/>
                </a:solidFill>
                <a:latin typeface="+mn-lt"/>
                <a:ea typeface="+mn-ea"/>
                <a:cs typeface="+mn-cs"/>
              </a:defRPr>
            </a:lvl1pPr>
            <a:lvl2pPr marL="0" indent="0" algn="ctr">
              <a:spcBef>
                <a:spcPts val="4200"/>
              </a:spcBef>
              <a:buClrTx/>
              <a:buNone/>
              <a:defRPr lang="en-US" sz="1300" dirty="0" smtClean="0">
                <a:solidFill>
                  <a:schemeClr val="tx2"/>
                </a:solidFill>
              </a:defRPr>
            </a:lvl2pPr>
            <a:lvl3pPr marL="174625" indent="-174625" algn="l">
              <a:spcBef>
                <a:spcPts val="1200"/>
              </a:spcBef>
              <a:buClrTx/>
              <a:buFont typeface="Arial" panose="020B0604020202020204" pitchFamily="34" charset="0"/>
              <a:buChar char="•"/>
              <a:defRPr lang="en-US" sz="1300" baseline="0" dirty="0" smtClean="0">
                <a:solidFill>
                  <a:schemeClr val="tx2"/>
                </a:solidFill>
              </a:defRPr>
            </a:lvl3pPr>
            <a:lvl4pPr marL="347663" indent="-173038" algn="l">
              <a:buClrTx/>
              <a:buFont typeface="Arial" panose="020B0604020202020204" pitchFamily="34" charset="0"/>
              <a:buChar char="–"/>
              <a:defRPr lang="en-US" sz="1300" baseline="0" dirty="0" smtClean="0">
                <a:solidFill>
                  <a:schemeClr val="tx2"/>
                </a:solidFill>
              </a:defRPr>
            </a:lvl4pPr>
            <a:lvl5pPr marL="511175" indent="-163513" algn="l">
              <a:buClrTx/>
              <a:buFont typeface="Arial" panose="020B0604020202020204" pitchFamily="34" charset="0"/>
              <a:buChar char="•"/>
              <a:defRPr lang="en-US" sz="1300" dirty="0">
                <a:solidFill>
                  <a:schemeClr val="tx2"/>
                </a:solidFill>
              </a:defRPr>
            </a:lvl5pPr>
            <a:lvl6pPr marL="685800" indent="-174625" algn="l">
              <a:buClrTx/>
              <a:buFont typeface="Arial" panose="020B0604020202020204" pitchFamily="34" charset="0"/>
              <a:buChar char="–"/>
              <a:defRPr sz="1300" baseline="0">
                <a:solidFill>
                  <a:schemeClr val="tx2"/>
                </a:solidFill>
              </a:defRPr>
            </a:lvl6pPr>
            <a:lvl7pPr marL="860425" indent="-173038" algn="l">
              <a:buClrTx/>
              <a:buFont typeface="Arial" panose="020B0604020202020204" pitchFamily="34" charset="0"/>
              <a:buChar char="•"/>
              <a:defRPr sz="1300"/>
            </a:lvl7pPr>
            <a:lvl8pPr marL="1031875" indent="-171450" algn="l">
              <a:buClrTx/>
              <a:buFont typeface="Arial" panose="020B0604020202020204" pitchFamily="34" charset="0"/>
              <a:buChar char="–"/>
              <a:defRPr sz="1300"/>
            </a:lvl8pPr>
            <a:lvl9pPr marL="1203325" indent="-171450" algn="l">
              <a:buClrTx/>
              <a:buFont typeface="Arial" panose="020B0604020202020204" pitchFamily="34" charset="0"/>
              <a:buChar char="•"/>
              <a:defRPr sz="1300"/>
            </a:lvl9pPr>
          </a:lstStyle>
          <a:p>
            <a:pPr marL="0" lvl="0" indent="0" algn="ctr" defTabSz="457200" rtl="0" eaLnBrk="1" latinLnBrk="0" hangingPunct="1">
              <a:lnSpc>
                <a:spcPct val="108000"/>
              </a:lnSpc>
              <a:spcBef>
                <a:spcPts val="1800"/>
              </a:spcBef>
              <a:buClrTx/>
              <a:buFont typeface="Arial"/>
              <a:buNone/>
            </a:pPr>
            <a:r>
              <a:rPr lang="en-US"/>
              <a:t>3</a:t>
            </a:r>
          </a:p>
          <a:p>
            <a:pPr lvl="1"/>
            <a:r>
              <a:rPr lang="en-US"/>
              <a:t>Body text</a:t>
            </a:r>
          </a:p>
          <a:p>
            <a:pPr lvl="2"/>
            <a:r>
              <a:rPr lang="en-US"/>
              <a:t>First-level</a:t>
            </a:r>
          </a:p>
          <a:p>
            <a:pPr lvl="3"/>
            <a:r>
              <a:rPr lang="en-US"/>
              <a:t>Second-level</a:t>
            </a:r>
          </a:p>
          <a:p>
            <a:pPr lvl="4"/>
            <a:r>
              <a:rPr lang="en-US"/>
              <a:t>Third-level</a:t>
            </a:r>
          </a:p>
          <a:p>
            <a:pPr lvl="5"/>
            <a:r>
              <a:rPr lang="en-US"/>
              <a:t>Fourth-level</a:t>
            </a:r>
          </a:p>
          <a:p>
            <a:pPr lvl="6"/>
            <a:r>
              <a:rPr lang="en-US"/>
              <a:t>Fifth-level</a:t>
            </a:r>
          </a:p>
          <a:p>
            <a:pPr lvl="7"/>
            <a:r>
              <a:rPr lang="en-US"/>
              <a:t>Sixth-level</a:t>
            </a:r>
          </a:p>
          <a:p>
            <a:pPr lvl="8"/>
            <a:r>
              <a:rPr lang="en-US"/>
              <a:t>Seventh-level</a:t>
            </a:r>
          </a:p>
        </p:txBody>
      </p:sp>
    </p:spTree>
    <p:extLst>
      <p:ext uri="{BB962C8B-B14F-4D97-AF65-F5344CB8AC3E}">
        <p14:creationId xmlns:p14="http://schemas.microsoft.com/office/powerpoint/2010/main" val="288165200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4318200F-1EB3-4B0D-BB1C-940C25A49887}"/>
              </a:ext>
            </a:extLst>
          </p:cNvPr>
          <p:cNvSpPr>
            <a:spLocks noGrp="1"/>
          </p:cNvSpPr>
          <p:nvPr>
            <p:ph type="title" hasCustomPrompt="1"/>
          </p:nvPr>
        </p:nvSpPr>
        <p:spPr>
          <a:xfrm>
            <a:off x="557784" y="530351"/>
            <a:ext cx="9665208" cy="713232"/>
          </a:xfrm>
        </p:spPr>
        <p:txBody>
          <a:bodyPr/>
          <a:lstStyle>
            <a:lvl1pPr>
              <a:defRPr sz="4800">
                <a:solidFill>
                  <a:schemeClr val="accent6"/>
                </a:solidFill>
              </a:defRPr>
            </a:lvl1pPr>
          </a:lstStyle>
          <a:p>
            <a:r>
              <a:rPr lang="en-US"/>
              <a:t>In closing</a:t>
            </a:r>
          </a:p>
        </p:txBody>
      </p:sp>
      <p:sp>
        <p:nvSpPr>
          <p:cNvPr id="4" name="Content Placeholder 2"/>
          <p:cNvSpPr>
            <a:spLocks noGrp="1"/>
          </p:cNvSpPr>
          <p:nvPr>
            <p:ph idx="1" hasCustomPrompt="1"/>
          </p:nvPr>
        </p:nvSpPr>
        <p:spPr bwMode="gray">
          <a:xfrm>
            <a:off x="557784" y="1767532"/>
            <a:ext cx="8586216" cy="3977640"/>
          </a:xfrm>
        </p:spPr>
        <p:txBody>
          <a:bodyPr/>
          <a:lstStyle>
            <a:lvl1pPr>
              <a:lnSpc>
                <a:spcPct val="100000"/>
              </a:lnSpc>
              <a:buClrTx/>
              <a:defRPr lang="en-US" sz="1800" b="1" kern="1200" cap="none" baseline="0" dirty="0">
                <a:solidFill>
                  <a:schemeClr val="tx2"/>
                </a:solidFill>
                <a:latin typeface="+mn-lt"/>
                <a:ea typeface="+mn-ea"/>
                <a:cs typeface="+mn-cs"/>
              </a:defRPr>
            </a:lvl1pPr>
            <a:lvl2pPr marL="0" indent="0">
              <a:buClrTx/>
              <a:buFontTx/>
              <a:buNone/>
              <a:defRPr baseline="0">
                <a:solidFill>
                  <a:schemeClr val="tx2"/>
                </a:solidFill>
              </a:defRPr>
            </a:lvl2pPr>
            <a:lvl3pPr marL="173038" indent="-173038">
              <a:buClrTx/>
              <a:buFont typeface="Arial" panose="020B0604020202020204" pitchFamily="34" charset="0"/>
              <a:buChar char="•"/>
              <a:defRPr baseline="0">
                <a:solidFill>
                  <a:schemeClr val="tx2"/>
                </a:solidFill>
              </a:defRPr>
            </a:lvl3pPr>
            <a:lvl4pPr marL="347663" indent="-174625">
              <a:buClrTx/>
              <a:buFont typeface="Arial" panose="020B0604020202020204" pitchFamily="34" charset="0"/>
              <a:buChar char="–"/>
              <a:defRPr>
                <a:solidFill>
                  <a:schemeClr val="tx2"/>
                </a:solidFill>
              </a:defRPr>
            </a:lvl4pPr>
            <a:lvl5pPr marL="509588" indent="-161925">
              <a:buClrTx/>
              <a:buFont typeface="Arial" panose="020B0604020202020204" pitchFamily="34" charset="0"/>
              <a:buChar char="•"/>
              <a:defRPr baseline="0">
                <a:solidFill>
                  <a:schemeClr val="tx2"/>
                </a:solidFill>
              </a:defRPr>
            </a:lvl5pPr>
            <a:lvl6pPr marL="682625" indent="-173038">
              <a:buClrTx/>
              <a:buFont typeface="Arial" panose="020B0604020202020204" pitchFamily="34" charset="0"/>
              <a:buChar char="–"/>
              <a:defRPr/>
            </a:lvl6pPr>
            <a:lvl7pPr marL="857250" indent="-174625">
              <a:buClrTx/>
              <a:buFont typeface="Arial" panose="020B0604020202020204" pitchFamily="34" charset="0"/>
              <a:buChar char="•"/>
              <a:defRPr/>
            </a:lvl7pPr>
            <a:lvl8pPr marL="1030288" indent="-173038">
              <a:buClrTx/>
              <a:buFont typeface="Arial" panose="020B0604020202020204" pitchFamily="34" charset="0"/>
              <a:buChar char="–"/>
              <a:defRPr/>
            </a:lvl8pPr>
            <a:lvl9pPr marL="1203325" indent="-173038">
              <a:buClrTx/>
              <a:buFont typeface="Arial" panose="020B0604020202020204" pitchFamily="34" charset="0"/>
              <a:buChar char="•"/>
              <a:defRPr/>
            </a:lvl9pPr>
          </a:lstStyle>
          <a:p>
            <a:pPr marL="0" lvl="0" indent="0" algn="l" defTabSz="457200" rtl="0" eaLnBrk="1" latinLnBrk="0" hangingPunct="1">
              <a:lnSpc>
                <a:spcPct val="100000"/>
              </a:lnSpc>
              <a:spcBef>
                <a:spcPts val="1800"/>
              </a:spcBef>
              <a:buClr>
                <a:schemeClr val="tx1"/>
              </a:buClr>
              <a:buFont typeface="Arial"/>
              <a:buNone/>
            </a:pPr>
            <a:r>
              <a:rPr lang="en-US"/>
              <a:t>Click to add header</a:t>
            </a:r>
          </a:p>
          <a:p>
            <a:pPr lvl="1"/>
            <a:r>
              <a:rPr lang="en-US"/>
              <a:t>Body text</a:t>
            </a:r>
          </a:p>
          <a:p>
            <a:pPr lvl="2"/>
            <a:r>
              <a:rPr lang="en-US"/>
              <a:t>First-level bullet</a:t>
            </a:r>
          </a:p>
          <a:p>
            <a:pPr lvl="3"/>
            <a:r>
              <a:rPr lang="en-US"/>
              <a:t>Second-level bullet</a:t>
            </a:r>
          </a:p>
          <a:p>
            <a:pPr lvl="4"/>
            <a:r>
              <a:rPr lang="en-US"/>
              <a:t>Third-level bullet</a:t>
            </a:r>
          </a:p>
          <a:p>
            <a:pPr lvl="5"/>
            <a:r>
              <a:rPr lang="en-US"/>
              <a:t>Fourth-level bullet</a:t>
            </a:r>
          </a:p>
          <a:p>
            <a:pPr lvl="6"/>
            <a:r>
              <a:rPr lang="en-US"/>
              <a:t>Fifth-level bullet</a:t>
            </a:r>
          </a:p>
          <a:p>
            <a:pPr lvl="7"/>
            <a:r>
              <a:rPr lang="en-US"/>
              <a:t>Sixth-level bullet</a:t>
            </a:r>
          </a:p>
          <a:p>
            <a:pPr lvl="8"/>
            <a:r>
              <a:rPr lang="en-US"/>
              <a:t>Seventh-level bullet</a:t>
            </a:r>
          </a:p>
        </p:txBody>
      </p:sp>
    </p:spTree>
    <p:extLst>
      <p:ext uri="{BB962C8B-B14F-4D97-AF65-F5344CB8AC3E}">
        <p14:creationId xmlns:p14="http://schemas.microsoft.com/office/powerpoint/2010/main" val="363943449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solidFill>
                  <a:schemeClr val="tx2"/>
                </a:solidFill>
              </a:defRPr>
            </a:lvl1pPr>
          </a:lstStyle>
          <a:p>
            <a:r>
              <a:rPr lang="en-US"/>
              <a:t>Click to add title</a:t>
            </a:r>
          </a:p>
        </p:txBody>
      </p:sp>
    </p:spTree>
    <p:extLst>
      <p:ext uri="{BB962C8B-B14F-4D97-AF65-F5344CB8AC3E}">
        <p14:creationId xmlns:p14="http://schemas.microsoft.com/office/powerpoint/2010/main" val="363391609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75806317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Blank Accessibilit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251F70-C83F-4915-A55C-CF9D7C4CEB76}"/>
              </a:ext>
            </a:extLst>
          </p:cNvPr>
          <p:cNvSpPr>
            <a:spLocks noGrp="1"/>
          </p:cNvSpPr>
          <p:nvPr>
            <p:ph type="title" hasCustomPrompt="1"/>
          </p:nvPr>
        </p:nvSpPr>
        <p:spPr>
          <a:xfrm>
            <a:off x="557784" y="-344516"/>
            <a:ext cx="11023255" cy="264306"/>
          </a:xfrm>
        </p:spPr>
        <p:txBody>
          <a:bodyPr anchor="b"/>
          <a:lstStyle>
            <a:lvl1pPr>
              <a:defRPr sz="1400"/>
            </a:lvl1pPr>
          </a:lstStyle>
          <a:p>
            <a:r>
              <a:rPr lang="en-US"/>
              <a:t>Title for slide built on the blank accessibility master</a:t>
            </a:r>
          </a:p>
        </p:txBody>
      </p:sp>
    </p:spTree>
    <p:extLst>
      <p:ext uri="{BB962C8B-B14F-4D97-AF65-F5344CB8AC3E}">
        <p14:creationId xmlns:p14="http://schemas.microsoft.com/office/powerpoint/2010/main" val="260511605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losing with Image">
    <p:spTree>
      <p:nvGrpSpPr>
        <p:cNvPr id="1" name=""/>
        <p:cNvGrpSpPr/>
        <p:nvPr/>
      </p:nvGrpSpPr>
      <p:grpSpPr>
        <a:xfrm>
          <a:off x="0" y="0"/>
          <a:ext cx="0" cy="0"/>
          <a:chOff x="0" y="0"/>
          <a:chExt cx="0" cy="0"/>
        </a:xfrm>
      </p:grpSpPr>
      <p:sp>
        <p:nvSpPr>
          <p:cNvPr id="3" name="Picture Placeholder 6">
            <a:extLst>
              <a:ext uri="{FF2B5EF4-FFF2-40B4-BE49-F238E27FC236}">
                <a16:creationId xmlns:a16="http://schemas.microsoft.com/office/drawing/2014/main" id="{AD57F1C3-026C-4E29-99D9-D207AB9AE851}"/>
              </a:ext>
            </a:extLst>
          </p:cNvPr>
          <p:cNvSpPr>
            <a:spLocks noGrp="1"/>
          </p:cNvSpPr>
          <p:nvPr>
            <p:ph type="pic" sz="quarter" idx="16" hasCustomPrompt="1"/>
          </p:nvPr>
        </p:nvSpPr>
        <p:spPr>
          <a:xfrm>
            <a:off x="0" y="0"/>
            <a:ext cx="12188825" cy="6858000"/>
          </a:xfrm>
          <a:prstGeom prst="rect">
            <a:avLst/>
          </a:prstGeom>
          <a:solidFill>
            <a:schemeClr val="bg1">
              <a:lumMod val="85000"/>
            </a:schemeClr>
          </a:solidFill>
        </p:spPr>
        <p:txBody>
          <a:bodyPr anchor="ctr"/>
          <a:lstStyle>
            <a:lvl1pPr marL="0" marR="0" indent="0" algn="ctr" defTabSz="457200" rtl="0" eaLnBrk="1" fontAlgn="auto" latinLnBrk="0" hangingPunct="1">
              <a:lnSpc>
                <a:spcPct val="100000"/>
              </a:lnSpc>
              <a:spcBef>
                <a:spcPts val="0"/>
              </a:spcBef>
              <a:spcAft>
                <a:spcPts val="0"/>
              </a:spcAft>
              <a:buClrTx/>
              <a:buSzTx/>
              <a:buFont typeface="Arial"/>
              <a:buNone/>
              <a:tabLst/>
              <a:defRPr>
                <a:solidFill>
                  <a:schemeClr val="accent6"/>
                </a:solidFill>
                <a:latin typeface="CVS Health Sans" panose="020B0504020202020204" pitchFamily="34" charset="0"/>
              </a:defRPr>
            </a:lvl1pPr>
          </a:lstStyle>
          <a:p>
            <a:r>
              <a:rPr lang="en-US"/>
              <a:t>BE SURE IMAGE IS </a:t>
            </a:r>
            <a:br>
              <a:rPr lang="en-US"/>
            </a:br>
            <a:r>
              <a:rPr lang="en-US"/>
              <a:t>DARK ENOUGH SO TYPE AND </a:t>
            </a:r>
            <a:br>
              <a:rPr lang="en-US"/>
            </a:br>
            <a:r>
              <a:rPr lang="en-US"/>
              <a:t>LOGO ARE READABLE</a:t>
            </a:r>
          </a:p>
          <a:p>
            <a:br>
              <a:rPr lang="en-US"/>
            </a:br>
            <a:r>
              <a:rPr lang="en-US"/>
              <a:t>Be sure to send image to </a:t>
            </a:r>
            <a:br>
              <a:rPr lang="en-US"/>
            </a:br>
            <a:r>
              <a:rPr lang="en-US"/>
              <a:t>back so logo sits on top of image</a:t>
            </a:r>
            <a:br>
              <a:rPr lang="en-US"/>
            </a:br>
            <a:br>
              <a:rPr lang="en-US"/>
            </a:br>
            <a:br>
              <a:rPr lang="en-US"/>
            </a:br>
            <a:br>
              <a:rPr lang="en-US"/>
            </a:br>
            <a:br>
              <a:rPr lang="en-US"/>
            </a:br>
            <a:br>
              <a:rPr lang="en-US"/>
            </a:br>
            <a:br>
              <a:rPr lang="en-US"/>
            </a:br>
            <a:br>
              <a:rPr lang="en-US"/>
            </a:br>
            <a:br>
              <a:rPr lang="en-US"/>
            </a:br>
            <a:endParaRPr lang="en-US"/>
          </a:p>
        </p:txBody>
      </p:sp>
      <p:sp>
        <p:nvSpPr>
          <p:cNvPr id="8" name="Title 7">
            <a:extLst>
              <a:ext uri="{FF2B5EF4-FFF2-40B4-BE49-F238E27FC236}">
                <a16:creationId xmlns:a16="http://schemas.microsoft.com/office/drawing/2014/main" id="{1C551DC1-11AC-42C9-8CB3-4FB83FD45BC9}"/>
              </a:ext>
            </a:extLst>
          </p:cNvPr>
          <p:cNvSpPr>
            <a:spLocks noGrp="1"/>
          </p:cNvSpPr>
          <p:nvPr>
            <p:ph type="title" hasCustomPrompt="1"/>
          </p:nvPr>
        </p:nvSpPr>
        <p:spPr>
          <a:xfrm>
            <a:off x="847717" y="1188272"/>
            <a:ext cx="3774730" cy="713232"/>
          </a:xfrm>
        </p:spPr>
        <p:txBody>
          <a:bodyPr/>
          <a:lstStyle>
            <a:lvl1pPr>
              <a:defRPr sz="4800">
                <a:solidFill>
                  <a:schemeClr val="bg1"/>
                </a:solidFill>
              </a:defRPr>
            </a:lvl1pPr>
          </a:lstStyle>
          <a:p>
            <a:r>
              <a:rPr lang="en-US"/>
              <a:t>Closing slide</a:t>
            </a:r>
          </a:p>
        </p:txBody>
      </p:sp>
      <p:pic>
        <p:nvPicPr>
          <p:cNvPr id="4" name="Graphic 3" descr="CVS Health logo.">
            <a:extLst>
              <a:ext uri="{FF2B5EF4-FFF2-40B4-BE49-F238E27FC236}">
                <a16:creationId xmlns:a16="http://schemas.microsoft.com/office/drawing/2014/main" id="{4241CE38-4CEB-4E8B-816C-5C169EC9AE0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351008" y="6373368"/>
            <a:ext cx="1273813" cy="155448"/>
          </a:xfrm>
          <a:prstGeom prst="rect">
            <a:avLst/>
          </a:prstGeom>
        </p:spPr>
      </p:pic>
    </p:spTree>
    <p:extLst>
      <p:ext uri="{BB962C8B-B14F-4D97-AF65-F5344CB8AC3E}">
        <p14:creationId xmlns:p14="http://schemas.microsoft.com/office/powerpoint/2010/main" val="1258669442"/>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Closing slide">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C86AF3C-6D1C-4D8B-80F4-510F140C3483}"/>
              </a:ext>
            </a:extLst>
          </p:cNvPr>
          <p:cNvSpPr>
            <a:spLocks noGrp="1"/>
          </p:cNvSpPr>
          <p:nvPr>
            <p:ph type="title" hasCustomPrompt="1"/>
          </p:nvPr>
        </p:nvSpPr>
        <p:spPr>
          <a:xfrm>
            <a:off x="1098445" y="3017954"/>
            <a:ext cx="9991935" cy="713232"/>
          </a:xfrm>
        </p:spPr>
        <p:txBody>
          <a:bodyPr/>
          <a:lstStyle>
            <a:lvl1pPr algn="ctr">
              <a:defRPr sz="5400">
                <a:solidFill>
                  <a:schemeClr val="accent2"/>
                </a:solidFill>
              </a:defRPr>
            </a:lvl1pPr>
          </a:lstStyle>
          <a:p>
            <a:r>
              <a:rPr lang="en-US"/>
              <a:t>Closing slide</a:t>
            </a:r>
          </a:p>
        </p:txBody>
      </p:sp>
    </p:spTree>
    <p:extLst>
      <p:ext uri="{BB962C8B-B14F-4D97-AF65-F5344CB8AC3E}">
        <p14:creationId xmlns:p14="http://schemas.microsoft.com/office/powerpoint/2010/main" val="3548015829"/>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VS logo on white">
    <p:spTree>
      <p:nvGrpSpPr>
        <p:cNvPr id="1" name=""/>
        <p:cNvGrpSpPr/>
        <p:nvPr/>
      </p:nvGrpSpPr>
      <p:grpSpPr>
        <a:xfrm>
          <a:off x="0" y="0"/>
          <a:ext cx="0" cy="0"/>
          <a:chOff x="0" y="0"/>
          <a:chExt cx="0" cy="0"/>
        </a:xfrm>
      </p:grpSpPr>
      <p:pic>
        <p:nvPicPr>
          <p:cNvPr id="12" name="Graphic 11" descr="CVS Health logo.">
            <a:extLst>
              <a:ext uri="{FF2B5EF4-FFF2-40B4-BE49-F238E27FC236}">
                <a16:creationId xmlns:a16="http://schemas.microsoft.com/office/drawing/2014/main" id="{3B724D08-4F05-4A11-9EB9-CD3B1FE6110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825581" y="3030093"/>
            <a:ext cx="6537663" cy="797815"/>
          </a:xfrm>
          <a:prstGeom prst="rect">
            <a:avLst/>
          </a:prstGeom>
        </p:spPr>
      </p:pic>
      <p:sp>
        <p:nvSpPr>
          <p:cNvPr id="11" name="Rectangle 10">
            <a:extLst>
              <a:ext uri="{FF2B5EF4-FFF2-40B4-BE49-F238E27FC236}">
                <a16:creationId xmlns:a16="http://schemas.microsoft.com/office/drawing/2014/main" id="{E1268719-E45D-4DB9-A5CE-3920E9240B44}"/>
              </a:ext>
            </a:extLst>
          </p:cNvPr>
          <p:cNvSpPr/>
          <p:nvPr userDrawn="1"/>
        </p:nvSpPr>
        <p:spPr>
          <a:xfrm>
            <a:off x="0" y="5779008"/>
            <a:ext cx="12188825" cy="107899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mn-lt"/>
              <a:cs typeface="Arial" panose="020B0604020202020204" pitchFamily="34" charset="0"/>
            </a:endParaRPr>
          </a:p>
        </p:txBody>
      </p:sp>
      <p:sp>
        <p:nvSpPr>
          <p:cNvPr id="13" name="Title 1">
            <a:extLst>
              <a:ext uri="{FF2B5EF4-FFF2-40B4-BE49-F238E27FC236}">
                <a16:creationId xmlns:a16="http://schemas.microsoft.com/office/drawing/2014/main" id="{67519E24-EA44-44E4-8587-7A08DC99D588}"/>
              </a:ext>
            </a:extLst>
          </p:cNvPr>
          <p:cNvSpPr>
            <a:spLocks noGrp="1"/>
          </p:cNvSpPr>
          <p:nvPr>
            <p:ph type="title" hasCustomPrompt="1"/>
          </p:nvPr>
        </p:nvSpPr>
        <p:spPr>
          <a:xfrm>
            <a:off x="557784" y="-347472"/>
            <a:ext cx="11023255" cy="264306"/>
          </a:xfrm>
        </p:spPr>
        <p:txBody>
          <a:bodyPr anchor="b"/>
          <a:lstStyle>
            <a:lvl1pPr>
              <a:defRPr sz="1400">
                <a:solidFill>
                  <a:schemeClr val="tx2"/>
                </a:solidFill>
              </a:defRPr>
            </a:lvl1pPr>
          </a:lstStyle>
          <a:p>
            <a:r>
              <a:rPr lang="en-US"/>
              <a:t>CVS Health logo on white background</a:t>
            </a:r>
          </a:p>
        </p:txBody>
      </p:sp>
    </p:spTree>
    <p:extLst>
      <p:ext uri="{BB962C8B-B14F-4D97-AF65-F5344CB8AC3E}">
        <p14:creationId xmlns:p14="http://schemas.microsoft.com/office/powerpoint/2010/main" val="380413505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CVS logo on re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1268719-E45D-4DB9-A5CE-3920E9240B44}"/>
              </a:ext>
            </a:extLst>
          </p:cNvPr>
          <p:cNvSpPr/>
          <p:nvPr userDrawn="1"/>
        </p:nvSpPr>
        <p:spPr>
          <a:xfrm>
            <a:off x="0" y="0"/>
            <a:ext cx="12188825" cy="6858000"/>
          </a:xfrm>
          <a:prstGeom prst="rect">
            <a:avLst/>
          </a:prstGeom>
          <a:solidFill>
            <a:srgbClr val="CC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mn-lt"/>
              <a:cs typeface="Arial" panose="020B0604020202020204" pitchFamily="34" charset="0"/>
            </a:endParaRPr>
          </a:p>
        </p:txBody>
      </p:sp>
      <p:sp>
        <p:nvSpPr>
          <p:cNvPr id="11" name="Title 1">
            <a:extLst>
              <a:ext uri="{FF2B5EF4-FFF2-40B4-BE49-F238E27FC236}">
                <a16:creationId xmlns:a16="http://schemas.microsoft.com/office/drawing/2014/main" id="{E33B14B6-B371-42B3-8BC3-E203B9570C03}"/>
              </a:ext>
            </a:extLst>
          </p:cNvPr>
          <p:cNvSpPr>
            <a:spLocks noGrp="1"/>
          </p:cNvSpPr>
          <p:nvPr>
            <p:ph type="title" hasCustomPrompt="1"/>
          </p:nvPr>
        </p:nvSpPr>
        <p:spPr>
          <a:xfrm>
            <a:off x="557784" y="-347472"/>
            <a:ext cx="11023255" cy="264306"/>
          </a:xfrm>
        </p:spPr>
        <p:txBody>
          <a:bodyPr anchor="b"/>
          <a:lstStyle>
            <a:lvl1pPr>
              <a:defRPr sz="1400">
                <a:solidFill>
                  <a:schemeClr val="tx2"/>
                </a:solidFill>
              </a:defRPr>
            </a:lvl1pPr>
          </a:lstStyle>
          <a:p>
            <a:r>
              <a:rPr lang="en-US"/>
              <a:t>CVS Health logo on red background</a:t>
            </a:r>
          </a:p>
        </p:txBody>
      </p:sp>
      <p:pic>
        <p:nvPicPr>
          <p:cNvPr id="12" name="Graphic 11" descr="CVS Health logo in white.">
            <a:extLst>
              <a:ext uri="{FF2B5EF4-FFF2-40B4-BE49-F238E27FC236}">
                <a16:creationId xmlns:a16="http://schemas.microsoft.com/office/drawing/2014/main" id="{B559DD0B-4B08-444F-A6AA-A5A2ED14742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825581" y="3030093"/>
            <a:ext cx="6537663" cy="797815"/>
          </a:xfrm>
          <a:prstGeom prst="rect">
            <a:avLst/>
          </a:prstGeom>
        </p:spPr>
      </p:pic>
    </p:spTree>
    <p:extLst>
      <p:ext uri="{BB962C8B-B14F-4D97-AF65-F5344CB8AC3E}">
        <p14:creationId xmlns:p14="http://schemas.microsoft.com/office/powerpoint/2010/main" val="1097619584"/>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image" Target="../media/image1.svg"/><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57784" y="530351"/>
            <a:ext cx="9665208" cy="713232"/>
          </a:xfrm>
          <a:prstGeom prst="rect">
            <a:avLst/>
          </a:prstGeom>
        </p:spPr>
        <p:txBody>
          <a:bodyPr vert="horz" lIns="0" tIns="0" rIns="0" bIns="0" rtlCol="0" anchor="t" anchorCtr="0">
            <a:noAutofit/>
          </a:bodyPr>
          <a:lstStyle/>
          <a:p>
            <a:r>
              <a:rPr lang="en-US"/>
              <a:t>Click to edit master title</a:t>
            </a:r>
          </a:p>
        </p:txBody>
      </p:sp>
      <p:sp>
        <p:nvSpPr>
          <p:cNvPr id="3" name="Text Placeholder 2"/>
          <p:cNvSpPr>
            <a:spLocks noGrp="1"/>
          </p:cNvSpPr>
          <p:nvPr>
            <p:ph type="body" idx="1"/>
          </p:nvPr>
        </p:nvSpPr>
        <p:spPr bwMode="gray">
          <a:xfrm>
            <a:off x="557784" y="1767532"/>
            <a:ext cx="11045952" cy="3977640"/>
          </a:xfrm>
          <a:prstGeom prst="rect">
            <a:avLst/>
          </a:prstGeom>
        </p:spPr>
        <p:txBody>
          <a:bodyPr vert="horz" lIns="0" tIns="0" rIns="0" bIns="0" rtlCol="0">
            <a:noAutofit/>
          </a:bodyPr>
          <a:lstStyle/>
          <a:p>
            <a:pPr lvl="0"/>
            <a:r>
              <a:rPr lang="en-US"/>
              <a:t>Click to edit Master text styles</a:t>
            </a:r>
          </a:p>
          <a:p>
            <a:pPr lvl="1"/>
            <a:r>
              <a:rPr lang="en-US"/>
              <a:t>First-level bullet</a:t>
            </a:r>
          </a:p>
          <a:p>
            <a:pPr lvl="2"/>
            <a:r>
              <a:rPr lang="en-US"/>
              <a:t>Second-level bullet</a:t>
            </a:r>
          </a:p>
          <a:p>
            <a:pPr lvl="3"/>
            <a:r>
              <a:rPr lang="en-US"/>
              <a:t>Third-level bullet</a:t>
            </a:r>
          </a:p>
          <a:p>
            <a:pPr lvl="4"/>
            <a:r>
              <a:rPr lang="en-US"/>
              <a:t>Fourth-level bullet</a:t>
            </a:r>
          </a:p>
          <a:p>
            <a:pPr lvl="5"/>
            <a:r>
              <a:rPr lang="en-US"/>
              <a:t>Fifth-level bullet</a:t>
            </a:r>
          </a:p>
          <a:p>
            <a:pPr lvl="6"/>
            <a:r>
              <a:rPr lang="en-US"/>
              <a:t>Sixth-level bullet</a:t>
            </a:r>
          </a:p>
          <a:p>
            <a:pPr lvl="7"/>
            <a:r>
              <a:rPr lang="en-US"/>
              <a:t>Seventh-level bullet</a:t>
            </a:r>
          </a:p>
          <a:p>
            <a:pPr lvl="8"/>
            <a:r>
              <a:rPr lang="en-US"/>
              <a:t>Eighth-level bullet</a:t>
            </a:r>
          </a:p>
        </p:txBody>
      </p:sp>
      <p:sp>
        <p:nvSpPr>
          <p:cNvPr id="20" name="Content Placeholder 8"/>
          <p:cNvSpPr txBox="1">
            <a:spLocks/>
          </p:cNvSpPr>
          <p:nvPr/>
        </p:nvSpPr>
        <p:spPr>
          <a:xfrm>
            <a:off x="557784" y="6367487"/>
            <a:ext cx="352367" cy="228600"/>
          </a:xfrm>
          <a:prstGeom prst="rect">
            <a:avLst/>
          </a:prstGeom>
        </p:spPr>
        <p:txBody>
          <a:bodyPr lIns="0" rIns="0" anchor="ctr"/>
          <a:lstStyle>
            <a:lvl1pPr marL="0" indent="0" algn="l" defTabSz="914400" rtl="0" eaLnBrk="1" latinLnBrk="0" hangingPunct="1">
              <a:spcBef>
                <a:spcPts val="600"/>
              </a:spcBef>
              <a:spcAft>
                <a:spcPts val="0"/>
              </a:spcAft>
              <a:buClrTx/>
              <a:buFontTx/>
              <a:buNone/>
              <a:tabLst>
                <a:tab pos="1201738" algn="l"/>
              </a:tabLst>
              <a:defRPr sz="800" b="0" i="0" kern="1200">
                <a:solidFill>
                  <a:schemeClr val="tx2"/>
                </a:solidFill>
                <a:latin typeface="Open Sans"/>
                <a:ea typeface="+mn-ea"/>
                <a:cs typeface="Open Sans"/>
              </a:defRPr>
            </a:lvl1pPr>
            <a:lvl2pPr marL="200025"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2pPr>
            <a:lvl3pPr marL="398463" indent="-200025" algn="l" defTabSz="914400" rtl="0" eaLnBrk="1" latinLnBrk="0" hangingPunct="1">
              <a:spcBef>
                <a:spcPts val="600"/>
              </a:spcBef>
              <a:spcAft>
                <a:spcPts val="0"/>
              </a:spcAft>
              <a:buClrTx/>
              <a:buFont typeface="CVS Health Sans"/>
              <a:buChar char="−"/>
              <a:tabLst>
                <a:tab pos="1201738" algn="l"/>
              </a:tabLst>
              <a:defRPr sz="1600" b="0" i="0" kern="1200">
                <a:solidFill>
                  <a:schemeClr val="tx2"/>
                </a:solidFill>
                <a:latin typeface="Open Sans Light"/>
                <a:ea typeface="+mn-ea"/>
                <a:cs typeface="Open Sans Light"/>
              </a:defRPr>
            </a:lvl3pPr>
            <a:lvl4pPr marL="622300"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4pPr>
            <a:lvl5pPr marL="806450" indent="-182563" algn="l" defTabSz="914400" rtl="0" eaLnBrk="1" latinLnBrk="0" hangingPunct="1">
              <a:spcBef>
                <a:spcPts val="600"/>
              </a:spcBef>
              <a:spcAft>
                <a:spcPts val="0"/>
              </a:spcAft>
              <a:buClrTx/>
              <a:buFont typeface="CVS Health Sans"/>
              <a:buChar char="−"/>
              <a:tabLst>
                <a:tab pos="1201738" algn="l"/>
              </a:tabLst>
              <a:defRPr sz="1600" b="0" i="0" kern="1200">
                <a:solidFill>
                  <a:schemeClr val="tx2"/>
                </a:solidFill>
                <a:latin typeface="Open Sans Light"/>
                <a:ea typeface="+mn-ea"/>
                <a:cs typeface="Open Sans Light"/>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l"/>
            <a:fld id="{38743595-4496-5147-A886-7D133864DF76}" type="slidenum">
              <a:rPr lang="en-US" sz="1000" b="0" smtClean="0">
                <a:solidFill>
                  <a:schemeClr val="tx2"/>
                </a:solidFill>
                <a:latin typeface="CVS Health Sans Medium" panose="020B0504020202020204" pitchFamily="34" charset="0"/>
                <a:ea typeface="Open Sans" panose="020B0606030504020204" pitchFamily="34" charset="0"/>
                <a:cs typeface="Arial" panose="020B0604020202020204" pitchFamily="34" charset="0"/>
              </a:rPr>
              <a:pPr algn="l"/>
              <a:t>‹#›</a:t>
            </a:fld>
            <a:endParaRPr lang="en-US" sz="1000" b="0">
              <a:solidFill>
                <a:schemeClr val="tx2"/>
              </a:solidFill>
              <a:latin typeface="CVS Health Sans Medium" panose="020B0504020202020204" pitchFamily="34" charset="0"/>
              <a:ea typeface="Open Sans" panose="020B0606030504020204" pitchFamily="34" charset="0"/>
              <a:cs typeface="Arial" panose="020B0604020202020204" pitchFamily="34" charset="0"/>
            </a:endParaRPr>
          </a:p>
        </p:txBody>
      </p:sp>
      <p:sp>
        <p:nvSpPr>
          <p:cNvPr id="13" name="TextBox 12">
            <a:extLst>
              <a:ext uri="{FF2B5EF4-FFF2-40B4-BE49-F238E27FC236}">
                <a16:creationId xmlns:a16="http://schemas.microsoft.com/office/drawing/2014/main" id="{E6118871-4A8C-4517-9A46-8863C34DC7FC}"/>
              </a:ext>
            </a:extLst>
          </p:cNvPr>
          <p:cNvSpPr txBox="1"/>
          <p:nvPr userDrawn="1"/>
        </p:nvSpPr>
        <p:spPr>
          <a:xfrm>
            <a:off x="859534" y="6425581"/>
            <a:ext cx="8046720" cy="123111"/>
          </a:xfrm>
          <a:prstGeom prst="rect">
            <a:avLst/>
          </a:prstGeom>
          <a:noFill/>
        </p:spPr>
        <p:txBody>
          <a:bodyPr wrap="square" lIns="0" tIns="0" rIns="0" bIns="0" rtlCol="0" anchor="b">
            <a:spAutoFit/>
          </a:bodyPr>
          <a:lstStyle/>
          <a:p>
            <a:r>
              <a:rPr lang="en-US" sz="800">
                <a:solidFill>
                  <a:schemeClr val="tx2"/>
                </a:solidFill>
                <a:latin typeface="+mn-lt"/>
              </a:rPr>
              <a:t>©2026 CVS Health and/or one of its affiliates. Confidential and proprietary.</a:t>
            </a:r>
          </a:p>
        </p:txBody>
      </p:sp>
      <p:pic>
        <p:nvPicPr>
          <p:cNvPr id="14" name="Graphic 13" descr="CVS Health logo.">
            <a:extLst>
              <a:ext uri="{FF2B5EF4-FFF2-40B4-BE49-F238E27FC236}">
                <a16:creationId xmlns:a16="http://schemas.microsoft.com/office/drawing/2014/main" id="{E4ED132B-CD59-47A6-9E0F-74A5ED67C019}"/>
              </a:ext>
            </a:extLst>
          </p:cNvPr>
          <p:cNvPicPr>
            <a:picLocks noChangeAspect="1"/>
          </p:cNvPicPr>
          <p:nvPr userDrawn="1"/>
        </p:nvPicPr>
        <p:blipFill>
          <a:blip>
            <a:extLst>
              <a:ext uri="{96DAC541-7B7A-43D3-8B79-37D633B846F1}">
                <asvg:svgBlip xmlns:asvg="http://schemas.microsoft.com/office/drawing/2016/SVG/main" r:embed="rId48"/>
              </a:ext>
            </a:extLst>
          </a:blip>
          <a:stretch>
            <a:fillRect/>
          </a:stretch>
        </p:blipFill>
        <p:spPr>
          <a:xfrm>
            <a:off x="10351008" y="6373368"/>
            <a:ext cx="1273813" cy="155448"/>
          </a:xfrm>
          <a:prstGeom prst="rect">
            <a:avLst/>
          </a:prstGeom>
        </p:spPr>
      </p:pic>
    </p:spTree>
    <p:extLst>
      <p:ext uri="{BB962C8B-B14F-4D97-AF65-F5344CB8AC3E}">
        <p14:creationId xmlns:p14="http://schemas.microsoft.com/office/powerpoint/2010/main" val="1695679966"/>
      </p:ext>
    </p:extLst>
  </p:cSld>
  <p:clrMap bg1="lt1" tx1="dk1" bg2="lt2" tx2="dk2" accent1="accent1" accent2="accent2" accent3="accent3" accent4="accent4" accent5="accent5" accent6="accent6" hlink="hlink" folHlink="folHlink"/>
  <p:sldLayoutIdLst>
    <p:sldLayoutId id="2147483869" r:id="rId1"/>
    <p:sldLayoutId id="2147483882" r:id="rId2"/>
    <p:sldLayoutId id="2147483883" r:id="rId3"/>
    <p:sldLayoutId id="2147483884" r:id="rId4"/>
    <p:sldLayoutId id="2147483887" r:id="rId5"/>
    <p:sldLayoutId id="2147483886" r:id="rId6"/>
    <p:sldLayoutId id="2147483923" r:id="rId7"/>
    <p:sldLayoutId id="2147483870" r:id="rId8"/>
    <p:sldLayoutId id="2147483888" r:id="rId9"/>
    <p:sldLayoutId id="2147483889" r:id="rId10"/>
    <p:sldLayoutId id="2147483891" r:id="rId11"/>
    <p:sldLayoutId id="2147483926" r:id="rId12"/>
    <p:sldLayoutId id="2147483892" r:id="rId13"/>
    <p:sldLayoutId id="2147483930" r:id="rId14"/>
    <p:sldLayoutId id="2147483871" r:id="rId15"/>
    <p:sldLayoutId id="2147483893" r:id="rId16"/>
    <p:sldLayoutId id="2147483894" r:id="rId17"/>
    <p:sldLayoutId id="2147483896" r:id="rId18"/>
    <p:sldLayoutId id="2147483898" r:id="rId19"/>
    <p:sldLayoutId id="2147483900" r:id="rId20"/>
    <p:sldLayoutId id="2147483901" r:id="rId21"/>
    <p:sldLayoutId id="2147483902" r:id="rId22"/>
    <p:sldLayoutId id="2147483904" r:id="rId23"/>
    <p:sldLayoutId id="2147483932" r:id="rId24"/>
    <p:sldLayoutId id="2147483905" r:id="rId25"/>
    <p:sldLayoutId id="2147483907" r:id="rId26"/>
    <p:sldLayoutId id="2147483909" r:id="rId27"/>
    <p:sldLayoutId id="2147483906" r:id="rId28"/>
    <p:sldLayoutId id="2147483908" r:id="rId29"/>
    <p:sldLayoutId id="2147483927" r:id="rId30"/>
    <p:sldLayoutId id="2147483928" r:id="rId31"/>
    <p:sldLayoutId id="2147483910" r:id="rId32"/>
    <p:sldLayoutId id="2147483933" r:id="rId33"/>
    <p:sldLayoutId id="2147483934" r:id="rId34"/>
    <p:sldLayoutId id="2147483935" r:id="rId35"/>
    <p:sldLayoutId id="2147483936" r:id="rId36"/>
    <p:sldLayoutId id="2147483911" r:id="rId37"/>
    <p:sldLayoutId id="2147483912" r:id="rId38"/>
    <p:sldLayoutId id="2147483913" r:id="rId39"/>
    <p:sldLayoutId id="2147483878" r:id="rId40"/>
    <p:sldLayoutId id="2147483879" r:id="rId41"/>
    <p:sldLayoutId id="2147483925" r:id="rId42"/>
    <p:sldLayoutId id="2147483920" r:id="rId43"/>
    <p:sldLayoutId id="2147483922" r:id="rId44"/>
    <p:sldLayoutId id="2147483914" r:id="rId45"/>
    <p:sldLayoutId id="2147483915" r:id="rId46"/>
  </p:sldLayoutIdLst>
  <p:hf hdr="0" dt="0"/>
  <p:txStyles>
    <p:titleStyle>
      <a:lvl1pPr algn="l" defTabSz="457200" rtl="0" eaLnBrk="1" latinLnBrk="0" hangingPunct="1">
        <a:lnSpc>
          <a:spcPct val="90000"/>
        </a:lnSpc>
        <a:spcBef>
          <a:spcPct val="0"/>
        </a:spcBef>
        <a:buNone/>
        <a:defRPr sz="2600" b="1" kern="1200">
          <a:solidFill>
            <a:schemeClr val="tx2"/>
          </a:solidFill>
          <a:latin typeface="+mj-lt"/>
          <a:ea typeface="+mj-ea"/>
          <a:cs typeface="+mj-cs"/>
        </a:defRPr>
      </a:lvl1pPr>
    </p:titleStyle>
    <p:bodyStyle>
      <a:lvl1pPr marL="0" indent="0" algn="l" defTabSz="457200" rtl="0" eaLnBrk="1" fontAlgn="ctr" latinLnBrk="0" hangingPunct="1">
        <a:lnSpc>
          <a:spcPct val="100000"/>
        </a:lnSpc>
        <a:spcBef>
          <a:spcPts val="1800"/>
        </a:spcBef>
        <a:buClrTx/>
        <a:buFont typeface="Arial"/>
        <a:buNone/>
        <a:defRPr sz="1300" b="0" kern="1200">
          <a:solidFill>
            <a:schemeClr val="tx2"/>
          </a:solidFill>
          <a:latin typeface="+mn-lt"/>
          <a:ea typeface="+mn-ea"/>
          <a:cs typeface="+mn-cs"/>
        </a:defRPr>
      </a:lvl1pPr>
      <a:lvl2pPr marL="171450" indent="-171450" algn="l" defTabSz="457200" rtl="0" eaLnBrk="1" fontAlgn="ctr" latinLnBrk="0" hangingPunct="1">
        <a:lnSpc>
          <a:spcPct val="100000"/>
        </a:lnSpc>
        <a:spcBef>
          <a:spcPts val="1200"/>
        </a:spcBef>
        <a:buClrTx/>
        <a:buFont typeface="Arial"/>
        <a:buChar char="•"/>
        <a:defRPr sz="1300" kern="1200">
          <a:solidFill>
            <a:schemeClr val="tx2"/>
          </a:solidFill>
          <a:latin typeface="+mn-lt"/>
          <a:ea typeface="+mn-ea"/>
          <a:cs typeface="+mn-cs"/>
        </a:defRPr>
      </a:lvl2pPr>
      <a:lvl3pPr marL="342900" indent="-171450" algn="l" defTabSz="457200" rtl="0" eaLnBrk="1" fontAlgn="ctr" latinLnBrk="0" hangingPunct="1">
        <a:lnSpc>
          <a:spcPct val="100000"/>
        </a:lnSpc>
        <a:spcBef>
          <a:spcPts val="600"/>
        </a:spcBef>
        <a:buClrTx/>
        <a:buFont typeface="CVS Health Sans"/>
        <a:buChar char="–"/>
        <a:defRPr sz="1300" kern="1200" baseline="0">
          <a:solidFill>
            <a:schemeClr val="tx2"/>
          </a:solidFill>
          <a:latin typeface="+mn-lt"/>
          <a:ea typeface="+mn-ea"/>
          <a:cs typeface="+mn-cs"/>
        </a:defRPr>
      </a:lvl3pPr>
      <a:lvl4pPr marL="514350" indent="-171450" algn="l" defTabSz="457200" rtl="0" eaLnBrk="1" fontAlgn="ctr" latinLnBrk="0" hangingPunct="1">
        <a:lnSpc>
          <a:spcPct val="100000"/>
        </a:lnSpc>
        <a:spcBef>
          <a:spcPts val="600"/>
        </a:spcBef>
        <a:buClrTx/>
        <a:buFont typeface="Arial"/>
        <a:buChar char="•"/>
        <a:defRPr sz="1300" kern="1200">
          <a:solidFill>
            <a:schemeClr val="tx2"/>
          </a:solidFill>
          <a:latin typeface="+mn-lt"/>
          <a:ea typeface="+mn-ea"/>
          <a:cs typeface="+mn-cs"/>
        </a:defRPr>
      </a:lvl4pPr>
      <a:lvl5pPr marL="685800" indent="-171450" algn="l" defTabSz="457200" rtl="0" eaLnBrk="1" fontAlgn="ctr" latinLnBrk="0" hangingPunct="1">
        <a:lnSpc>
          <a:spcPct val="100000"/>
        </a:lnSpc>
        <a:spcBef>
          <a:spcPts val="600"/>
        </a:spcBef>
        <a:buClrTx/>
        <a:buFont typeface="Arial" panose="020B0604020202020204" pitchFamily="34" charset="0"/>
        <a:buChar char="–"/>
        <a:defRPr sz="1300" kern="1200" baseline="0">
          <a:solidFill>
            <a:schemeClr val="tx2"/>
          </a:solidFill>
          <a:latin typeface="+mn-lt"/>
          <a:ea typeface="+mn-ea"/>
          <a:cs typeface="+mn-cs"/>
        </a:defRPr>
      </a:lvl5pPr>
      <a:lvl6pPr marL="857250" indent="-171450" algn="l" defTabSz="457200" rtl="0" eaLnBrk="1" fontAlgn="ctr" latinLnBrk="0" hangingPunct="1">
        <a:lnSpc>
          <a:spcPct val="100000"/>
        </a:lnSpc>
        <a:spcBef>
          <a:spcPts val="600"/>
        </a:spcBef>
        <a:buClrTx/>
        <a:buFont typeface="Arial" panose="020B0604020202020204" pitchFamily="34" charset="0"/>
        <a:buChar char="•"/>
        <a:defRPr sz="1300" kern="1200">
          <a:solidFill>
            <a:schemeClr val="tx2"/>
          </a:solidFill>
          <a:latin typeface="+mn-lt"/>
          <a:ea typeface="+mn-ea"/>
          <a:cs typeface="+mn-cs"/>
        </a:defRPr>
      </a:lvl6pPr>
      <a:lvl7pPr marL="1028700" indent="-165100" algn="l" defTabSz="457200" rtl="0" eaLnBrk="1" fontAlgn="ctr" latinLnBrk="0" hangingPunct="1">
        <a:lnSpc>
          <a:spcPct val="100000"/>
        </a:lnSpc>
        <a:spcBef>
          <a:spcPts val="600"/>
        </a:spcBef>
        <a:buClrTx/>
        <a:buFont typeface="Arial" panose="020B0604020202020204" pitchFamily="34" charset="0"/>
        <a:buChar char="–"/>
        <a:defRPr sz="1300" kern="1200">
          <a:solidFill>
            <a:schemeClr val="tx2"/>
          </a:solidFill>
          <a:latin typeface="+mn-lt"/>
          <a:ea typeface="+mn-ea"/>
          <a:cs typeface="+mn-cs"/>
        </a:defRPr>
      </a:lvl7pPr>
      <a:lvl8pPr marL="1206500" indent="-177800" algn="l" defTabSz="457200" rtl="0" eaLnBrk="1" fontAlgn="ctr" latinLnBrk="0" hangingPunct="1">
        <a:lnSpc>
          <a:spcPct val="100000"/>
        </a:lnSpc>
        <a:spcBef>
          <a:spcPts val="600"/>
        </a:spcBef>
        <a:buClrTx/>
        <a:buFont typeface="Arial"/>
        <a:buChar char="•"/>
        <a:defRPr sz="1300" kern="1200">
          <a:solidFill>
            <a:schemeClr val="tx2"/>
          </a:solidFill>
          <a:latin typeface="+mn-lt"/>
          <a:ea typeface="+mn-ea"/>
          <a:cs typeface="+mn-cs"/>
        </a:defRPr>
      </a:lvl8pPr>
      <a:lvl9pPr marL="1371600" indent="-165100" algn="l" defTabSz="457200" rtl="0" eaLnBrk="1" fontAlgn="ctr" latinLnBrk="0" hangingPunct="1">
        <a:lnSpc>
          <a:spcPct val="100000"/>
        </a:lnSpc>
        <a:spcBef>
          <a:spcPts val="600"/>
        </a:spcBef>
        <a:buClrTx/>
        <a:buFont typeface="Arial" panose="020B0604020202020204" pitchFamily="34" charset="0"/>
        <a:buChar char="–"/>
        <a:defRPr sz="1300" kern="1200">
          <a:solidFill>
            <a:schemeClr val="tx2"/>
          </a:solidFill>
          <a:latin typeface="+mn-lt"/>
          <a:ea typeface="+mn-ea"/>
          <a:cs typeface="+mn-cs"/>
        </a:defRPr>
      </a:lvl9pPr>
    </p:bodyStyle>
    <p:otherStyle>
      <a:defPPr>
        <a:defRPr lang="en-US"/>
      </a:defPPr>
      <a:lvl1pPr marL="0" algn="l" defTabSz="457200" rtl="0" eaLnBrk="1" fontAlgn="ctr" latinLnBrk="0" hangingPunct="1">
        <a:defRPr sz="1500" kern="1500">
          <a:solidFill>
            <a:schemeClr val="tx1"/>
          </a:solidFill>
          <a:latin typeface="+mn-lt"/>
          <a:ea typeface="+mn-ea"/>
          <a:cs typeface="+mn-cs"/>
        </a:defRPr>
      </a:lvl1pPr>
      <a:lvl2pPr marL="0" algn="r" defTabSz="457200" rtl="0" eaLnBrk="1" fontAlgn="ctr" latinLnBrk="0" hangingPunct="1">
        <a:defRPr sz="1500" kern="1500">
          <a:solidFill>
            <a:schemeClr val="tx1"/>
          </a:solidFill>
          <a:latin typeface="+mn-lt"/>
          <a:ea typeface="+mn-ea"/>
          <a:cs typeface="+mn-cs"/>
        </a:defRPr>
      </a:lvl2pPr>
      <a:lvl3pPr marL="0" algn="ctr" defTabSz="457200" rtl="0" eaLnBrk="1" fontAlgn="ctr" latinLnBrk="0" hangingPunct="1">
        <a:defRPr sz="1500" kern="1500">
          <a:solidFill>
            <a:schemeClr val="tx1"/>
          </a:solidFill>
          <a:latin typeface="+mn-lt"/>
          <a:ea typeface="+mn-ea"/>
          <a:cs typeface="+mn-cs"/>
        </a:defRPr>
      </a:lvl3pPr>
      <a:lvl4pPr marL="0" algn="l" defTabSz="457200" rtl="0" eaLnBrk="1" fontAlgn="ctr" latinLnBrk="0" hangingPunct="1">
        <a:defRPr sz="1500" kern="1500">
          <a:solidFill>
            <a:schemeClr val="tx1"/>
          </a:solidFill>
          <a:latin typeface="+mn-lt"/>
          <a:ea typeface="+mn-ea"/>
          <a:cs typeface="+mn-cs"/>
        </a:defRPr>
      </a:lvl4pPr>
      <a:lvl5pPr marL="0" algn="r" defTabSz="457200" rtl="0" eaLnBrk="1" fontAlgn="ctr" latinLnBrk="0" hangingPunct="1">
        <a:defRPr sz="1500" kern="1500">
          <a:solidFill>
            <a:schemeClr val="tx1"/>
          </a:solidFill>
          <a:latin typeface="+mn-lt"/>
          <a:ea typeface="+mn-ea"/>
          <a:cs typeface="+mn-cs"/>
        </a:defRPr>
      </a:lvl5pPr>
      <a:lvl6pPr marL="0" algn="ctr" defTabSz="457200" rtl="0" eaLnBrk="1" fontAlgn="ctr" latinLnBrk="0" hangingPunct="1">
        <a:defRPr sz="1500" kern="1500">
          <a:solidFill>
            <a:schemeClr val="tx1"/>
          </a:solidFill>
          <a:latin typeface="+mn-lt"/>
          <a:ea typeface="+mn-ea"/>
          <a:cs typeface="+mn-cs"/>
        </a:defRPr>
      </a:lvl6pPr>
      <a:lvl7pPr marL="0" algn="l" defTabSz="457200" rtl="0" eaLnBrk="1" fontAlgn="ctr" latinLnBrk="0" hangingPunct="1">
        <a:defRPr sz="1500" kern="1500">
          <a:solidFill>
            <a:schemeClr val="tx1"/>
          </a:solidFill>
          <a:latin typeface="+mn-lt"/>
          <a:ea typeface="+mn-ea"/>
          <a:cs typeface="+mn-cs"/>
        </a:defRPr>
      </a:lvl7pPr>
      <a:lvl8pPr marL="0" algn="r" defTabSz="457200" rtl="0" eaLnBrk="1" fontAlgn="ctr" latinLnBrk="0" hangingPunct="1">
        <a:defRPr sz="1500" kern="1500">
          <a:solidFill>
            <a:schemeClr val="tx1"/>
          </a:solidFill>
          <a:latin typeface="+mn-lt"/>
          <a:ea typeface="+mn-ea"/>
          <a:cs typeface="+mn-cs"/>
        </a:defRPr>
      </a:lvl8pPr>
      <a:lvl9pPr marL="0" algn="ctr" defTabSz="457200" rtl="0" eaLnBrk="1" fontAlgn="ctr" latinLnBrk="0" hangingPunct="1">
        <a:defRPr sz="1500" kern="15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104" userDrawn="1">
          <p15:clr>
            <a:srgbClr val="F26B43"/>
          </p15:clr>
        </p15:guide>
        <p15:guide id="2" pos="362" userDrawn="1">
          <p15:clr>
            <a:srgbClr val="F26B43"/>
          </p15:clr>
        </p15:guide>
        <p15:guide id="3" pos="7319" userDrawn="1">
          <p15:clr>
            <a:srgbClr val="F26B43"/>
          </p15:clr>
        </p15:guide>
        <p15:guide id="4" orient="horz" pos="360" userDrawn="1">
          <p15:clr>
            <a:srgbClr val="F26B43"/>
          </p15:clr>
        </p15:guide>
        <p15:guide id="5" orient="horz" pos="3622" userDrawn="1">
          <p15:clr>
            <a:srgbClr val="F26B43"/>
          </p15:clr>
        </p15:guide>
        <p15:guide id="6" orient="horz" pos="411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hyperlink" Target="https://aetnao365.sharepoint.com/:w:/r/sites/NetworkPlatformSolutions-Delivery/Shared%20Documents/VBC/3.%20Project%20Management%20Library/0.%20Network%20%26%20Provider/0.%20Delegation%20Source%20of%20Truth/2.%20Requirements%20Documents/D360%20Product%20Documents%20(May%202026+)/MVP%20Requirements%20Workshop%20MASTER%20MEETING%20MINUTES%20x%202026.docx?d=wfeca6f48cf3441dfa7b66516d20154e0&amp;csf=1&amp;web=1&amp;e=6KjGSG" TargetMode="External"/><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hyperlink" Target="https://www.figma.com/design/kP1H0yYGEHmeeE3SrxeTiy/Aetna-N-P-Provider360-design-handoff?node-id=7-25&amp;p=f&amp;t=MdUjrCXFs0Fq0xUq-0" TargetMode="Externa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sv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9.sv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hyperlink" Target="https://aetnao365.sharepoint.com/:x:/r/sites/NetworkPlatformSolutions-Delivery/Shared%20Documents/VBC/3.%20Project%20Management%20Library/0.%20Network%20%26%20Provider/0.%20Delegation%20Source%20of%20Truth/2.%20Requirements%20Documents/Source%20of%20Truth%20Required%20Fields%20DRAFT.xlsx?d=w6e8da31fd3eb406e93b3fe766bba0678&amp;csf=1&amp;web=1&amp;e=QkWFeg" TargetMode="External"/><Relationship Id="rId2" Type="http://schemas.openxmlformats.org/officeDocument/2006/relationships/hyperlink" Target="https://aetnao365.sharepoint.com/:x:/r/sites/NetworkPlatformSolutions-Delivery/Shared%20Documents/VBC/3.%20Project%20Management%20Library/0.%20Network%20%26%20Provider/0.%20Delegation%20Source%20of%20Truth/2.%20Requirements%20Documents/Source%20of%20Truth_attributes%20and%20systems_MVP_022626.xlsx?d=w5118eb20c9b147f98be9c34063d4e8a0&amp;csf=1&amp;web=1&amp;e=Z4JvpD" TargetMode="External"/><Relationship Id="rId1" Type="http://schemas.openxmlformats.org/officeDocument/2006/relationships/slideLayout" Target="../slideLayouts/slideLayout8.xml"/><Relationship Id="rId4" Type="http://schemas.openxmlformats.org/officeDocument/2006/relationships/image" Target="../media/image8.svg"/></Relationships>
</file>

<file path=ppt/slides/_rels/slide7.xml.rels><?xml version="1.0" encoding="UTF-8" standalone="yes"?>
<Relationships xmlns="http://schemas.openxmlformats.org/package/2006/relationships"><Relationship Id="rId3" Type="http://schemas.openxmlformats.org/officeDocument/2006/relationships/hyperlink" Target="mailto:%3cmssmith@aetna.com" TargetMode="External"/><Relationship Id="rId2" Type="http://schemas.openxmlformats.org/officeDocument/2006/relationships/hyperlink" Target="https://aetna.quickbase.com/db/bn8f8ty7e?a=q&amp;qid=66" TargetMode="External"/><Relationship Id="rId1" Type="http://schemas.openxmlformats.org/officeDocument/2006/relationships/slideLayout" Target="../slideLayouts/slideLayout8.xml"/><Relationship Id="rId4" Type="http://schemas.openxmlformats.org/officeDocument/2006/relationships/image" Target="../media/image8.sv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3" Type="http://schemas.openxmlformats.org/officeDocument/2006/relationships/hyperlink" Target="https://aetnao365.sharepoint.com/:x:/r/sites/NetworkPlatformSolutions-Delivery/Shared%20Documents/VBC/3.%20Project%20Management%20Library/0.%20Network%20%26%20Provider/0.%20Delegation%20Source%20of%20Truth/2.%20Requirements%20Documents/Source%20of%20Truth%20Required%20Fields%20DRAFT.xlsx?d=w6e8da31fd3eb406e93b3fe766bba0678&amp;csf=1&amp;web=1&amp;e=QkWFeg" TargetMode="External"/><Relationship Id="rId2" Type="http://schemas.openxmlformats.org/officeDocument/2006/relationships/hyperlink" Target="https://aetnao365.sharepoint.com/:x:/r/sites/NetworkPlatformSolutions-Delivery/Shared%20Documents/VBC/3.%20Project%20Management%20Library/0.%20Network%20%26%20Provider/0.%20Delegation%20Source%20of%20Truth/2.%20Requirements%20Documents/Source%20of%20Truth_attributes%20and%20systems_MVP_022626.xlsx?d=w5118eb20c9b147f98be9c34063d4e8a0&amp;csf=1&amp;web=1&amp;e=Z4JvpD" TargetMode="Externa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hyperlink" Target="https://aetnao365.sharepoint.com/:x:/r/sites/NetworkPlatformSolutions-Delivery/Shared%20Documents/VBC/3.%20Project%20Management%20Library/0.%20Network%20%26%20Provider/0.%20Delegation%20Source%20of%20Truth/2.%20Requirements%20Documents/Source%20of%20Truth_attributes%20and%20systems_MVP_022626.xlsx?d=w5118eb20c9b147f98be9c34063d4e8a0&amp;csf=1&amp;web=1&amp;e=Z4JvpD" TargetMode="External"/><Relationship Id="rId2" Type="http://schemas.openxmlformats.org/officeDocument/2006/relationships/image" Target="../media/image10.png"/><Relationship Id="rId1" Type="http://schemas.openxmlformats.org/officeDocument/2006/relationships/slideLayout" Target="../slideLayouts/slideLayout8.xml"/><Relationship Id="rId5" Type="http://schemas.openxmlformats.org/officeDocument/2006/relationships/image" Target="../media/image11.png"/><Relationship Id="rId4" Type="http://schemas.openxmlformats.org/officeDocument/2006/relationships/hyperlink" Target="https://aetnao365.sharepoint.com/:x:/r/sites/NetworkPlatformSolutions-Delivery/Shared%20Documents/VBC/3.%20Project%20Management%20Library/0.%20Network%20%26%20Provider/0.%20Delegation%20Source%20of%20Truth/2.%20Requirements%20Documents/Source%20of%20Truth%20Required%20Fields%20DRAFT.xlsx?d=w6e8da31fd3eb406e93b3fe766bba0678&amp;csf=1&amp;web=1&amp;e=QkWFeg" TargetMode="Externa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Layout" Target="../slideLayouts/slideLayout8.xml"/><Relationship Id="rId4" Type="http://schemas.openxmlformats.org/officeDocument/2006/relationships/image" Target="../media/image20.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8.xml.rels><?xml version="1.0" encoding="UTF-8" standalone="yes"?>
<Relationships xmlns="http://schemas.openxmlformats.org/package/2006/relationships"><Relationship Id="rId2" Type="http://schemas.openxmlformats.org/officeDocument/2006/relationships/hyperlink" Target="https://cvshealthbrandcenter.com/b/www/c/en-US/Pages/Index/98" TargetMode="External"/><Relationship Id="rId1" Type="http://schemas.openxmlformats.org/officeDocument/2006/relationships/slideLayout" Target="../slideLayouts/slideLayout20.xml"/></Relationships>
</file>

<file path=ppt/slides/_rels/slide29.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1.jpeg"/><Relationship Id="rId1" Type="http://schemas.openxmlformats.org/officeDocument/2006/relationships/slideLayout" Target="../slideLayouts/slideLayout26.xml"/><Relationship Id="rId4" Type="http://schemas.openxmlformats.org/officeDocument/2006/relationships/hyperlink" Target="mailto:CVSDAMSupport@CVSHealth.com?subject=CVS%20Health%20Assets" TargetMode="External"/></Relationships>
</file>

<file path=ppt/slides/_rels/slide30.xml.rels><?xml version="1.0" encoding="UTF-8" standalone="yes"?>
<Relationships xmlns="http://schemas.openxmlformats.org/package/2006/relationships"><Relationship Id="rId3" Type="http://schemas.openxmlformats.org/officeDocument/2006/relationships/hyperlink" Target="mailto:CVSDAMSupport@CVSHealth.com?subject=CVS%20Health%20Assets" TargetMode="External"/><Relationship Id="rId2" Type="http://schemas.openxmlformats.org/officeDocument/2006/relationships/image" Target="../media/image22.jpeg"/><Relationship Id="rId1" Type="http://schemas.openxmlformats.org/officeDocument/2006/relationships/slideLayout" Target="../slideLayouts/slideLayout27.xml"/></Relationships>
</file>

<file path=ppt/slides/_rels/slide31.xml.rels><?xml version="1.0" encoding="UTF-8" standalone="yes"?>
<Relationships xmlns="http://schemas.openxmlformats.org/package/2006/relationships"><Relationship Id="rId2" Type="http://schemas.openxmlformats.org/officeDocument/2006/relationships/hyperlink" Target="https://cvshealthbrandcenter.com/b/www/c/en-US/Pages/Index/98" TargetMode="External"/><Relationship Id="rId1" Type="http://schemas.openxmlformats.org/officeDocument/2006/relationships/slideLayout" Target="../slideLayouts/slideLayout24.xml"/></Relationships>
</file>

<file path=ppt/slides/_rels/slide32.xml.rels><?xml version="1.0" encoding="UTF-8" standalone="yes"?>
<Relationships xmlns="http://schemas.openxmlformats.org/package/2006/relationships"><Relationship Id="rId2" Type="http://schemas.openxmlformats.org/officeDocument/2006/relationships/hyperlink" Target="https://cvshealthbrandcenter.com/b/www/c/en-US/Pages/Index/98" TargetMode="External"/><Relationship Id="rId1" Type="http://schemas.openxmlformats.org/officeDocument/2006/relationships/slideLayout" Target="../slideLayouts/slideLayout25.xml"/></Relationships>
</file>

<file path=ppt/slides/_rels/slide33.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image" Target="../media/image23.emf"/><Relationship Id="rId1" Type="http://schemas.openxmlformats.org/officeDocument/2006/relationships/slideLayout" Target="../slideLayouts/slideLayout40.xml"/><Relationship Id="rId6" Type="http://schemas.openxmlformats.org/officeDocument/2006/relationships/hyperlink" Target="https://cvshealthbrandcenter.com/b/www/c/en-US/Pages/Index/98" TargetMode="External"/><Relationship Id="rId5" Type="http://schemas.openxmlformats.org/officeDocument/2006/relationships/image" Target="../media/image26.emf"/><Relationship Id="rId4" Type="http://schemas.openxmlformats.org/officeDocument/2006/relationships/image" Target="../media/image25.emf"/></Relationships>
</file>

<file path=ppt/slides/_rels/slide34.xml.rels><?xml version="1.0" encoding="UTF-8" standalone="yes"?>
<Relationships xmlns="http://schemas.openxmlformats.org/package/2006/relationships"><Relationship Id="rId2" Type="http://schemas.openxmlformats.org/officeDocument/2006/relationships/hyperlink" Target="https://cvshealthbrandcenter.com/b/www/c/en-US/Pages/Index/98" TargetMode="External"/><Relationship Id="rId1" Type="http://schemas.openxmlformats.org/officeDocument/2006/relationships/slideLayout" Target="../slideLayouts/slideLayout2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hyperlink" Target="mailto:BrandCenter@cvshealth.com" TargetMode="External"/><Relationship Id="rId1" Type="http://schemas.openxmlformats.org/officeDocument/2006/relationships/slideLayout" Target="../slideLayouts/slideLayout40.xml"/><Relationship Id="rId4" Type="http://schemas.openxmlformats.org/officeDocument/2006/relationships/hyperlink" Target="https://cvshealthbrandcenter.com/b/www/c/en-US/Pages/Index/98" TargetMode="External"/></Relationships>
</file>

<file path=ppt/slides/_rels/slide4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40.xml"/><Relationship Id="rId4" Type="http://schemas.openxmlformats.org/officeDocument/2006/relationships/image" Target="../media/image29.png"/></Relationships>
</file>

<file path=ppt/slides/_rels/slide42.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3.xml"/><Relationship Id="rId1" Type="http://schemas.openxmlformats.org/officeDocument/2006/relationships/slideLayout" Target="../slideLayouts/slideLayout21.xml"/><Relationship Id="rId4" Type="http://schemas.openxmlformats.org/officeDocument/2006/relationships/hyperlink" Target="https://cvshealthbrandcenter.com/b/www/c/en-US/Pages/Index/98" TargetMode="External"/></Relationships>
</file>

<file path=ppt/slides/_rels/slide43.xml.rels><?xml version="1.0" encoding="UTF-8" standalone="yes"?>
<Relationships xmlns="http://schemas.openxmlformats.org/package/2006/relationships"><Relationship Id="rId3" Type="http://schemas.openxmlformats.org/officeDocument/2006/relationships/hyperlink" Target="https://cvshealthbrandcenter.com/b/www/c/en-US/Pages/Index/98" TargetMode="External"/><Relationship Id="rId2" Type="http://schemas.openxmlformats.org/officeDocument/2006/relationships/chart" Target="../charts/chart3.xml"/><Relationship Id="rId1" Type="http://schemas.openxmlformats.org/officeDocument/2006/relationships/slideLayout" Target="../slideLayouts/slideLayout22.xml"/></Relationships>
</file>

<file path=ppt/slides/_rels/slide44.xml.rels><?xml version="1.0" encoding="UTF-8" standalone="yes"?>
<Relationships xmlns="http://schemas.openxmlformats.org/package/2006/relationships"><Relationship Id="rId3" Type="http://schemas.openxmlformats.org/officeDocument/2006/relationships/hyperlink" Target="https://cvshealthbrandcenter.com/b/www/c/en-US/Pages/Index/98" TargetMode="External"/><Relationship Id="rId2" Type="http://schemas.openxmlformats.org/officeDocument/2006/relationships/chart" Target="../charts/chart4.xml"/><Relationship Id="rId1" Type="http://schemas.openxmlformats.org/officeDocument/2006/relationships/slideLayout" Target="../slideLayouts/slideLayout22.xml"/></Relationships>
</file>

<file path=ppt/slides/_rels/slide45.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chart" Target="../charts/chart5.xml"/><Relationship Id="rId1" Type="http://schemas.openxmlformats.org/officeDocument/2006/relationships/slideLayout" Target="../slideLayouts/slideLayout18.xml"/><Relationship Id="rId5" Type="http://schemas.openxmlformats.org/officeDocument/2006/relationships/hyperlink" Target="https://cvshealthbrandcenter.com/b/www/c/en-US/Pages/Index/98" TargetMode="External"/><Relationship Id="rId4" Type="http://schemas.openxmlformats.org/officeDocument/2006/relationships/chart" Target="../charts/chart7.xml"/></Relationships>
</file>

<file path=ppt/slides/_rels/slide46.xml.rels><?xml version="1.0" encoding="UTF-8" standalone="yes"?>
<Relationships xmlns="http://schemas.openxmlformats.org/package/2006/relationships"><Relationship Id="rId2" Type="http://schemas.openxmlformats.org/officeDocument/2006/relationships/hyperlink" Target="https://cvshealthbrandcenter.com/b/www/c/en-US/Pages/Index/98" TargetMode="External"/><Relationship Id="rId1" Type="http://schemas.openxmlformats.org/officeDocument/2006/relationships/slideLayout" Target="../slideLayouts/slideLayout40.xml"/></Relationships>
</file>

<file path=ppt/slides/_rels/slide47.xml.rels><?xml version="1.0" encoding="UTF-8" standalone="yes"?>
<Relationships xmlns="http://schemas.openxmlformats.org/package/2006/relationships"><Relationship Id="rId2" Type="http://schemas.openxmlformats.org/officeDocument/2006/relationships/hyperlink" Target="https://cvshealthbrandcenter.com/b/www/c/en-US/Pages/Index/98" TargetMode="External"/><Relationship Id="rId1" Type="http://schemas.openxmlformats.org/officeDocument/2006/relationships/slideLayout" Target="../slideLayouts/slideLayout40.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52.xml.rels><?xml version="1.0" encoding="UTF-8" standalone="yes"?>
<Relationships xmlns="http://schemas.openxmlformats.org/package/2006/relationships"><Relationship Id="rId2" Type="http://schemas.openxmlformats.org/officeDocument/2006/relationships/hyperlink" Target="https://cvshealthbrandcenter.com/b/www/c/en-US/Pages/Index/98" TargetMode="External"/><Relationship Id="rId1" Type="http://schemas.openxmlformats.org/officeDocument/2006/relationships/slideLayout" Target="../slideLayouts/slideLayout40.xml"/></Relationships>
</file>

<file path=ppt/slides/_rels/slide53.xml.rels><?xml version="1.0" encoding="UTF-8" standalone="yes"?>
<Relationships xmlns="http://schemas.openxmlformats.org/package/2006/relationships"><Relationship Id="rId2" Type="http://schemas.openxmlformats.org/officeDocument/2006/relationships/hyperlink" Target="https://cvshealthbrandcenter.com/b/www/c/en-US/Pages/Index/98" TargetMode="External"/><Relationship Id="rId1" Type="http://schemas.openxmlformats.org/officeDocument/2006/relationships/slideLayout" Target="../slideLayouts/slideLayout40.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55.xml.rels><?xml version="1.0" encoding="UTF-8" standalone="yes"?>
<Relationships xmlns="http://schemas.openxmlformats.org/package/2006/relationships"><Relationship Id="rId2" Type="http://schemas.openxmlformats.org/officeDocument/2006/relationships/hyperlink" Target="https://cvshealthbrandcenter.com/b/www/c/en-US/Pages/Index/98" TargetMode="External"/><Relationship Id="rId1" Type="http://schemas.openxmlformats.org/officeDocument/2006/relationships/slideLayout" Target="../slideLayouts/slideLayout40.xml"/></Relationships>
</file>

<file path=ppt/slides/_rels/slide56.xml.rels><?xml version="1.0" encoding="UTF-8" standalone="yes"?>
<Relationships xmlns="http://schemas.openxmlformats.org/package/2006/relationships"><Relationship Id="rId2" Type="http://schemas.openxmlformats.org/officeDocument/2006/relationships/hyperlink" Target="https://cvshealthbrandcenter.com/b/www/c/en-US/Pages/Index/98" TargetMode="External"/><Relationship Id="rId1" Type="http://schemas.openxmlformats.org/officeDocument/2006/relationships/slideLayout" Target="../slideLayouts/slideLayout40.xml"/></Relationships>
</file>

<file path=ppt/slides/_rels/slide57.xml.rels><?xml version="1.0" encoding="UTF-8" standalone="yes"?>
<Relationships xmlns="http://schemas.openxmlformats.org/package/2006/relationships"><Relationship Id="rId2" Type="http://schemas.openxmlformats.org/officeDocument/2006/relationships/hyperlink" Target="https://cvshealthbrandcenter.com/b/www/c/en-US/Pages/Index/98" TargetMode="External"/><Relationship Id="rId1" Type="http://schemas.openxmlformats.org/officeDocument/2006/relationships/slideLayout" Target="../slideLayouts/slideLayout40.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6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30.jpeg"/><Relationship Id="rId1" Type="http://schemas.openxmlformats.org/officeDocument/2006/relationships/slideLayout" Target="../slideLayouts/slideLayout43.xml"/><Relationship Id="rId5" Type="http://schemas.openxmlformats.org/officeDocument/2006/relationships/hyperlink" Target="mailto:CVSDAMSupport@CVSHealth.com?subject=CVS%20Health%20Assets" TargetMode="External"/><Relationship Id="rId4" Type="http://schemas.openxmlformats.org/officeDocument/2006/relationships/hyperlink" Target="https://cvshealthbrandcenter.com/b/www/c/en-US/Pages/Index/98" TargetMode="Externa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a:xfrm>
            <a:off x="557786" y="2130386"/>
            <a:ext cx="4519181" cy="2011680"/>
          </a:xfrm>
        </p:spPr>
        <p:txBody>
          <a:bodyPr/>
          <a:lstStyle/>
          <a:p>
            <a:r>
              <a:rPr lang="en-US">
                <a:solidFill>
                  <a:schemeClr val="accent2"/>
                </a:solidFill>
              </a:rPr>
              <a:t>D</a:t>
            </a:r>
            <a:r>
              <a:rPr lang="en-US"/>
              <a:t>elegation</a:t>
            </a:r>
            <a:r>
              <a:rPr lang="en-US">
                <a:solidFill>
                  <a:schemeClr val="accent2"/>
                </a:solidFill>
              </a:rPr>
              <a:t>360</a:t>
            </a:r>
          </a:p>
        </p:txBody>
      </p:sp>
      <p:sp>
        <p:nvSpPr>
          <p:cNvPr id="4" name="Presenter name"/>
          <p:cNvSpPr>
            <a:spLocks noGrp="1"/>
          </p:cNvSpPr>
          <p:nvPr>
            <p:ph type="body" sz="quarter" idx="16"/>
          </p:nvPr>
        </p:nvSpPr>
        <p:spPr/>
        <p:txBody>
          <a:bodyPr vert="horz" lIns="0" tIns="0" rIns="0" bIns="0" rtlCol="0" anchor="t">
            <a:noAutofit/>
          </a:bodyPr>
          <a:lstStyle/>
          <a:p>
            <a:r>
              <a:rPr lang="en-US"/>
              <a:t>Owner: Allie Sonevytsky</a:t>
            </a:r>
          </a:p>
          <a:p>
            <a:pPr lvl="1"/>
            <a:r>
              <a:rPr lang="en-US"/>
              <a:t>Product Owner</a:t>
            </a:r>
            <a:br>
              <a:rPr lang="en-US"/>
            </a:br>
            <a:endParaRPr lang="en-US"/>
          </a:p>
          <a:p>
            <a:pPr lvl="1"/>
            <a:r>
              <a:rPr lang="en-US"/>
              <a:t>Meeting Minutes: </a:t>
            </a:r>
          </a:p>
          <a:p>
            <a:pPr lvl="2"/>
            <a:r>
              <a:rPr lang="en-US"/>
              <a:t>May 2026</a:t>
            </a:r>
          </a:p>
        </p:txBody>
      </p:sp>
      <p:sp>
        <p:nvSpPr>
          <p:cNvPr id="6" name="TextBox 5">
            <a:extLst>
              <a:ext uri="{FF2B5EF4-FFF2-40B4-BE49-F238E27FC236}">
                <a16:creationId xmlns:a16="http://schemas.microsoft.com/office/drawing/2014/main" id="{85EB86F9-C1B2-43FD-A8AC-0CD6AA891400}"/>
              </a:ext>
            </a:extLst>
          </p:cNvPr>
          <p:cNvSpPr txBox="1"/>
          <p:nvPr/>
        </p:nvSpPr>
        <p:spPr>
          <a:xfrm>
            <a:off x="557784" y="6425581"/>
            <a:ext cx="8046720" cy="123111"/>
          </a:xfrm>
          <a:prstGeom prst="rect">
            <a:avLst/>
          </a:prstGeom>
          <a:noFill/>
        </p:spPr>
        <p:txBody>
          <a:bodyPr wrap="square" lIns="0" tIns="0" rIns="0" bIns="0" rtlCol="0" anchor="b">
            <a:spAutoFit/>
          </a:bodyPr>
          <a:lstStyle/>
          <a:p>
            <a:r>
              <a:rPr lang="en-US" sz="800">
                <a:solidFill>
                  <a:schemeClr val="tx2"/>
                </a:solidFill>
              </a:rPr>
              <a:t>©2026 CVS Health and/or one of its affiliates. Confidential and proprietary.</a:t>
            </a:r>
          </a:p>
        </p:txBody>
      </p:sp>
      <p:pic>
        <p:nvPicPr>
          <p:cNvPr id="8" name="Picture 7" descr="HeartArt_Graphic_Local_Map-2_RGB_Final.">
            <a:extLst>
              <a:ext uri="{FF2B5EF4-FFF2-40B4-BE49-F238E27FC236}">
                <a16:creationId xmlns:a16="http://schemas.microsoft.com/office/drawing/2014/main" id="{7E353B3A-DF59-48C3-8D8B-F54EE4D4B6F0}"/>
              </a:ext>
            </a:extLst>
          </p:cNvPr>
          <p:cNvPicPr>
            <a:picLocks noChangeAspect="1"/>
          </p:cNvPicPr>
          <p:nvPr/>
        </p:nvPicPr>
        <p:blipFill rotWithShape="1">
          <a:blip r:embed="rId2" cstate="print">
            <a:alphaModFix/>
            <a:extLst>
              <a:ext uri="{28A0092B-C50C-407E-A947-70E740481C1C}">
                <a14:useLocalDpi xmlns:a14="http://schemas.microsoft.com/office/drawing/2010/main"/>
              </a:ext>
            </a:extLst>
          </a:blip>
          <a:srcRect/>
          <a:stretch/>
        </p:blipFill>
        <p:spPr>
          <a:xfrm>
            <a:off x="6022972" y="562398"/>
            <a:ext cx="5691627" cy="5036064"/>
          </a:xfrm>
          <a:prstGeom prst="rect">
            <a:avLst/>
          </a:prstGeom>
        </p:spPr>
      </p:pic>
      <p:sp>
        <p:nvSpPr>
          <p:cNvPr id="5" name="Rectangle 2">
            <a:extLst>
              <a:ext uri="{FF2B5EF4-FFF2-40B4-BE49-F238E27FC236}">
                <a16:creationId xmlns:a16="http://schemas.microsoft.com/office/drawing/2014/main" id="{0EE242C7-E5B9-7AA3-5B49-7C53B7CC824A}"/>
              </a:ext>
            </a:extLst>
          </p:cNvPr>
          <p:cNvSpPr>
            <a:spLocks noChangeArrowheads="1"/>
          </p:cNvSpPr>
          <p:nvPr/>
        </p:nvSpPr>
        <p:spPr bwMode="auto">
          <a:xfrm>
            <a:off x="474226" y="5455320"/>
            <a:ext cx="5789459"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0070C0"/>
                </a:solidFill>
                <a:effectLst/>
                <a:latin typeface="Arial" panose="020B0604020202020204" pitchFamily="34" charset="0"/>
                <a:hlinkClick r:id="rId3">
                  <a:extLst>
                    <a:ext uri="{A12FA001-AC4F-418D-AE19-62706E023703}">
                      <ahyp:hlinkClr xmlns:ahyp="http://schemas.microsoft.com/office/drawing/2018/hyperlinkcolor" val="tx"/>
                    </a:ext>
                  </a:extLst>
                </a:hlinkClick>
              </a:rPr>
              <a:t>MVP Requirements Workshop MASTER MEETING MINUTES x 2026.docx</a:t>
            </a:r>
            <a:endParaRPr kumimoji="0" lang="en-US" altLang="en-US" sz="1100" b="0" i="0" u="none" strike="noStrike" cap="none" normalizeH="0" baseline="0">
              <a:ln>
                <a:noFill/>
              </a:ln>
              <a:solidFill>
                <a:srgbClr val="0070C0"/>
              </a:solidFill>
              <a:effectLst/>
              <a:latin typeface="Arial" panose="020B0604020202020204" pitchFamily="34" charset="0"/>
            </a:endParaRPr>
          </a:p>
        </p:txBody>
      </p:sp>
    </p:spTree>
    <p:extLst>
      <p:ext uri="{BB962C8B-B14F-4D97-AF65-F5344CB8AC3E}">
        <p14:creationId xmlns:p14="http://schemas.microsoft.com/office/powerpoint/2010/main" val="37803036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CEA3E4-5F56-F38B-2B68-C1FC78AE24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F057AA-9B91-FA52-0C97-38188585F016}"/>
              </a:ext>
            </a:extLst>
          </p:cNvPr>
          <p:cNvSpPr>
            <a:spLocks noGrp="1"/>
          </p:cNvSpPr>
          <p:nvPr>
            <p:ph type="title"/>
          </p:nvPr>
        </p:nvSpPr>
        <p:spPr>
          <a:xfrm>
            <a:off x="-2162" y="506"/>
            <a:ext cx="12394944" cy="713232"/>
          </a:xfrm>
        </p:spPr>
        <p:txBody>
          <a:bodyPr/>
          <a:lstStyle/>
          <a:p>
            <a:r>
              <a:rPr lang="en-US" sz="3600">
                <a:solidFill>
                  <a:schemeClr val="tx1">
                    <a:lumMod val="50000"/>
                    <a:lumOff val="50000"/>
                  </a:schemeClr>
                </a:solidFill>
              </a:rPr>
              <a:t>D360 Foundational Architecture | </a:t>
            </a:r>
            <a:r>
              <a:rPr lang="en-US" sz="3400" b="0" i="1">
                <a:solidFill>
                  <a:schemeClr val="tx1">
                    <a:lumMod val="50000"/>
                    <a:lumOff val="50000"/>
                  </a:schemeClr>
                </a:solidFill>
              </a:rPr>
              <a:t>Draft Epic Assumptions</a:t>
            </a:r>
          </a:p>
          <a:p>
            <a:endParaRPr lang="en-US" sz="3600"/>
          </a:p>
        </p:txBody>
      </p:sp>
      <p:sp>
        <p:nvSpPr>
          <p:cNvPr id="3" name="Text Placeholder 2">
            <a:extLst>
              <a:ext uri="{FF2B5EF4-FFF2-40B4-BE49-F238E27FC236}">
                <a16:creationId xmlns:a16="http://schemas.microsoft.com/office/drawing/2014/main" id="{A5E5AE17-E655-E3A5-A4BB-5547A3E8C8F9}"/>
              </a:ext>
            </a:extLst>
          </p:cNvPr>
          <p:cNvSpPr>
            <a:spLocks noGrp="1"/>
          </p:cNvSpPr>
          <p:nvPr>
            <p:ph type="body" sz="quarter" idx="15"/>
          </p:nvPr>
        </p:nvSpPr>
        <p:spPr>
          <a:xfrm>
            <a:off x="557784" y="1235891"/>
            <a:ext cx="11255958" cy="4505153"/>
          </a:xfrm>
        </p:spPr>
        <p:txBody>
          <a:bodyPr vert="horz" lIns="0" tIns="0" rIns="0" bIns="0" rtlCol="0" anchor="t">
            <a:noAutofit/>
          </a:bodyPr>
          <a:lstStyle/>
          <a:p>
            <a:pPr marL="457200" indent="-457200">
              <a:buFont typeface="Wingdings" panose="05000000000000000000" pitchFamily="2" charset="2"/>
              <a:buChar char="q"/>
            </a:pPr>
            <a:r>
              <a:rPr lang="en-US" sz="2000"/>
              <a:t>D360 functionality will live inside</a:t>
            </a:r>
            <a:r>
              <a:rPr lang="en-US" sz="2000" b="0" i="1"/>
              <a:t>, thus be accessed via, </a:t>
            </a:r>
            <a:r>
              <a:rPr lang="en-US" sz="2000">
                <a:solidFill>
                  <a:srgbClr val="00B050"/>
                </a:solidFill>
              </a:rPr>
              <a:t>the CVS Appian portal </a:t>
            </a:r>
            <a:endParaRPr lang="en-US" sz="2000" b="0">
              <a:solidFill>
                <a:srgbClr val="00B050"/>
              </a:solidFill>
              <a:hlinkClick r:id="rId2">
                <a:extLst>
                  <a:ext uri="{A12FA001-AC4F-418D-AE19-62706E023703}">
                    <ahyp:hlinkClr xmlns:ahyp="http://schemas.microsoft.com/office/drawing/2018/hyperlinkcolor" val="tx"/>
                  </a:ext>
                </a:extLst>
              </a:hlinkClick>
            </a:endParaRPr>
          </a:p>
          <a:p>
            <a:pPr marL="920750" lvl="3" indent="-285750"/>
            <a:r>
              <a:rPr lang="en-US" sz="1500" b="1" u="sng">
                <a:solidFill>
                  <a:srgbClr val="0070C0"/>
                </a:solidFill>
                <a:hlinkClick r:id="rId2">
                  <a:extLst>
                    <a:ext uri="{A12FA001-AC4F-418D-AE19-62706E023703}">
                      <ahyp:hlinkClr xmlns:ahyp="http://schemas.microsoft.com/office/drawing/2018/hyperlinkcolor" val="tx"/>
                    </a:ext>
                  </a:extLst>
                </a:hlinkClick>
              </a:rPr>
              <a:t>Example: </a:t>
            </a:r>
            <a:r>
              <a:rPr lang="en-US" sz="1500" b="1" u="sng">
                <a:solidFill>
                  <a:srgbClr val="0070C0"/>
                </a:solidFill>
                <a:ea typeface="+mn-lt"/>
                <a:cs typeface="+mn-lt"/>
                <a:hlinkClick r:id="rId2">
                  <a:extLst>
                    <a:ext uri="{A12FA001-AC4F-418D-AE19-62706E023703}">
                      <ahyp:hlinkClr xmlns:ahyp="http://schemas.microsoft.com/office/drawing/2018/hyperlinkcolor" val="tx"/>
                    </a:ext>
                  </a:extLst>
                </a:hlinkClick>
              </a:rPr>
              <a:t>WIREFRAMES</a:t>
            </a:r>
            <a:r>
              <a:rPr lang="en-US" sz="1500" b="1" u="sng">
                <a:solidFill>
                  <a:srgbClr val="0070C0"/>
                </a:solidFill>
                <a:ea typeface="+mn-lt"/>
                <a:cs typeface="+mn-lt"/>
              </a:rPr>
              <a:t> for P360</a:t>
            </a:r>
          </a:p>
          <a:p>
            <a:pPr marL="342900" indent="-342900">
              <a:buFont typeface="Wingdings" panose="05000000000000000000" pitchFamily="2" charset="2"/>
              <a:buChar char="q"/>
            </a:pPr>
            <a:r>
              <a:rPr lang="en-US" sz="2000"/>
              <a:t>Critical systems that will feed data into D360:</a:t>
            </a:r>
          </a:p>
          <a:p>
            <a:pPr marL="806450" lvl="4" indent="-285750"/>
            <a:r>
              <a:rPr lang="en-US" sz="1500" b="1">
                <a:solidFill>
                  <a:srgbClr val="00B050"/>
                </a:solidFill>
              </a:rPr>
              <a:t>Archer</a:t>
            </a:r>
          </a:p>
          <a:p>
            <a:pPr marL="806450" lvl="4" indent="-285750"/>
            <a:r>
              <a:rPr lang="en-US" sz="1500" b="1">
                <a:solidFill>
                  <a:srgbClr val="00B050"/>
                </a:solidFill>
              </a:rPr>
              <a:t>EPDB</a:t>
            </a:r>
          </a:p>
          <a:p>
            <a:pPr marL="806450" lvl="4" indent="-285750"/>
            <a:r>
              <a:rPr lang="en-US" sz="1500" b="1">
                <a:solidFill>
                  <a:srgbClr val="00B050"/>
                </a:solidFill>
              </a:rPr>
              <a:t>SCM</a:t>
            </a:r>
          </a:p>
          <a:p>
            <a:pPr marL="806450" lvl="4" indent="-285750"/>
            <a:r>
              <a:rPr lang="en-US" sz="1500" b="1">
                <a:solidFill>
                  <a:srgbClr val="00B050"/>
                </a:solidFill>
              </a:rPr>
              <a:t>CTR</a:t>
            </a:r>
          </a:p>
          <a:p>
            <a:pPr marL="806450" lvl="4" indent="-285750"/>
            <a:r>
              <a:rPr lang="en-US" sz="1500" b="1">
                <a:solidFill>
                  <a:srgbClr val="00B050"/>
                </a:solidFill>
              </a:rPr>
              <a:t>Procurement</a:t>
            </a:r>
          </a:p>
          <a:p>
            <a:pPr marL="806450" lvl="4" indent="-285750"/>
            <a:r>
              <a:rPr lang="en-US" sz="1500" b="1">
                <a:solidFill>
                  <a:schemeClr val="accent6"/>
                </a:solidFill>
                <a:highlight>
                  <a:srgbClr val="FFFF00"/>
                </a:highlight>
              </a:rPr>
              <a:t>IABOR*</a:t>
            </a:r>
          </a:p>
          <a:p>
            <a:pPr marL="342900" indent="-342900">
              <a:buFont typeface="Wingdings" panose="05000000000000000000" pitchFamily="2" charset="2"/>
              <a:buChar char="q"/>
            </a:pPr>
            <a:r>
              <a:rPr lang="en-US" sz="2000">
                <a:solidFill>
                  <a:srgbClr val="3F3F3F"/>
                </a:solidFill>
              </a:rPr>
              <a:t>Archer </a:t>
            </a:r>
            <a:r>
              <a:rPr lang="en-US" sz="2000"/>
              <a:t>will update D360 with all associated data points </a:t>
            </a:r>
            <a:r>
              <a:rPr lang="en-US" sz="2000">
                <a:solidFill>
                  <a:srgbClr val="00B050"/>
                </a:solidFill>
              </a:rPr>
              <a:t>DAILY</a:t>
            </a:r>
          </a:p>
        </p:txBody>
      </p:sp>
      <p:pic>
        <p:nvPicPr>
          <p:cNvPr id="7" name="Graphic 6" descr="Checkmark with solid fill">
            <a:extLst>
              <a:ext uri="{FF2B5EF4-FFF2-40B4-BE49-F238E27FC236}">
                <a16:creationId xmlns:a16="http://schemas.microsoft.com/office/drawing/2014/main" id="{26067C80-8C24-8A3C-EB4D-0E54D6AFF1A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20371444">
            <a:off x="441426" y="1004436"/>
            <a:ext cx="462910" cy="462910"/>
          </a:xfrm>
          <a:prstGeom prst="rect">
            <a:avLst/>
          </a:prstGeom>
        </p:spPr>
      </p:pic>
      <p:pic>
        <p:nvPicPr>
          <p:cNvPr id="8" name="Graphic 7" descr="Checkmark with solid fill">
            <a:extLst>
              <a:ext uri="{FF2B5EF4-FFF2-40B4-BE49-F238E27FC236}">
                <a16:creationId xmlns:a16="http://schemas.microsoft.com/office/drawing/2014/main" id="{9AAE84C9-C11E-D77E-A7C0-F63C1E2EB50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20371444">
            <a:off x="441428" y="1824387"/>
            <a:ext cx="462910" cy="462910"/>
          </a:xfrm>
          <a:prstGeom prst="rect">
            <a:avLst/>
          </a:prstGeom>
        </p:spPr>
      </p:pic>
      <p:pic>
        <p:nvPicPr>
          <p:cNvPr id="9" name="Graphic 8" descr="Checkmark with solid fill">
            <a:extLst>
              <a:ext uri="{FF2B5EF4-FFF2-40B4-BE49-F238E27FC236}">
                <a16:creationId xmlns:a16="http://schemas.microsoft.com/office/drawing/2014/main" id="{7BA86D2C-AD9E-6AAE-E8D0-3393180B60E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20371444">
            <a:off x="441427" y="4201694"/>
            <a:ext cx="462910" cy="462910"/>
          </a:xfrm>
          <a:prstGeom prst="rect">
            <a:avLst/>
          </a:prstGeom>
        </p:spPr>
      </p:pic>
    </p:spTree>
    <p:extLst>
      <p:ext uri="{BB962C8B-B14F-4D97-AF65-F5344CB8AC3E}">
        <p14:creationId xmlns:p14="http://schemas.microsoft.com/office/powerpoint/2010/main" val="31960388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E88145-1287-A1D9-083D-54BEA1BCFC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DD7EA4-16EB-AB6F-8AFC-20D73A692BED}"/>
              </a:ext>
            </a:extLst>
          </p:cNvPr>
          <p:cNvSpPr>
            <a:spLocks noGrp="1"/>
          </p:cNvSpPr>
          <p:nvPr>
            <p:ph type="title"/>
          </p:nvPr>
        </p:nvSpPr>
        <p:spPr>
          <a:xfrm>
            <a:off x="-2162" y="506"/>
            <a:ext cx="11954987" cy="713232"/>
          </a:xfrm>
        </p:spPr>
        <p:txBody>
          <a:bodyPr/>
          <a:lstStyle/>
          <a:p>
            <a:r>
              <a:rPr lang="en-US" sz="3600">
                <a:solidFill>
                  <a:schemeClr val="tx1">
                    <a:lumMod val="50000"/>
                    <a:lumOff val="50000"/>
                  </a:schemeClr>
                </a:solidFill>
              </a:rPr>
              <a:t>D360 MVP Functionality | </a:t>
            </a:r>
            <a:r>
              <a:rPr lang="en-US" sz="3400" b="0" i="1">
                <a:solidFill>
                  <a:schemeClr val="tx1">
                    <a:lumMod val="50000"/>
                    <a:lumOff val="50000"/>
                  </a:schemeClr>
                </a:solidFill>
              </a:rPr>
              <a:t>Draft </a:t>
            </a:r>
            <a:r>
              <a:rPr lang="en-US" sz="3400" b="0" i="1">
                <a:solidFill>
                  <a:schemeClr val="accent2"/>
                </a:solidFill>
              </a:rPr>
              <a:t>Epic </a:t>
            </a:r>
            <a:r>
              <a:rPr lang="en-US" sz="3400" b="0" i="1">
                <a:solidFill>
                  <a:schemeClr val="tx1">
                    <a:lumMod val="50000"/>
                    <a:lumOff val="50000"/>
                  </a:schemeClr>
                </a:solidFill>
              </a:rPr>
              <a:t>Assumptions</a:t>
            </a:r>
            <a:endParaRPr lang="en-US" sz="3400" b="0">
              <a:solidFill>
                <a:schemeClr val="tx1">
                  <a:lumMod val="50000"/>
                  <a:lumOff val="50000"/>
                </a:schemeClr>
              </a:solidFill>
            </a:endParaRPr>
          </a:p>
          <a:p>
            <a:endParaRPr lang="en-US" sz="3600">
              <a:solidFill>
                <a:schemeClr val="tx1">
                  <a:lumMod val="50000"/>
                  <a:lumOff val="50000"/>
                </a:schemeClr>
              </a:solidFill>
            </a:endParaRPr>
          </a:p>
          <a:p>
            <a:endParaRPr lang="en-US" sz="3600">
              <a:solidFill>
                <a:schemeClr val="tx1">
                  <a:lumMod val="50000"/>
                  <a:lumOff val="50000"/>
                </a:schemeClr>
              </a:solidFill>
            </a:endParaRPr>
          </a:p>
          <a:p>
            <a:endParaRPr lang="en-US" sz="3600"/>
          </a:p>
        </p:txBody>
      </p:sp>
      <p:sp>
        <p:nvSpPr>
          <p:cNvPr id="3" name="Text Placeholder 2">
            <a:extLst>
              <a:ext uri="{FF2B5EF4-FFF2-40B4-BE49-F238E27FC236}">
                <a16:creationId xmlns:a16="http://schemas.microsoft.com/office/drawing/2014/main" id="{E311AD99-5092-A483-55A0-6DF85D0B8F31}"/>
              </a:ext>
            </a:extLst>
          </p:cNvPr>
          <p:cNvSpPr>
            <a:spLocks noGrp="1"/>
          </p:cNvSpPr>
          <p:nvPr>
            <p:ph type="body" sz="quarter" idx="15"/>
          </p:nvPr>
        </p:nvSpPr>
        <p:spPr>
          <a:xfrm>
            <a:off x="557784" y="1235891"/>
            <a:ext cx="11255958" cy="4505153"/>
          </a:xfrm>
        </p:spPr>
        <p:txBody>
          <a:bodyPr vert="horz" lIns="0" tIns="0" rIns="0" bIns="0" rtlCol="0" anchor="t">
            <a:noAutofit/>
          </a:bodyPr>
          <a:lstStyle/>
          <a:p>
            <a:pPr marL="342900" lvl="1" indent="-342900">
              <a:buFont typeface="Wingdings" panose="05000000000000000000" pitchFamily="2" charset="2"/>
              <a:buChar char="q"/>
            </a:pPr>
            <a:r>
              <a:rPr lang="en-US" sz="2000" b="1"/>
              <a:t>There will only be TWO delegation types for D360 MVP:</a:t>
            </a:r>
            <a:r>
              <a:rPr lang="en-US" sz="2000" b="1">
                <a:solidFill>
                  <a:schemeClr val="accent2"/>
                </a:solidFill>
              </a:rPr>
              <a:t> </a:t>
            </a:r>
            <a:r>
              <a:rPr lang="en-US" sz="2400" b="1">
                <a:solidFill>
                  <a:srgbClr val="00B050"/>
                </a:solidFill>
              </a:rPr>
              <a:t>(1) Clinical (2) Claims </a:t>
            </a:r>
            <a:endParaRPr lang="en-US" sz="2400">
              <a:solidFill>
                <a:srgbClr val="00B050"/>
              </a:solidFill>
            </a:endParaRPr>
          </a:p>
          <a:p>
            <a:pPr marL="520700" lvl="2" indent="-342900"/>
            <a:r>
              <a:rPr lang="en-US" sz="2000" i="1"/>
              <a:t>Clinical has UM (Utilization) &amp; PHM (Provider Health)</a:t>
            </a:r>
          </a:p>
          <a:p>
            <a:pPr marL="520700" lvl="2" indent="-342900"/>
            <a:r>
              <a:rPr lang="en-US" sz="2000" i="1"/>
              <a:t>Not Credentialing or Customer Service</a:t>
            </a:r>
          </a:p>
          <a:p>
            <a:pPr marL="342900" lvl="1" indent="-342900">
              <a:buFont typeface="Wingdings" panose="05000000000000000000" pitchFamily="2" charset="2"/>
              <a:buChar char="q"/>
            </a:pPr>
            <a:endParaRPr lang="en-US" sz="2000" b="1"/>
          </a:p>
          <a:p>
            <a:pPr marL="342900" lvl="1" indent="-342900">
              <a:buFont typeface="Wingdings" panose="05000000000000000000" pitchFamily="2" charset="2"/>
              <a:buChar char="q"/>
            </a:pPr>
            <a:r>
              <a:rPr lang="en-US" sz="2000" b="1" strike="sngStrike"/>
              <a:t>All associated DSOT data will be </a:t>
            </a:r>
            <a:r>
              <a:rPr lang="en-US" sz="2000" b="1" strike="sngStrike">
                <a:solidFill>
                  <a:schemeClr val="accent2"/>
                </a:solidFill>
              </a:rPr>
              <a:t>read-only</a:t>
            </a:r>
          </a:p>
          <a:p>
            <a:pPr marL="520700" lvl="2" indent="-342900"/>
            <a:r>
              <a:rPr lang="en-US" sz="1800" i="1">
                <a:solidFill>
                  <a:schemeClr val="bg2"/>
                </a:solidFill>
              </a:rPr>
              <a:t>No D360 data will be editable or added new from D360 to backend systems</a:t>
            </a:r>
          </a:p>
          <a:p>
            <a:pPr marL="520700" lvl="2" indent="-342900">
              <a:buFont typeface="Wingdings" panose="05000000000000000000" pitchFamily="2" charset="2"/>
              <a:buChar char="q"/>
            </a:pPr>
            <a:endParaRPr lang="en-US" sz="2000" i="1"/>
          </a:p>
          <a:p>
            <a:pPr marL="342900" lvl="1" indent="-342900">
              <a:buFont typeface="Wingdings" panose="05000000000000000000" pitchFamily="2" charset="2"/>
              <a:buChar char="q"/>
            </a:pPr>
            <a:r>
              <a:rPr lang="en-US" sz="2000" b="1" strike="sngStrike"/>
              <a:t>There will only be </a:t>
            </a:r>
            <a:r>
              <a:rPr lang="en-US" sz="2000" b="1" strike="sngStrike">
                <a:solidFill>
                  <a:schemeClr val="accent2"/>
                </a:solidFill>
              </a:rPr>
              <a:t>ONE user type</a:t>
            </a:r>
            <a:r>
              <a:rPr lang="en-US" sz="2000" b="1" strike="sngStrike"/>
              <a:t> for D360</a:t>
            </a:r>
          </a:p>
          <a:p>
            <a:pPr marL="520700" lvl="2" indent="-342900"/>
            <a:r>
              <a:rPr lang="en-US" sz="1800" i="1">
                <a:solidFill>
                  <a:schemeClr val="bg2"/>
                </a:solidFill>
              </a:rPr>
              <a:t>No variation in what D360 users can/cannot view by user type</a:t>
            </a:r>
          </a:p>
          <a:p>
            <a:pPr marL="520700" lvl="2" indent="-342900"/>
            <a:endParaRPr lang="en-US" sz="2000" i="1">
              <a:solidFill>
                <a:srgbClr val="CC0000"/>
              </a:solidFill>
            </a:endParaRPr>
          </a:p>
          <a:p>
            <a:pPr lvl="8" indent="0">
              <a:buNone/>
            </a:pPr>
            <a:r>
              <a:rPr lang="en-US" sz="2400" b="1">
                <a:solidFill>
                  <a:srgbClr val="00B050"/>
                </a:solidFill>
              </a:rPr>
              <a:t>&gt;&gt; 1 Super User Type = Read/Write fields </a:t>
            </a:r>
            <a:r>
              <a:rPr lang="en-US" sz="1800" i="1">
                <a:solidFill>
                  <a:schemeClr val="tx1">
                    <a:lumMod val="50000"/>
                    <a:lumOff val="50000"/>
                  </a:schemeClr>
                </a:solidFill>
              </a:rPr>
              <a:t>(fields TBD)</a:t>
            </a:r>
          </a:p>
          <a:p>
            <a:pPr lvl="8" indent="0">
              <a:buNone/>
            </a:pPr>
            <a:r>
              <a:rPr lang="en-US" sz="2400" b="1">
                <a:solidFill>
                  <a:srgbClr val="00B050"/>
                </a:solidFill>
              </a:rPr>
              <a:t>&gt;&gt; 1 Standard User Type = Read-Only fields</a:t>
            </a:r>
          </a:p>
          <a:p>
            <a:pPr marL="520700" lvl="2" indent="-342900">
              <a:buFont typeface="Wingdings"/>
              <a:buChar char="§"/>
            </a:pPr>
            <a:endParaRPr lang="en-US" sz="2000" b="1"/>
          </a:p>
          <a:p>
            <a:pPr marL="520700" lvl="2" indent="-342900">
              <a:buFont typeface="Wingdings"/>
              <a:buChar char="§"/>
            </a:pPr>
            <a:endParaRPr lang="en-US" sz="2000" b="1"/>
          </a:p>
          <a:p>
            <a:pPr lvl="1"/>
            <a:endParaRPr lang="en-US"/>
          </a:p>
        </p:txBody>
      </p:sp>
      <p:pic>
        <p:nvPicPr>
          <p:cNvPr id="4" name="Graphic 3" descr="Checkmark with solid fill">
            <a:extLst>
              <a:ext uri="{FF2B5EF4-FFF2-40B4-BE49-F238E27FC236}">
                <a16:creationId xmlns:a16="http://schemas.microsoft.com/office/drawing/2014/main" id="{6C5EB7ED-0F50-D02A-C694-F3E5253F1FD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rot="20371444">
            <a:off x="441426" y="1004436"/>
            <a:ext cx="462910" cy="462910"/>
          </a:xfrm>
          <a:prstGeom prst="rect">
            <a:avLst/>
          </a:prstGeom>
        </p:spPr>
      </p:pic>
      <p:pic>
        <p:nvPicPr>
          <p:cNvPr id="6" name="Graphic 5" descr="Add with solid fill">
            <a:extLst>
              <a:ext uri="{FF2B5EF4-FFF2-40B4-BE49-F238E27FC236}">
                <a16:creationId xmlns:a16="http://schemas.microsoft.com/office/drawing/2014/main" id="{5F9BFBDB-6C84-BF84-9BD3-13E67B812AB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18968800">
            <a:off x="416241" y="2524298"/>
            <a:ext cx="513282" cy="513282"/>
          </a:xfrm>
          <a:prstGeom prst="rect">
            <a:avLst/>
          </a:prstGeom>
        </p:spPr>
      </p:pic>
      <p:pic>
        <p:nvPicPr>
          <p:cNvPr id="7" name="Graphic 6" descr="Add with solid fill">
            <a:extLst>
              <a:ext uri="{FF2B5EF4-FFF2-40B4-BE49-F238E27FC236}">
                <a16:creationId xmlns:a16="http://schemas.microsoft.com/office/drawing/2014/main" id="{A29716A8-B49C-38AF-8D29-027528660C7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18968800">
            <a:off x="416238" y="3608687"/>
            <a:ext cx="513282" cy="513282"/>
          </a:xfrm>
          <a:prstGeom prst="rect">
            <a:avLst/>
          </a:prstGeom>
        </p:spPr>
      </p:pic>
    </p:spTree>
    <p:extLst>
      <p:ext uri="{BB962C8B-B14F-4D97-AF65-F5344CB8AC3E}">
        <p14:creationId xmlns:p14="http://schemas.microsoft.com/office/powerpoint/2010/main" val="3660269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7C363A-276C-887E-1698-E034812540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DBB526-608F-0CE5-2BF5-86A374772841}"/>
              </a:ext>
            </a:extLst>
          </p:cNvPr>
          <p:cNvSpPr>
            <a:spLocks noGrp="1"/>
          </p:cNvSpPr>
          <p:nvPr>
            <p:ph type="title"/>
          </p:nvPr>
        </p:nvSpPr>
        <p:spPr>
          <a:xfrm>
            <a:off x="-2162" y="506"/>
            <a:ext cx="11954987" cy="713232"/>
          </a:xfrm>
        </p:spPr>
        <p:txBody>
          <a:bodyPr/>
          <a:lstStyle/>
          <a:p>
            <a:r>
              <a:rPr lang="en-US" sz="3600">
                <a:solidFill>
                  <a:schemeClr val="tx1">
                    <a:lumMod val="50000"/>
                    <a:lumOff val="50000"/>
                  </a:schemeClr>
                </a:solidFill>
              </a:rPr>
              <a:t>D360 MVP Functionality | </a:t>
            </a:r>
            <a:r>
              <a:rPr lang="en-US" sz="3400" b="0" i="1">
                <a:solidFill>
                  <a:schemeClr val="tx1">
                    <a:lumMod val="50000"/>
                    <a:lumOff val="50000"/>
                  </a:schemeClr>
                </a:solidFill>
              </a:rPr>
              <a:t>Draft </a:t>
            </a:r>
            <a:r>
              <a:rPr lang="en-US" sz="3400" b="0" i="1">
                <a:solidFill>
                  <a:schemeClr val="accent2"/>
                </a:solidFill>
              </a:rPr>
              <a:t>Feature</a:t>
            </a:r>
            <a:r>
              <a:rPr lang="en-US" sz="3400" b="0" i="1">
                <a:solidFill>
                  <a:schemeClr val="tx1">
                    <a:lumMod val="50000"/>
                    <a:lumOff val="50000"/>
                  </a:schemeClr>
                </a:solidFill>
              </a:rPr>
              <a:t> Assumptions</a:t>
            </a:r>
            <a:endParaRPr lang="en-US" sz="3400" b="0">
              <a:solidFill>
                <a:schemeClr val="tx1">
                  <a:lumMod val="50000"/>
                  <a:lumOff val="50000"/>
                </a:schemeClr>
              </a:solidFill>
            </a:endParaRPr>
          </a:p>
          <a:p>
            <a:endParaRPr lang="en-US" sz="3600"/>
          </a:p>
        </p:txBody>
      </p:sp>
      <p:sp>
        <p:nvSpPr>
          <p:cNvPr id="3" name="Text Placeholder 2">
            <a:extLst>
              <a:ext uri="{FF2B5EF4-FFF2-40B4-BE49-F238E27FC236}">
                <a16:creationId xmlns:a16="http://schemas.microsoft.com/office/drawing/2014/main" id="{41C4C8EB-63DF-2F92-6396-BBB64A7F6595}"/>
              </a:ext>
            </a:extLst>
          </p:cNvPr>
          <p:cNvSpPr>
            <a:spLocks noGrp="1"/>
          </p:cNvSpPr>
          <p:nvPr>
            <p:ph type="body" sz="quarter" idx="15"/>
          </p:nvPr>
        </p:nvSpPr>
        <p:spPr>
          <a:xfrm>
            <a:off x="557784" y="857839"/>
            <a:ext cx="11255958" cy="4883205"/>
          </a:xfrm>
        </p:spPr>
        <p:txBody>
          <a:bodyPr vert="horz" lIns="0" tIns="0" rIns="0" bIns="0" rtlCol="0" anchor="t">
            <a:noAutofit/>
          </a:bodyPr>
          <a:lstStyle/>
          <a:p>
            <a:pPr lvl="1" indent="0">
              <a:buFont typeface="Arial"/>
              <a:buNone/>
            </a:pPr>
            <a:r>
              <a:rPr lang="en-US" sz="2000" b="1">
                <a:solidFill>
                  <a:schemeClr val="tx1"/>
                </a:solidFill>
              </a:rPr>
              <a:t>MVP Product Vision: </a:t>
            </a:r>
          </a:p>
          <a:p>
            <a:pPr lvl="1" indent="0">
              <a:buFont typeface="Arial"/>
              <a:buNone/>
            </a:pPr>
            <a:r>
              <a:rPr lang="en-US" sz="2000" b="1" i="1">
                <a:solidFill>
                  <a:schemeClr val="tx1"/>
                </a:solidFill>
              </a:rPr>
              <a:t>“</a:t>
            </a:r>
            <a:r>
              <a:rPr lang="en-US" sz="2000" i="1">
                <a:solidFill>
                  <a:schemeClr val="tx1"/>
                </a:solidFill>
              </a:rPr>
              <a:t>D360 is a cloud application that captures and reports provider and vendor delegate attributes within the </a:t>
            </a:r>
            <a:r>
              <a:rPr lang="en-US" sz="2000" b="1" i="1">
                <a:solidFill>
                  <a:schemeClr val="tx1"/>
                </a:solidFill>
              </a:rPr>
              <a:t>Clinical</a:t>
            </a:r>
            <a:r>
              <a:rPr lang="en-US" sz="2000" i="1">
                <a:solidFill>
                  <a:schemeClr val="tx1"/>
                </a:solidFill>
              </a:rPr>
              <a:t> and </a:t>
            </a:r>
            <a:r>
              <a:rPr lang="en-US" sz="2000" b="1" i="1">
                <a:solidFill>
                  <a:schemeClr val="tx1"/>
                </a:solidFill>
              </a:rPr>
              <a:t>Claims </a:t>
            </a:r>
            <a:r>
              <a:rPr lang="en-US" sz="2000" i="1">
                <a:solidFill>
                  <a:schemeClr val="tx1"/>
                </a:solidFill>
              </a:rPr>
              <a:t>processes of Value Based Care Delegations”</a:t>
            </a:r>
            <a:br>
              <a:rPr lang="en-US" sz="2000"/>
            </a:br>
            <a:endParaRPr lang="en-US" sz="1600"/>
          </a:p>
          <a:p>
            <a:pPr lvl="1" indent="0">
              <a:lnSpc>
                <a:spcPct val="150000"/>
              </a:lnSpc>
              <a:buFont typeface="Arial"/>
              <a:buNone/>
            </a:pPr>
            <a:r>
              <a:rPr lang="en-US" sz="1600" b="1">
                <a:solidFill>
                  <a:schemeClr val="tx1"/>
                </a:solidFill>
              </a:rPr>
              <a:t>Key D360 MVP Functionality:</a:t>
            </a:r>
          </a:p>
          <a:p>
            <a:pPr marL="342900" lvl="1" indent="-342900">
              <a:lnSpc>
                <a:spcPct val="150000"/>
              </a:lnSpc>
              <a:buFont typeface="+mj-lt"/>
              <a:buAutoNum type="arabicPeriod"/>
            </a:pPr>
            <a:r>
              <a:rPr lang="en-US" sz="1600">
                <a:solidFill>
                  <a:srgbClr val="00B050"/>
                </a:solidFill>
              </a:rPr>
              <a:t>D360 has </a:t>
            </a:r>
            <a:r>
              <a:rPr lang="en-US" sz="1600" b="1">
                <a:solidFill>
                  <a:srgbClr val="00B050"/>
                </a:solidFill>
              </a:rPr>
              <a:t>key delegate attributes </a:t>
            </a:r>
            <a:r>
              <a:rPr lang="en-US" sz="1600">
                <a:solidFill>
                  <a:srgbClr val="00B050"/>
                </a:solidFill>
              </a:rPr>
              <a:t>efficiently</a:t>
            </a:r>
            <a:r>
              <a:rPr lang="en-US" sz="1600" b="1">
                <a:solidFill>
                  <a:srgbClr val="00B050"/>
                </a:solidFill>
              </a:rPr>
              <a:t> </a:t>
            </a:r>
            <a:r>
              <a:rPr lang="en-US" sz="1600">
                <a:solidFill>
                  <a:srgbClr val="00B050"/>
                </a:solidFill>
              </a:rPr>
              <a:t>accessible and visible</a:t>
            </a:r>
          </a:p>
          <a:p>
            <a:pPr marL="342900" lvl="1" indent="-342900">
              <a:lnSpc>
                <a:spcPct val="150000"/>
              </a:lnSpc>
              <a:buFont typeface="+mj-lt"/>
              <a:buAutoNum type="arabicPeriod"/>
            </a:pPr>
            <a:r>
              <a:rPr lang="en-US" sz="1600">
                <a:solidFill>
                  <a:srgbClr val="00B050"/>
                </a:solidFill>
              </a:rPr>
              <a:t>D360 has </a:t>
            </a:r>
            <a:r>
              <a:rPr lang="en-US" sz="1600" b="1">
                <a:solidFill>
                  <a:srgbClr val="00B050"/>
                </a:solidFill>
              </a:rPr>
              <a:t>robust filtering functions </a:t>
            </a:r>
            <a:r>
              <a:rPr lang="en-US" sz="1600">
                <a:solidFill>
                  <a:srgbClr val="00B050"/>
                </a:solidFill>
              </a:rPr>
              <a:t>for critical and variant reporting use cases</a:t>
            </a:r>
          </a:p>
          <a:p>
            <a:pPr marL="342900" lvl="1" indent="-342900">
              <a:lnSpc>
                <a:spcPct val="150000"/>
              </a:lnSpc>
              <a:buFont typeface="+mj-lt"/>
              <a:buAutoNum type="arabicPeriod"/>
            </a:pPr>
            <a:r>
              <a:rPr lang="en-US" sz="1600">
                <a:solidFill>
                  <a:srgbClr val="00B050"/>
                </a:solidFill>
              </a:rPr>
              <a:t>D360 has 2 user types to access data:</a:t>
            </a:r>
            <a:r>
              <a:rPr lang="en-US" sz="1600" b="1">
                <a:solidFill>
                  <a:srgbClr val="00B050"/>
                </a:solidFill>
              </a:rPr>
              <a:t> Read-Only </a:t>
            </a:r>
            <a:r>
              <a:rPr lang="en-US" sz="1600">
                <a:solidFill>
                  <a:srgbClr val="00B050"/>
                </a:solidFill>
              </a:rPr>
              <a:t>vs. </a:t>
            </a:r>
            <a:r>
              <a:rPr lang="en-US" sz="1600" b="1">
                <a:solidFill>
                  <a:srgbClr val="00B050"/>
                </a:solidFill>
              </a:rPr>
              <a:t>Edit</a:t>
            </a:r>
            <a:r>
              <a:rPr lang="en-US" sz="1600">
                <a:solidFill>
                  <a:srgbClr val="00B050"/>
                </a:solidFill>
              </a:rPr>
              <a:t> </a:t>
            </a:r>
            <a:r>
              <a:rPr lang="en-US" sz="1600" i="1">
                <a:solidFill>
                  <a:srgbClr val="00B050"/>
                </a:solidFill>
              </a:rPr>
              <a:t>(data quality &amp; maintenance)</a:t>
            </a:r>
          </a:p>
          <a:p>
            <a:pPr marL="342900" lvl="1" indent="-342900">
              <a:lnSpc>
                <a:spcPct val="150000"/>
              </a:lnSpc>
              <a:buFont typeface="+mj-lt"/>
              <a:buAutoNum type="arabicPeriod"/>
            </a:pPr>
            <a:r>
              <a:rPr lang="en-US" sz="1600" strike="sngStrike">
                <a:solidFill>
                  <a:schemeClr val="accent6"/>
                </a:solidFill>
              </a:rPr>
              <a:t>D360 has </a:t>
            </a:r>
            <a:r>
              <a:rPr lang="en-US" sz="1600" b="1" strike="sngStrike">
                <a:solidFill>
                  <a:schemeClr val="accent6"/>
                </a:solidFill>
              </a:rPr>
              <a:t>process stage progress </a:t>
            </a:r>
            <a:r>
              <a:rPr lang="en-US" sz="1600" strike="sngStrike">
                <a:solidFill>
                  <a:schemeClr val="accent6"/>
                </a:solidFill>
              </a:rPr>
              <a:t>displayed and updated daily</a:t>
            </a:r>
            <a:r>
              <a:rPr lang="en-US" sz="1600">
                <a:solidFill>
                  <a:schemeClr val="accent6"/>
                </a:solidFill>
              </a:rPr>
              <a:t> </a:t>
            </a:r>
            <a:r>
              <a:rPr lang="en-US" sz="1100" i="1">
                <a:solidFill>
                  <a:schemeClr val="accent6"/>
                </a:solidFill>
              </a:rPr>
              <a:t>&lt;– descoped for MVP; needs more discovery research for I2</a:t>
            </a:r>
            <a:endParaRPr lang="en-US" sz="1100">
              <a:solidFill>
                <a:schemeClr val="accent6"/>
              </a:solidFill>
            </a:endParaRPr>
          </a:p>
          <a:p>
            <a:pPr lvl="1" indent="0">
              <a:buFont typeface="Arial"/>
              <a:buNone/>
            </a:pPr>
            <a:endParaRPr lang="en-US"/>
          </a:p>
        </p:txBody>
      </p:sp>
      <p:pic>
        <p:nvPicPr>
          <p:cNvPr id="10" name="Graphic 9" descr="Add with solid fill">
            <a:extLst>
              <a:ext uri="{FF2B5EF4-FFF2-40B4-BE49-F238E27FC236}">
                <a16:creationId xmlns:a16="http://schemas.microsoft.com/office/drawing/2014/main" id="{DE2EEA10-AA87-97C5-3B0A-2CE00A2A5D4F}"/>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rot="18968800">
            <a:off x="297895" y="3567774"/>
            <a:ext cx="262189" cy="262189"/>
          </a:xfrm>
          <a:prstGeom prst="rect">
            <a:avLst/>
          </a:prstGeom>
        </p:spPr>
      </p:pic>
      <p:pic>
        <p:nvPicPr>
          <p:cNvPr id="11" name="Graphic 10" descr="Checkmark with solid fill">
            <a:extLst>
              <a:ext uri="{FF2B5EF4-FFF2-40B4-BE49-F238E27FC236}">
                <a16:creationId xmlns:a16="http://schemas.microsoft.com/office/drawing/2014/main" id="{F1079BE0-5BA6-B01F-B676-2A5B5918355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8098" y="2529014"/>
            <a:ext cx="200440" cy="200440"/>
          </a:xfrm>
          <a:prstGeom prst="rect">
            <a:avLst/>
          </a:prstGeom>
        </p:spPr>
      </p:pic>
      <p:pic>
        <p:nvPicPr>
          <p:cNvPr id="12" name="Graphic 11" descr="Checkmark with solid fill">
            <a:extLst>
              <a:ext uri="{FF2B5EF4-FFF2-40B4-BE49-F238E27FC236}">
                <a16:creationId xmlns:a16="http://schemas.microsoft.com/office/drawing/2014/main" id="{6665890B-9C7F-97B7-B8D9-128793E5301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8769" y="2892703"/>
            <a:ext cx="200440" cy="200440"/>
          </a:xfrm>
          <a:prstGeom prst="rect">
            <a:avLst/>
          </a:prstGeom>
        </p:spPr>
      </p:pic>
      <p:pic>
        <p:nvPicPr>
          <p:cNvPr id="13" name="Graphic 12" descr="Checkmark with solid fill">
            <a:extLst>
              <a:ext uri="{FF2B5EF4-FFF2-40B4-BE49-F238E27FC236}">
                <a16:creationId xmlns:a16="http://schemas.microsoft.com/office/drawing/2014/main" id="{10448166-1012-CD75-3DE6-3B87C1E2DC9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0341" y="3252497"/>
            <a:ext cx="200440" cy="200440"/>
          </a:xfrm>
          <a:prstGeom prst="rect">
            <a:avLst/>
          </a:prstGeom>
        </p:spPr>
      </p:pic>
    </p:spTree>
    <p:extLst>
      <p:ext uri="{BB962C8B-B14F-4D97-AF65-F5344CB8AC3E}">
        <p14:creationId xmlns:p14="http://schemas.microsoft.com/office/powerpoint/2010/main" val="14253070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247F37-6B43-D632-5E89-F0A7757691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421B6F-A5A5-793A-B414-DE1C073A63A5}"/>
              </a:ext>
            </a:extLst>
          </p:cNvPr>
          <p:cNvSpPr>
            <a:spLocks noGrp="1"/>
          </p:cNvSpPr>
          <p:nvPr>
            <p:ph type="title"/>
          </p:nvPr>
        </p:nvSpPr>
        <p:spPr>
          <a:xfrm>
            <a:off x="-2162" y="506"/>
            <a:ext cx="12113225" cy="713232"/>
          </a:xfrm>
        </p:spPr>
        <p:txBody>
          <a:bodyPr/>
          <a:lstStyle/>
          <a:p>
            <a:r>
              <a:rPr lang="en-US" sz="2000">
                <a:solidFill>
                  <a:srgbClr val="868686"/>
                </a:solidFill>
              </a:rPr>
              <a:t>D360 MVP &gt; Clinical | Super User – Edit Fields inside D360</a:t>
            </a:r>
            <a:endParaRPr lang="en-US" sz="2000">
              <a:solidFill>
                <a:schemeClr val="bg1"/>
              </a:solidFill>
              <a:highlight>
                <a:srgbClr val="FF0000"/>
              </a:highlight>
            </a:endParaRPr>
          </a:p>
          <a:p>
            <a:endParaRPr lang="en-US" sz="2000">
              <a:solidFill>
                <a:schemeClr val="accent2"/>
              </a:solidFill>
            </a:endParaRPr>
          </a:p>
        </p:txBody>
      </p:sp>
      <p:graphicFrame>
        <p:nvGraphicFramePr>
          <p:cNvPr id="4" name="Table 3">
            <a:extLst>
              <a:ext uri="{FF2B5EF4-FFF2-40B4-BE49-F238E27FC236}">
                <a16:creationId xmlns:a16="http://schemas.microsoft.com/office/drawing/2014/main" id="{21E97D55-3F15-1B73-59D6-D1B19C347879}"/>
              </a:ext>
            </a:extLst>
          </p:cNvPr>
          <p:cNvGraphicFramePr>
            <a:graphicFrameLocks noGrp="1"/>
          </p:cNvGraphicFramePr>
          <p:nvPr>
            <p:extLst>
              <p:ext uri="{D42A27DB-BD31-4B8C-83A1-F6EECF244321}">
                <p14:modId xmlns:p14="http://schemas.microsoft.com/office/powerpoint/2010/main" val="3947436279"/>
              </p:ext>
            </p:extLst>
          </p:nvPr>
        </p:nvGraphicFramePr>
        <p:xfrm>
          <a:off x="71701" y="347817"/>
          <a:ext cx="11913821" cy="6299200"/>
        </p:xfrm>
        <a:graphic>
          <a:graphicData uri="http://schemas.openxmlformats.org/drawingml/2006/table">
            <a:tbl>
              <a:tblPr bandCol="1">
                <a:tableStyleId>{21E4AEA4-8DFA-4A89-87EB-49C32662AFE0}</a:tableStyleId>
              </a:tblPr>
              <a:tblGrid>
                <a:gridCol w="2768595">
                  <a:extLst>
                    <a:ext uri="{9D8B030D-6E8A-4147-A177-3AD203B41FA5}">
                      <a16:colId xmlns:a16="http://schemas.microsoft.com/office/drawing/2014/main" val="3564849383"/>
                    </a:ext>
                  </a:extLst>
                </a:gridCol>
                <a:gridCol w="2098182">
                  <a:extLst>
                    <a:ext uri="{9D8B030D-6E8A-4147-A177-3AD203B41FA5}">
                      <a16:colId xmlns:a16="http://schemas.microsoft.com/office/drawing/2014/main" val="2814163078"/>
                    </a:ext>
                  </a:extLst>
                </a:gridCol>
                <a:gridCol w="2170245">
                  <a:extLst>
                    <a:ext uri="{9D8B030D-6E8A-4147-A177-3AD203B41FA5}">
                      <a16:colId xmlns:a16="http://schemas.microsoft.com/office/drawing/2014/main" val="2612902641"/>
                    </a:ext>
                  </a:extLst>
                </a:gridCol>
                <a:gridCol w="4876799">
                  <a:extLst>
                    <a:ext uri="{9D8B030D-6E8A-4147-A177-3AD203B41FA5}">
                      <a16:colId xmlns:a16="http://schemas.microsoft.com/office/drawing/2014/main" val="1355731420"/>
                    </a:ext>
                  </a:extLst>
                </a:gridCol>
              </a:tblGrid>
              <a:tr h="203200">
                <a:tc>
                  <a:txBody>
                    <a:bodyPr/>
                    <a:lstStyle/>
                    <a:p>
                      <a:pPr algn="l" rtl="0" fontAlgn="ctr">
                        <a:buNone/>
                      </a:pPr>
                      <a:r>
                        <a:rPr lang="en-US" sz="1000" b="1" u="sng" strike="noStrike" kern="1500">
                          <a:solidFill>
                            <a:schemeClr val="bg1"/>
                          </a:solidFill>
                          <a:effectLst/>
                          <a:latin typeface="+mn-lt"/>
                          <a:ea typeface="+mn-ea"/>
                          <a:cs typeface="+mn-cs"/>
                        </a:rPr>
                        <a:t>Field Name</a:t>
                      </a:r>
                    </a:p>
                  </a:txBody>
                  <a:tcPr marL="6350" marR="6350" marT="6350" marB="0" anchor="ctr">
                    <a:lnB w="12700" cap="flat" cmpd="sng" algn="ctr">
                      <a:solidFill>
                        <a:schemeClr val="tx1"/>
                      </a:solidFill>
                      <a:prstDash val="solid"/>
                      <a:round/>
                      <a:headEnd type="none" w="med" len="med"/>
                      <a:tailEnd type="none" w="med" len="med"/>
                    </a:lnB>
                    <a:solidFill>
                      <a:schemeClr val="accent2"/>
                    </a:solidFill>
                  </a:tcPr>
                </a:tc>
                <a:tc>
                  <a:txBody>
                    <a:bodyPr/>
                    <a:lstStyle/>
                    <a:p>
                      <a:pPr algn="l" rtl="0" fontAlgn="ctr">
                        <a:buNone/>
                      </a:pPr>
                      <a:r>
                        <a:rPr lang="en-US" sz="1000" b="1" u="sng" strike="noStrike" kern="1500">
                          <a:solidFill>
                            <a:schemeClr val="bg1"/>
                          </a:solidFill>
                          <a:effectLst/>
                          <a:latin typeface="+mn-lt"/>
                          <a:ea typeface="+mn-ea"/>
                          <a:cs typeface="+mn-cs"/>
                        </a:rPr>
                        <a:t>Single Source System</a:t>
                      </a:r>
                    </a:p>
                  </a:txBody>
                  <a:tcPr marL="6350" marR="6350" marT="6350" marB="0" anchor="ctr">
                    <a:lnB w="12700" cap="flat" cmpd="sng" algn="ctr">
                      <a:solidFill>
                        <a:schemeClr val="tx1"/>
                      </a:solidFill>
                      <a:prstDash val="solid"/>
                      <a:round/>
                      <a:headEnd type="none" w="med" len="med"/>
                      <a:tailEnd type="none" w="med" len="med"/>
                    </a:lnB>
                    <a:solidFill>
                      <a:schemeClr val="accent2"/>
                    </a:solidFill>
                  </a:tcPr>
                </a:tc>
                <a:tc>
                  <a:txBody>
                    <a:bodyPr/>
                    <a:lstStyle/>
                    <a:p>
                      <a:pPr algn="l" rtl="0" fontAlgn="ctr">
                        <a:buNone/>
                      </a:pPr>
                      <a:r>
                        <a:rPr lang="en-US" sz="1000" b="1" u="sng" strike="noStrike" kern="1500">
                          <a:solidFill>
                            <a:schemeClr val="bg1"/>
                          </a:solidFill>
                          <a:effectLst/>
                          <a:latin typeface="+mn-lt"/>
                          <a:ea typeface="+mn-ea"/>
                          <a:cs typeface="+mn-cs"/>
                        </a:rPr>
                        <a:t>Aggregated  Systems &amp; Fields</a:t>
                      </a:r>
                    </a:p>
                  </a:txBody>
                  <a:tcPr marL="6350" marR="6350" marT="6350" marB="0" anchor="ctr">
                    <a:lnB w="12700" cap="flat" cmpd="sng" algn="ctr">
                      <a:solidFill>
                        <a:schemeClr val="tx1"/>
                      </a:solidFill>
                      <a:prstDash val="solid"/>
                      <a:round/>
                      <a:headEnd type="none" w="med" len="med"/>
                      <a:tailEnd type="none" w="med" len="med"/>
                    </a:lnB>
                    <a:solidFill>
                      <a:schemeClr val="accent2"/>
                    </a:solidFill>
                  </a:tcPr>
                </a:tc>
                <a:tc>
                  <a:txBody>
                    <a:bodyPr/>
                    <a:lstStyle/>
                    <a:p>
                      <a:pPr algn="l" rtl="0" fontAlgn="ctr">
                        <a:buNone/>
                      </a:pPr>
                      <a:r>
                        <a:rPr lang="en-US" sz="1000" b="1" u="sng" strike="noStrike" kern="1500">
                          <a:solidFill>
                            <a:schemeClr val="bg1"/>
                          </a:solidFill>
                          <a:effectLst/>
                          <a:latin typeface="+mn-lt"/>
                          <a:ea typeface="+mn-ea"/>
                          <a:cs typeface="+mn-cs"/>
                        </a:rPr>
                        <a:t>NEW Fields | Field Types</a:t>
                      </a:r>
                    </a:p>
                  </a:txBody>
                  <a:tcPr marL="6350" marR="6350" marT="6350" marB="0" anchor="ctr">
                    <a:solidFill>
                      <a:schemeClr val="accent2"/>
                    </a:solidFill>
                  </a:tcPr>
                </a:tc>
                <a:extLst>
                  <a:ext uri="{0D108BD9-81ED-4DB2-BD59-A6C34878D82A}">
                    <a16:rowId xmlns:a16="http://schemas.microsoft.com/office/drawing/2014/main" val="2969273018"/>
                  </a:ext>
                </a:extLst>
              </a:tr>
              <a:tr h="203200">
                <a:tc>
                  <a:txBody>
                    <a:bodyPr/>
                    <a:lstStyle/>
                    <a:p>
                      <a:pPr algn="l" fontAlgn="b">
                        <a:buNone/>
                      </a:pPr>
                      <a:r>
                        <a:rPr lang="en-US" sz="1000" b="1" i="0" u="none" strike="noStrike">
                          <a:solidFill>
                            <a:schemeClr val="tx1"/>
                          </a:solidFill>
                          <a:effectLst/>
                          <a:latin typeface="Calibri" panose="020F0502020204030204" pitchFamily="34" charset="0"/>
                        </a:rPr>
                        <a:t>Accumulators</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buNone/>
                      </a:pPr>
                      <a:endParaRPr lang="en-US" sz="1000" b="0" i="0" u="none" strike="noStrike">
                        <a:solidFill>
                          <a:srgbClr val="FF0000"/>
                        </a:solidFill>
                        <a:effectLst/>
                        <a:latin typeface="Calibri"/>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lumOff val="25000"/>
                      </a:schemeClr>
                    </a:solidFill>
                  </a:tcPr>
                </a:tc>
                <a:tc>
                  <a:txBody>
                    <a:bodyPr/>
                    <a:lstStyle/>
                    <a:p>
                      <a:pPr algn="l" rtl="0" fontAlgn="ctr">
                        <a:buNone/>
                      </a:pPr>
                      <a:endParaRPr lang="en-US" sz="1000" b="1" i="0" u="none" strike="noStrike">
                        <a:solidFill>
                          <a:srgbClr val="000000"/>
                        </a:solidFill>
                        <a:effectLst/>
                        <a:latin typeface="Aptos"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20000"/>
                        <a:lumOff val="80000"/>
                      </a:schemeClr>
                    </a:solidFill>
                  </a:tcPr>
                </a:tc>
                <a:tc>
                  <a:txBody>
                    <a:bodyPr/>
                    <a:lstStyle/>
                    <a:p>
                      <a:pPr algn="l" rtl="0" fontAlgn="ctr">
                        <a:buNone/>
                      </a:pPr>
                      <a:endParaRPr lang="en-US" sz="1000" b="0" i="1" u="none" strike="noStrike">
                        <a:solidFill>
                          <a:schemeClr val="bg2">
                            <a:lumMod val="50000"/>
                          </a:schemeClr>
                        </a:solidFill>
                        <a:effectLst/>
                        <a:latin typeface="Aptos"/>
                      </a:endParaRPr>
                    </a:p>
                  </a:txBody>
                  <a:tcPr marL="6350" marR="6350" marT="6350" marB="0" anchor="ctr">
                    <a:lnL w="12700" cap="flat" cmpd="sng" algn="ctr">
                      <a:solidFill>
                        <a:schemeClr val="tx1"/>
                      </a:solidFill>
                      <a:prstDash val="solid"/>
                      <a:round/>
                      <a:headEnd type="none" w="med" len="med"/>
                      <a:tailEnd type="none" w="med" len="med"/>
                    </a:lnL>
                    <a:solidFill>
                      <a:schemeClr val="bg1">
                        <a:lumMod val="85000"/>
                      </a:schemeClr>
                    </a:solidFill>
                  </a:tcPr>
                </a:tc>
                <a:extLst>
                  <a:ext uri="{0D108BD9-81ED-4DB2-BD59-A6C34878D82A}">
                    <a16:rowId xmlns:a16="http://schemas.microsoft.com/office/drawing/2014/main" val="2885346190"/>
                  </a:ext>
                </a:extLst>
              </a:tr>
              <a:tr h="203200">
                <a:tc>
                  <a:txBody>
                    <a:bodyPr/>
                    <a:lstStyle/>
                    <a:p>
                      <a:pPr algn="l" fontAlgn="b">
                        <a:buNone/>
                      </a:pPr>
                      <a:r>
                        <a:rPr lang="en-US" sz="1000" b="0" i="0" u="none" strike="noStrike">
                          <a:solidFill>
                            <a:schemeClr val="tx1"/>
                          </a:solidFill>
                          <a:effectLst/>
                          <a:latin typeface="Calibri" panose="020F0502020204030204" pitchFamily="34" charset="0"/>
                        </a:rPr>
                        <a:t>Audited Entity</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buNone/>
                      </a:pPr>
                      <a:r>
                        <a:rPr lang="en-US" sz="1000" b="0" i="0" u="none" strike="noStrike">
                          <a:solidFill>
                            <a:srgbClr val="000000"/>
                          </a:solidFill>
                          <a:effectLst/>
                          <a:latin typeface="Calibri" panose="020F0502020204030204" pitchFamily="34" charset="0"/>
                        </a:rPr>
                        <a:t>Archer</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rtl="0" fontAlgn="ctr">
                        <a:buNone/>
                      </a:pPr>
                      <a:endParaRPr lang="en-US" sz="1000" b="1" i="0" u="none" strike="noStrike">
                        <a:solidFill>
                          <a:srgbClr val="000000"/>
                        </a:solidFill>
                        <a:effectLst/>
                        <a:latin typeface="Aptos"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lumOff val="25000"/>
                      </a:schemeClr>
                    </a:solidFill>
                  </a:tcPr>
                </a:tc>
                <a:tc>
                  <a:txBody>
                    <a:bodyPr/>
                    <a:lstStyle/>
                    <a:p>
                      <a:pPr algn="l" rtl="0" fontAlgn="ctr">
                        <a:buNone/>
                      </a:pPr>
                      <a:endParaRPr lang="en-US" sz="1000" b="0" i="1" u="none" strike="noStrike">
                        <a:solidFill>
                          <a:schemeClr val="bg2">
                            <a:lumMod val="50000"/>
                          </a:schemeClr>
                        </a:solidFill>
                        <a:effectLst/>
                        <a:latin typeface="Aptos"/>
                      </a:endParaRPr>
                    </a:p>
                  </a:txBody>
                  <a:tcPr marL="6350" marR="6350" marT="6350" marB="0" anchor="ctr">
                    <a:lnL w="12700" cap="flat" cmpd="sng" algn="ctr">
                      <a:solidFill>
                        <a:schemeClr val="tx1"/>
                      </a:solidFill>
                      <a:prstDash val="solid"/>
                      <a:round/>
                      <a:headEnd type="none" w="med" len="med"/>
                      <a:tailEnd type="none" w="med" len="med"/>
                    </a:lnL>
                    <a:solidFill>
                      <a:schemeClr val="bg1">
                        <a:lumMod val="85000"/>
                      </a:schemeClr>
                    </a:solidFill>
                  </a:tcPr>
                </a:tc>
                <a:extLst>
                  <a:ext uri="{0D108BD9-81ED-4DB2-BD59-A6C34878D82A}">
                    <a16:rowId xmlns:a16="http://schemas.microsoft.com/office/drawing/2014/main" val="3259864088"/>
                  </a:ext>
                </a:extLst>
              </a:tr>
              <a:tr h="203200">
                <a:tc>
                  <a:txBody>
                    <a:bodyPr/>
                    <a:lstStyle/>
                    <a:p>
                      <a:pPr algn="l" fontAlgn="b">
                        <a:buNone/>
                      </a:pPr>
                      <a:r>
                        <a:rPr lang="en-US" sz="1000" b="0" i="0" u="none" strike="noStrike">
                          <a:solidFill>
                            <a:schemeClr val="tx1"/>
                          </a:solidFill>
                          <a:effectLst/>
                          <a:latin typeface="Calibri" panose="020F0502020204030204" pitchFamily="34" charset="0"/>
                        </a:rPr>
                        <a:t>Audited Entity Status</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buNone/>
                      </a:pPr>
                      <a:r>
                        <a:rPr lang="en-US" sz="1000" b="0" i="0" u="none" strike="noStrike">
                          <a:solidFill>
                            <a:srgbClr val="000000"/>
                          </a:solidFill>
                          <a:effectLst/>
                          <a:latin typeface="Calibri" panose="020F0502020204030204" pitchFamily="34" charset="0"/>
                        </a:rPr>
                        <a:t>Archer</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rtl="0" fontAlgn="ctr">
                        <a:buNone/>
                      </a:pPr>
                      <a:endParaRPr lang="en-US" sz="1000" b="1" i="0" u="none" strike="noStrike">
                        <a:solidFill>
                          <a:srgbClr val="000000"/>
                        </a:solidFill>
                        <a:effectLst/>
                        <a:latin typeface="Aptos"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lumOff val="25000"/>
                      </a:schemeClr>
                    </a:solidFill>
                  </a:tcPr>
                </a:tc>
                <a:tc>
                  <a:txBody>
                    <a:bodyPr/>
                    <a:lstStyle/>
                    <a:p>
                      <a:pPr marL="0" marR="0" lvl="0" indent="0" algn="l" defTabSz="457200" rtl="0" eaLnBrk="1" fontAlgn="ctr" latinLnBrk="0" hangingPunct="1">
                        <a:lnSpc>
                          <a:spcPct val="100000"/>
                        </a:lnSpc>
                        <a:spcBef>
                          <a:spcPts val="0"/>
                        </a:spcBef>
                        <a:spcAft>
                          <a:spcPts val="0"/>
                        </a:spcAft>
                        <a:buClrTx/>
                        <a:buSzTx/>
                        <a:buFontTx/>
                        <a:buNone/>
                        <a:tabLst/>
                        <a:defRPr/>
                      </a:pPr>
                      <a:endParaRPr lang="en-US" sz="1000" b="0" i="1" u="none" strike="noStrike">
                        <a:solidFill>
                          <a:schemeClr val="bg2">
                            <a:lumMod val="50000"/>
                          </a:schemeClr>
                        </a:solidFill>
                        <a:effectLst/>
                        <a:latin typeface="Aptos"/>
                      </a:endParaRPr>
                    </a:p>
                  </a:txBody>
                  <a:tcPr marL="6350" marR="6350" marT="6350" marB="0" anchor="ctr">
                    <a:lnL w="12700" cap="flat" cmpd="sng" algn="ctr">
                      <a:solidFill>
                        <a:schemeClr val="tx1"/>
                      </a:solidFill>
                      <a:prstDash val="solid"/>
                      <a:round/>
                      <a:headEnd type="none" w="med" len="med"/>
                      <a:tailEnd type="none" w="med" len="med"/>
                    </a:lnL>
                    <a:solidFill>
                      <a:schemeClr val="bg1">
                        <a:lumMod val="85000"/>
                      </a:schemeClr>
                    </a:solidFill>
                  </a:tcPr>
                </a:tc>
                <a:extLst>
                  <a:ext uri="{0D108BD9-81ED-4DB2-BD59-A6C34878D82A}">
                    <a16:rowId xmlns:a16="http://schemas.microsoft.com/office/drawing/2014/main" val="1278353330"/>
                  </a:ext>
                </a:extLst>
              </a:tr>
              <a:tr h="203200">
                <a:tc>
                  <a:txBody>
                    <a:bodyPr/>
                    <a:lstStyle/>
                    <a:p>
                      <a:pPr algn="l" fontAlgn="b">
                        <a:buNone/>
                      </a:pPr>
                      <a:r>
                        <a:rPr lang="en-US" sz="1000" b="0" i="0" u="none" strike="noStrike">
                          <a:solidFill>
                            <a:schemeClr val="tx1"/>
                          </a:solidFill>
                          <a:effectLst/>
                          <a:latin typeface="Calibri" panose="020F0502020204030204" pitchFamily="34" charset="0"/>
                        </a:rPr>
                        <a:t>Contract Effective Date</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buNone/>
                      </a:pPr>
                      <a:r>
                        <a:rPr lang="en-US" sz="1000" b="0" i="0" u="none" strike="noStrike">
                          <a:solidFill>
                            <a:srgbClr val="000000"/>
                          </a:solidFill>
                          <a:effectLst/>
                          <a:latin typeface="Calibri" panose="020F0502020204030204" pitchFamily="34" charset="0"/>
                        </a:rPr>
                        <a:t>SCM/CTR/Procurement</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rtl="0" fontAlgn="ctr">
                        <a:buNone/>
                      </a:pPr>
                      <a:endParaRPr lang="en-US" sz="1000" b="1" i="0" u="none" strike="noStrike">
                        <a:solidFill>
                          <a:srgbClr val="000000"/>
                        </a:solidFill>
                        <a:effectLst/>
                        <a:latin typeface="Aptos"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lumOff val="25000"/>
                      </a:schemeClr>
                    </a:solidFill>
                  </a:tcPr>
                </a:tc>
                <a:tc>
                  <a:txBody>
                    <a:bodyPr/>
                    <a:lstStyle/>
                    <a:p>
                      <a:pPr algn="l" rtl="0" fontAlgn="ctr">
                        <a:buNone/>
                      </a:pPr>
                      <a:endParaRPr lang="en-US" sz="1000" b="1" i="0" u="none" strike="noStrike">
                        <a:solidFill>
                          <a:schemeClr val="bg2">
                            <a:lumMod val="50000"/>
                          </a:schemeClr>
                        </a:solidFill>
                        <a:effectLst/>
                        <a:latin typeface="Aptos"/>
                      </a:endParaRPr>
                    </a:p>
                  </a:txBody>
                  <a:tcPr marL="6350" marR="6350" marT="6350" marB="0" anchor="ctr">
                    <a:lnL w="12700" cap="flat" cmpd="sng" algn="ctr">
                      <a:solidFill>
                        <a:schemeClr val="tx1"/>
                      </a:solidFill>
                      <a:prstDash val="solid"/>
                      <a:round/>
                      <a:headEnd type="none" w="med" len="med"/>
                      <a:tailEnd type="none" w="med" len="med"/>
                    </a:lnL>
                    <a:solidFill>
                      <a:schemeClr val="bg1">
                        <a:lumMod val="85000"/>
                      </a:schemeClr>
                    </a:solidFill>
                  </a:tcPr>
                </a:tc>
                <a:extLst>
                  <a:ext uri="{0D108BD9-81ED-4DB2-BD59-A6C34878D82A}">
                    <a16:rowId xmlns:a16="http://schemas.microsoft.com/office/drawing/2014/main" val="3202410736"/>
                  </a:ext>
                </a:extLst>
              </a:tr>
              <a:tr h="203200">
                <a:tc>
                  <a:txBody>
                    <a:bodyPr/>
                    <a:lstStyle/>
                    <a:p>
                      <a:pPr algn="l" fontAlgn="b">
                        <a:buNone/>
                      </a:pPr>
                      <a:r>
                        <a:rPr lang="en-US" sz="1000" b="0" i="0" u="none" strike="noStrike">
                          <a:solidFill>
                            <a:schemeClr val="tx1"/>
                          </a:solidFill>
                          <a:effectLst/>
                          <a:latin typeface="Calibri" panose="020F0502020204030204" pitchFamily="34" charset="0"/>
                        </a:rPr>
                        <a:t>Contract Renewal Date</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buNone/>
                      </a:pPr>
                      <a:r>
                        <a:rPr lang="en-US" sz="1000" b="0" i="0" u="none" strike="noStrike">
                          <a:solidFill>
                            <a:srgbClr val="000000"/>
                          </a:solidFill>
                          <a:effectLst/>
                          <a:latin typeface="Calibri" panose="020F0502020204030204" pitchFamily="34" charset="0"/>
                        </a:rPr>
                        <a:t>SCM/CTR/Procurement</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rtl="0" fontAlgn="ctr">
                        <a:buNone/>
                      </a:pPr>
                      <a:endParaRPr lang="en-US" sz="1000" b="1" i="0" u="none" strike="noStrike">
                        <a:solidFill>
                          <a:srgbClr val="000000"/>
                        </a:solidFill>
                        <a:effectLst/>
                        <a:latin typeface="Aptos"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lumOff val="25000"/>
                      </a:schemeClr>
                    </a:solidFill>
                  </a:tcPr>
                </a:tc>
                <a:tc>
                  <a:txBody>
                    <a:bodyPr/>
                    <a:lstStyle/>
                    <a:p>
                      <a:pPr algn="l" rtl="0" fontAlgn="ctr">
                        <a:buNone/>
                      </a:pPr>
                      <a:endParaRPr lang="en-US" sz="1000" b="1" i="0" u="none" strike="noStrike">
                        <a:solidFill>
                          <a:schemeClr val="bg2">
                            <a:lumMod val="50000"/>
                          </a:schemeClr>
                        </a:solidFill>
                        <a:effectLst/>
                        <a:latin typeface="Aptos"/>
                      </a:endParaRPr>
                    </a:p>
                  </a:txBody>
                  <a:tcPr marL="6350" marR="6350" marT="6350" marB="0" anchor="ctr">
                    <a:lnL w="12700" cap="flat" cmpd="sng" algn="ctr">
                      <a:solidFill>
                        <a:schemeClr val="tx1"/>
                      </a:solidFill>
                      <a:prstDash val="solid"/>
                      <a:round/>
                      <a:headEnd type="none" w="med" len="med"/>
                      <a:tailEnd type="none" w="med" len="med"/>
                    </a:lnL>
                    <a:solidFill>
                      <a:schemeClr val="bg1">
                        <a:lumMod val="85000"/>
                      </a:schemeClr>
                    </a:solidFill>
                  </a:tcPr>
                </a:tc>
                <a:extLst>
                  <a:ext uri="{0D108BD9-81ED-4DB2-BD59-A6C34878D82A}">
                    <a16:rowId xmlns:a16="http://schemas.microsoft.com/office/drawing/2014/main" val="2362766569"/>
                  </a:ext>
                </a:extLst>
              </a:tr>
              <a:tr h="203200">
                <a:tc>
                  <a:txBody>
                    <a:bodyPr/>
                    <a:lstStyle/>
                    <a:p>
                      <a:pPr algn="l" fontAlgn="b">
                        <a:buNone/>
                      </a:pPr>
                      <a:r>
                        <a:rPr lang="en-US" sz="1000" b="0" i="0" u="none" strike="noStrike">
                          <a:solidFill>
                            <a:schemeClr val="tx1"/>
                          </a:solidFill>
                          <a:effectLst/>
                          <a:latin typeface="Calibri" panose="020F0502020204030204" pitchFamily="34" charset="0"/>
                        </a:rPr>
                        <a:t>Contract Term Date</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buNone/>
                      </a:pPr>
                      <a:r>
                        <a:rPr lang="en-US" sz="1000" b="0" i="0" u="none" strike="noStrike">
                          <a:solidFill>
                            <a:srgbClr val="000000"/>
                          </a:solidFill>
                          <a:effectLst/>
                          <a:latin typeface="Calibri" panose="020F0502020204030204" pitchFamily="34" charset="0"/>
                        </a:rPr>
                        <a:t>SCM/CTR/Procurement</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rtl="0" fontAlgn="ctr">
                        <a:buNone/>
                      </a:pPr>
                      <a:endParaRPr lang="en-US" sz="1000" b="1" i="0" u="none" strike="noStrike">
                        <a:solidFill>
                          <a:srgbClr val="000000"/>
                        </a:solidFill>
                        <a:effectLst/>
                        <a:latin typeface="Aptos"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lumOff val="25000"/>
                      </a:schemeClr>
                    </a:solidFill>
                  </a:tcPr>
                </a:tc>
                <a:tc>
                  <a:txBody>
                    <a:bodyPr/>
                    <a:lstStyle/>
                    <a:p>
                      <a:pPr algn="l" rtl="0" fontAlgn="ctr">
                        <a:buNone/>
                      </a:pPr>
                      <a:endParaRPr lang="en-US" sz="1000" b="1" i="0" u="none" strike="noStrike">
                        <a:solidFill>
                          <a:schemeClr val="bg2">
                            <a:lumMod val="50000"/>
                          </a:schemeClr>
                        </a:solidFill>
                        <a:effectLst/>
                        <a:latin typeface="Aptos"/>
                      </a:endParaRPr>
                    </a:p>
                  </a:txBody>
                  <a:tcPr marL="6350" marR="6350" marT="6350" marB="0" anchor="ctr">
                    <a:lnL w="12700" cap="flat" cmpd="sng" algn="ctr">
                      <a:solidFill>
                        <a:schemeClr val="tx1"/>
                      </a:solidFill>
                      <a:prstDash val="solid"/>
                      <a:round/>
                      <a:headEnd type="none" w="med" len="med"/>
                      <a:tailEnd type="none" w="med" len="med"/>
                    </a:lnL>
                    <a:solidFill>
                      <a:schemeClr val="bg1">
                        <a:lumMod val="85000"/>
                      </a:schemeClr>
                    </a:solidFill>
                  </a:tcPr>
                </a:tc>
                <a:extLst>
                  <a:ext uri="{0D108BD9-81ED-4DB2-BD59-A6C34878D82A}">
                    <a16:rowId xmlns:a16="http://schemas.microsoft.com/office/drawing/2014/main" val="1037021228"/>
                  </a:ext>
                </a:extLst>
              </a:tr>
              <a:tr h="203200">
                <a:tc>
                  <a:txBody>
                    <a:bodyPr/>
                    <a:lstStyle/>
                    <a:p>
                      <a:pPr algn="l" fontAlgn="b">
                        <a:buNone/>
                      </a:pPr>
                      <a:r>
                        <a:rPr lang="en-US" sz="1000" b="0" i="0" u="none" strike="noStrike">
                          <a:solidFill>
                            <a:schemeClr val="tx1"/>
                          </a:solidFill>
                          <a:effectLst/>
                          <a:latin typeface="Calibri" panose="020F0502020204030204" pitchFamily="34" charset="0"/>
                        </a:rPr>
                        <a:t>Contracted Entity Address 1</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buNone/>
                      </a:pPr>
                      <a:r>
                        <a:rPr lang="en-US" sz="1000" b="0" i="0" u="none" strike="noStrike">
                          <a:solidFill>
                            <a:srgbClr val="000000"/>
                          </a:solidFill>
                          <a:effectLst/>
                          <a:latin typeface="Calibri" panose="020F0502020204030204" pitchFamily="34" charset="0"/>
                        </a:rPr>
                        <a:t>Archer</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rtl="0" fontAlgn="ctr">
                        <a:buNone/>
                      </a:pPr>
                      <a:endParaRPr lang="en-US" sz="1000" b="1" i="0" u="none" strike="noStrike">
                        <a:solidFill>
                          <a:srgbClr val="000000"/>
                        </a:solidFill>
                        <a:effectLst/>
                        <a:latin typeface="Aptos"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lumOff val="25000"/>
                      </a:schemeClr>
                    </a:solidFill>
                  </a:tcPr>
                </a:tc>
                <a:tc>
                  <a:txBody>
                    <a:bodyPr/>
                    <a:lstStyle/>
                    <a:p>
                      <a:pPr algn="l" rtl="0" fontAlgn="ctr">
                        <a:buNone/>
                      </a:pPr>
                      <a:endParaRPr lang="en-US" sz="1000" b="1" i="0" u="none" strike="noStrike">
                        <a:solidFill>
                          <a:schemeClr val="bg2">
                            <a:lumMod val="50000"/>
                          </a:schemeClr>
                        </a:solidFill>
                        <a:effectLst/>
                        <a:latin typeface="Aptos"/>
                      </a:endParaRPr>
                    </a:p>
                  </a:txBody>
                  <a:tcPr marL="6350" marR="6350" marT="6350" marB="0" anchor="ctr">
                    <a:lnL w="12700" cap="flat" cmpd="sng" algn="ctr">
                      <a:solidFill>
                        <a:schemeClr val="tx1"/>
                      </a:solidFill>
                      <a:prstDash val="solid"/>
                      <a:round/>
                      <a:headEnd type="none" w="med" len="med"/>
                      <a:tailEnd type="none" w="med" len="med"/>
                    </a:lnL>
                    <a:solidFill>
                      <a:schemeClr val="bg1">
                        <a:lumMod val="85000"/>
                      </a:schemeClr>
                    </a:solidFill>
                  </a:tcPr>
                </a:tc>
                <a:extLst>
                  <a:ext uri="{0D108BD9-81ED-4DB2-BD59-A6C34878D82A}">
                    <a16:rowId xmlns:a16="http://schemas.microsoft.com/office/drawing/2014/main" val="2179257753"/>
                  </a:ext>
                </a:extLst>
              </a:tr>
              <a:tr h="203200">
                <a:tc>
                  <a:txBody>
                    <a:bodyPr/>
                    <a:lstStyle/>
                    <a:p>
                      <a:pPr algn="l" fontAlgn="b">
                        <a:buNone/>
                      </a:pPr>
                      <a:r>
                        <a:rPr lang="en-US" sz="1000" b="0" i="0" u="none" strike="noStrike">
                          <a:solidFill>
                            <a:schemeClr val="tx1"/>
                          </a:solidFill>
                          <a:effectLst/>
                          <a:latin typeface="Calibri" panose="020F0502020204030204" pitchFamily="34" charset="0"/>
                        </a:rPr>
                        <a:t>Contracted Entity Address 2</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buNone/>
                      </a:pPr>
                      <a:r>
                        <a:rPr lang="en-US" sz="1000" b="0" i="0" u="none" strike="noStrike">
                          <a:solidFill>
                            <a:srgbClr val="000000"/>
                          </a:solidFill>
                          <a:effectLst/>
                          <a:latin typeface="Calibri" panose="020F0502020204030204" pitchFamily="34" charset="0"/>
                        </a:rPr>
                        <a:t>Archer</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457200" rtl="0" eaLnBrk="1" fontAlgn="ctr" latinLnBrk="0" hangingPunct="1">
                        <a:lnSpc>
                          <a:spcPct val="100000"/>
                        </a:lnSpc>
                        <a:spcBef>
                          <a:spcPts val="0"/>
                        </a:spcBef>
                        <a:spcAft>
                          <a:spcPts val="0"/>
                        </a:spcAft>
                        <a:buClrTx/>
                        <a:buSzTx/>
                        <a:buFontTx/>
                        <a:buNone/>
                        <a:tabLst/>
                        <a:defRPr/>
                      </a:pPr>
                      <a:endParaRPr lang="en-US" sz="1000" b="1" i="0" u="none" strike="noStrike">
                        <a:solidFill>
                          <a:srgbClr val="000000"/>
                        </a:solidFill>
                        <a:effectLst/>
                        <a:latin typeface="Aptos"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lumOff val="25000"/>
                      </a:schemeClr>
                    </a:solidFill>
                  </a:tcPr>
                </a:tc>
                <a:tc>
                  <a:txBody>
                    <a:bodyPr/>
                    <a:lstStyle/>
                    <a:p>
                      <a:pPr algn="l" rtl="0" fontAlgn="ctr">
                        <a:buNone/>
                      </a:pPr>
                      <a:endParaRPr lang="en-US" sz="1000" b="1" i="0" u="none" strike="noStrike">
                        <a:solidFill>
                          <a:schemeClr val="bg2">
                            <a:lumMod val="50000"/>
                          </a:schemeClr>
                        </a:solidFill>
                        <a:effectLst/>
                        <a:latin typeface="Aptos"/>
                      </a:endParaRPr>
                    </a:p>
                  </a:txBody>
                  <a:tcPr marL="6350" marR="6350" marT="6350" marB="0" anchor="ctr">
                    <a:lnL w="12700" cap="flat" cmpd="sng" algn="ctr">
                      <a:solidFill>
                        <a:schemeClr val="tx1"/>
                      </a:solidFill>
                      <a:prstDash val="solid"/>
                      <a:round/>
                      <a:headEnd type="none" w="med" len="med"/>
                      <a:tailEnd type="none" w="med" len="med"/>
                    </a:lnL>
                    <a:solidFill>
                      <a:schemeClr val="bg1">
                        <a:lumMod val="85000"/>
                      </a:schemeClr>
                    </a:solidFill>
                  </a:tcPr>
                </a:tc>
                <a:extLst>
                  <a:ext uri="{0D108BD9-81ED-4DB2-BD59-A6C34878D82A}">
                    <a16:rowId xmlns:a16="http://schemas.microsoft.com/office/drawing/2014/main" val="2528469434"/>
                  </a:ext>
                </a:extLst>
              </a:tr>
              <a:tr h="203200">
                <a:tc>
                  <a:txBody>
                    <a:bodyPr/>
                    <a:lstStyle/>
                    <a:p>
                      <a:pPr algn="l" fontAlgn="b">
                        <a:buNone/>
                      </a:pPr>
                      <a:r>
                        <a:rPr lang="en-US" sz="1000" b="0" i="0" u="none" strike="noStrike">
                          <a:solidFill>
                            <a:schemeClr val="tx1"/>
                          </a:solidFill>
                          <a:effectLst/>
                          <a:latin typeface="Calibri" panose="020F0502020204030204" pitchFamily="34" charset="0"/>
                        </a:rPr>
                        <a:t>Contracted Entity City</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buNone/>
                      </a:pPr>
                      <a:r>
                        <a:rPr lang="en-US" sz="1000" b="0" i="0" u="none" strike="noStrike">
                          <a:solidFill>
                            <a:srgbClr val="000000"/>
                          </a:solidFill>
                          <a:effectLst/>
                          <a:latin typeface="Calibri" panose="020F0502020204030204" pitchFamily="34" charset="0"/>
                        </a:rPr>
                        <a:t>Archer</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rtl="0" fontAlgn="ctr">
                        <a:buNone/>
                      </a:pPr>
                      <a:endParaRPr lang="en-US" sz="1000" b="1" i="0" u="none" strike="noStrike">
                        <a:solidFill>
                          <a:srgbClr val="000000"/>
                        </a:solidFill>
                        <a:effectLst/>
                        <a:latin typeface="Aptos"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lumOff val="25000"/>
                      </a:schemeClr>
                    </a:solidFill>
                  </a:tcPr>
                </a:tc>
                <a:tc>
                  <a:txBody>
                    <a:bodyPr/>
                    <a:lstStyle/>
                    <a:p>
                      <a:pPr algn="l" rtl="0" fontAlgn="ctr">
                        <a:buNone/>
                      </a:pPr>
                      <a:endParaRPr lang="en-US" sz="1000" b="1" i="0" u="none" strike="noStrike">
                        <a:solidFill>
                          <a:schemeClr val="bg2">
                            <a:lumMod val="50000"/>
                          </a:schemeClr>
                        </a:solidFill>
                        <a:effectLst/>
                        <a:latin typeface="Aptos"/>
                      </a:endParaRPr>
                    </a:p>
                  </a:txBody>
                  <a:tcPr marL="6350" marR="6350" marT="6350" marB="0" anchor="ctr">
                    <a:lnL w="12700" cap="flat" cmpd="sng" algn="ctr">
                      <a:solidFill>
                        <a:schemeClr val="tx1"/>
                      </a:solidFill>
                      <a:prstDash val="solid"/>
                      <a:round/>
                      <a:headEnd type="none" w="med" len="med"/>
                      <a:tailEnd type="none" w="med" len="med"/>
                    </a:lnL>
                    <a:solidFill>
                      <a:schemeClr val="bg1">
                        <a:lumMod val="85000"/>
                      </a:schemeClr>
                    </a:solidFill>
                  </a:tcPr>
                </a:tc>
                <a:extLst>
                  <a:ext uri="{0D108BD9-81ED-4DB2-BD59-A6C34878D82A}">
                    <a16:rowId xmlns:a16="http://schemas.microsoft.com/office/drawing/2014/main" val="4229625421"/>
                  </a:ext>
                </a:extLst>
              </a:tr>
              <a:tr h="203200">
                <a:tc>
                  <a:txBody>
                    <a:bodyPr/>
                    <a:lstStyle/>
                    <a:p>
                      <a:pPr algn="l" fontAlgn="b">
                        <a:buNone/>
                      </a:pPr>
                      <a:r>
                        <a:rPr lang="en-US" sz="1000" b="0" i="0" u="none" strike="noStrike" kern="1500">
                          <a:solidFill>
                            <a:schemeClr val="tx1"/>
                          </a:solidFill>
                          <a:effectLst/>
                          <a:latin typeface="Calibri" panose="020F0502020204030204" pitchFamily="34" charset="0"/>
                          <a:ea typeface="+mn-ea"/>
                          <a:cs typeface="+mn-cs"/>
                        </a:rPr>
                        <a:t>Contracted Entity Name</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buNone/>
                      </a:pPr>
                      <a:r>
                        <a:rPr lang="en-US" sz="1000" b="0" i="0" u="none" strike="noStrike">
                          <a:solidFill>
                            <a:srgbClr val="000000"/>
                          </a:solidFill>
                          <a:effectLst/>
                          <a:latin typeface="Calibri"/>
                        </a:rPr>
                        <a:t>SCM</a:t>
                      </a:r>
                      <a:endParaRPr lang="en-US" sz="1000" b="0" i="0" u="none" strike="noStrike">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rtl="0" fontAlgn="ctr">
                        <a:buNone/>
                      </a:pPr>
                      <a:endParaRPr lang="en-US" sz="1000" b="1" i="0" u="none" strike="noStrike">
                        <a:solidFill>
                          <a:srgbClr val="000000"/>
                        </a:solidFill>
                        <a:effectLst/>
                        <a:latin typeface="Aptos"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lumOff val="25000"/>
                      </a:schemeClr>
                    </a:solidFill>
                  </a:tcPr>
                </a:tc>
                <a:tc>
                  <a:txBody>
                    <a:bodyPr/>
                    <a:lstStyle/>
                    <a:p>
                      <a:pPr marL="0" marR="0" lvl="0" indent="0" algn="l" defTabSz="457200" rtl="0" eaLnBrk="1" fontAlgn="ctr" latinLnBrk="0" hangingPunct="1">
                        <a:lnSpc>
                          <a:spcPct val="100000"/>
                        </a:lnSpc>
                        <a:spcBef>
                          <a:spcPts val="0"/>
                        </a:spcBef>
                        <a:spcAft>
                          <a:spcPts val="0"/>
                        </a:spcAft>
                        <a:buClrTx/>
                        <a:buSzTx/>
                        <a:buFontTx/>
                        <a:buNone/>
                        <a:tabLst/>
                        <a:defRPr/>
                      </a:pPr>
                      <a:endParaRPr lang="en-US" sz="1000" b="0" i="1" u="none" strike="noStrike">
                        <a:solidFill>
                          <a:schemeClr val="bg2">
                            <a:lumMod val="50000"/>
                          </a:schemeClr>
                        </a:solidFill>
                        <a:effectLst/>
                        <a:latin typeface="Aptos"/>
                      </a:endParaRPr>
                    </a:p>
                  </a:txBody>
                  <a:tcPr marL="6350" marR="6350" marT="6350" marB="0" anchor="ctr">
                    <a:lnL w="12700" cap="flat" cmpd="sng" algn="ctr">
                      <a:solidFill>
                        <a:schemeClr val="tx1"/>
                      </a:solidFill>
                      <a:prstDash val="solid"/>
                      <a:round/>
                      <a:headEnd type="none" w="med" len="med"/>
                      <a:tailEnd type="none" w="med" len="med"/>
                    </a:lnL>
                    <a:solidFill>
                      <a:schemeClr val="bg1">
                        <a:lumMod val="85000"/>
                      </a:schemeClr>
                    </a:solidFill>
                  </a:tcPr>
                </a:tc>
                <a:extLst>
                  <a:ext uri="{0D108BD9-81ED-4DB2-BD59-A6C34878D82A}">
                    <a16:rowId xmlns:a16="http://schemas.microsoft.com/office/drawing/2014/main" val="3433031983"/>
                  </a:ext>
                </a:extLst>
              </a:tr>
              <a:tr h="203200">
                <a:tc>
                  <a:txBody>
                    <a:bodyPr/>
                    <a:lstStyle/>
                    <a:p>
                      <a:pPr algn="l" fontAlgn="b">
                        <a:buNone/>
                      </a:pPr>
                      <a:r>
                        <a:rPr lang="en-US" sz="1000" b="0" i="0" u="none" strike="noStrike">
                          <a:solidFill>
                            <a:schemeClr val="tx1"/>
                          </a:solidFill>
                          <a:effectLst/>
                          <a:latin typeface="Calibri" panose="020F0502020204030204" pitchFamily="34" charset="0"/>
                        </a:rPr>
                        <a:t>Contracted Entity State</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buNone/>
                      </a:pPr>
                      <a:r>
                        <a:rPr lang="en-US" sz="1000" b="0" i="0" u="none" strike="noStrike">
                          <a:solidFill>
                            <a:srgbClr val="000000"/>
                          </a:solidFill>
                          <a:effectLst/>
                          <a:latin typeface="Calibri" panose="020F0502020204030204" pitchFamily="34" charset="0"/>
                        </a:rPr>
                        <a:t>Archer</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rtl="0" fontAlgn="ctr">
                        <a:buNone/>
                      </a:pPr>
                      <a:endParaRPr lang="en-US" sz="1000" b="1" i="0" u="none" strike="noStrike">
                        <a:solidFill>
                          <a:srgbClr val="000000"/>
                        </a:solidFill>
                        <a:effectLst/>
                        <a:latin typeface="Aptos"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lumOff val="25000"/>
                      </a:schemeClr>
                    </a:solidFill>
                  </a:tcPr>
                </a:tc>
                <a:tc>
                  <a:txBody>
                    <a:bodyPr/>
                    <a:lstStyle/>
                    <a:p>
                      <a:pPr marL="0" marR="0" lvl="0" indent="0" algn="l" defTabSz="457200" rtl="0" eaLnBrk="1" fontAlgn="ctr" latinLnBrk="0" hangingPunct="1">
                        <a:lnSpc>
                          <a:spcPct val="100000"/>
                        </a:lnSpc>
                        <a:spcBef>
                          <a:spcPts val="0"/>
                        </a:spcBef>
                        <a:spcAft>
                          <a:spcPts val="0"/>
                        </a:spcAft>
                        <a:buClrTx/>
                        <a:buSzTx/>
                        <a:buFontTx/>
                        <a:buNone/>
                        <a:tabLst/>
                        <a:defRPr/>
                      </a:pPr>
                      <a:endParaRPr lang="en-US" sz="1000" b="0" i="1" u="none" strike="noStrike">
                        <a:solidFill>
                          <a:schemeClr val="bg2">
                            <a:lumMod val="50000"/>
                          </a:schemeClr>
                        </a:solidFill>
                        <a:effectLst/>
                        <a:latin typeface="Aptos"/>
                      </a:endParaRPr>
                    </a:p>
                  </a:txBody>
                  <a:tcPr marL="6350" marR="6350" marT="6350" marB="0" anchor="ctr">
                    <a:lnL w="12700" cap="flat" cmpd="sng" algn="ctr">
                      <a:solidFill>
                        <a:schemeClr val="tx1"/>
                      </a:solidFill>
                      <a:prstDash val="solid"/>
                      <a:round/>
                      <a:headEnd type="none" w="med" len="med"/>
                      <a:tailEnd type="none" w="med" len="med"/>
                    </a:lnL>
                    <a:solidFill>
                      <a:schemeClr val="bg1">
                        <a:lumMod val="85000"/>
                      </a:schemeClr>
                    </a:solidFill>
                  </a:tcPr>
                </a:tc>
                <a:extLst>
                  <a:ext uri="{0D108BD9-81ED-4DB2-BD59-A6C34878D82A}">
                    <a16:rowId xmlns:a16="http://schemas.microsoft.com/office/drawing/2014/main" val="720572906"/>
                  </a:ext>
                </a:extLst>
              </a:tr>
              <a:tr h="203200">
                <a:tc>
                  <a:txBody>
                    <a:bodyPr/>
                    <a:lstStyle/>
                    <a:p>
                      <a:pPr algn="l" fontAlgn="b">
                        <a:buNone/>
                      </a:pPr>
                      <a:r>
                        <a:rPr lang="en-US" sz="1000" b="0" i="0" u="none" strike="noStrike">
                          <a:solidFill>
                            <a:schemeClr val="tx1"/>
                          </a:solidFill>
                          <a:effectLst/>
                          <a:latin typeface="Calibri" panose="020F0502020204030204" pitchFamily="34" charset="0"/>
                        </a:rPr>
                        <a:t>Contracted Entity Zip</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buNone/>
                      </a:pPr>
                      <a:r>
                        <a:rPr lang="en-US" sz="1000" b="0" i="0" u="none" strike="noStrike">
                          <a:solidFill>
                            <a:srgbClr val="000000"/>
                          </a:solidFill>
                          <a:effectLst/>
                          <a:latin typeface="Calibri" panose="020F0502020204030204" pitchFamily="34" charset="0"/>
                        </a:rPr>
                        <a:t>Archer</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rtl="0" fontAlgn="ctr">
                        <a:buNone/>
                      </a:pPr>
                      <a:endParaRPr lang="en-US" sz="1000" b="1" i="0" u="none" strike="noStrike">
                        <a:solidFill>
                          <a:srgbClr val="000000"/>
                        </a:solidFill>
                        <a:effectLst/>
                        <a:latin typeface="Aptos"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lumOff val="25000"/>
                      </a:schemeClr>
                    </a:solidFill>
                  </a:tcPr>
                </a:tc>
                <a:tc>
                  <a:txBody>
                    <a:bodyPr/>
                    <a:lstStyle/>
                    <a:p>
                      <a:pPr marL="0" marR="0" lvl="0" indent="0" algn="l" defTabSz="457200" rtl="0" eaLnBrk="1" fontAlgn="ctr" latinLnBrk="0" hangingPunct="1">
                        <a:lnSpc>
                          <a:spcPct val="100000"/>
                        </a:lnSpc>
                        <a:spcBef>
                          <a:spcPts val="0"/>
                        </a:spcBef>
                        <a:spcAft>
                          <a:spcPts val="0"/>
                        </a:spcAft>
                        <a:buClrTx/>
                        <a:buSzTx/>
                        <a:buFontTx/>
                        <a:buNone/>
                        <a:tabLst/>
                        <a:defRPr/>
                      </a:pPr>
                      <a:endParaRPr lang="en-US" sz="1000" b="0" i="1" u="none" strike="noStrike">
                        <a:solidFill>
                          <a:schemeClr val="bg2">
                            <a:lumMod val="50000"/>
                          </a:schemeClr>
                        </a:solidFill>
                        <a:effectLst/>
                        <a:latin typeface="Aptos"/>
                      </a:endParaRPr>
                    </a:p>
                  </a:txBody>
                  <a:tcPr marL="6350" marR="6350" marT="6350" marB="0" anchor="ctr">
                    <a:lnL w="12700" cap="flat" cmpd="sng" algn="ctr">
                      <a:solidFill>
                        <a:schemeClr val="tx1"/>
                      </a:solidFill>
                      <a:prstDash val="solid"/>
                      <a:round/>
                      <a:headEnd type="none" w="med" len="med"/>
                      <a:tailEnd type="none" w="med" len="med"/>
                    </a:lnL>
                    <a:solidFill>
                      <a:schemeClr val="bg1">
                        <a:lumMod val="85000"/>
                      </a:schemeClr>
                    </a:solidFill>
                  </a:tcPr>
                </a:tc>
                <a:extLst>
                  <a:ext uri="{0D108BD9-81ED-4DB2-BD59-A6C34878D82A}">
                    <a16:rowId xmlns:a16="http://schemas.microsoft.com/office/drawing/2014/main" val="2558491684"/>
                  </a:ext>
                </a:extLst>
              </a:tr>
              <a:tr h="203200">
                <a:tc>
                  <a:txBody>
                    <a:bodyPr/>
                    <a:lstStyle/>
                    <a:p>
                      <a:pPr algn="l" fontAlgn="b">
                        <a:buNone/>
                      </a:pPr>
                      <a:r>
                        <a:rPr lang="en-US" sz="1000" b="0" i="0" u="none" strike="noStrike">
                          <a:solidFill>
                            <a:schemeClr val="tx1"/>
                          </a:solidFill>
                          <a:effectLst/>
                          <a:latin typeface="Calibri" panose="020F0502020204030204" pitchFamily="34" charset="0"/>
                        </a:rPr>
                        <a:t>Corrective Action Plan</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buNone/>
                      </a:pPr>
                      <a:r>
                        <a:rPr lang="en-US" sz="1000" b="0" i="0" u="none" strike="noStrike">
                          <a:solidFill>
                            <a:srgbClr val="000000"/>
                          </a:solidFill>
                          <a:effectLst/>
                          <a:latin typeface="Calibri" panose="020F0502020204030204" pitchFamily="34" charset="0"/>
                        </a:rPr>
                        <a:t>Archer</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rtl="0" fontAlgn="ctr">
                        <a:buNone/>
                      </a:pPr>
                      <a:endParaRPr lang="en-US" sz="1000" b="1" i="0" u="none" strike="noStrike">
                        <a:solidFill>
                          <a:srgbClr val="000000"/>
                        </a:solidFill>
                        <a:effectLst/>
                        <a:latin typeface="Aptos"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lumOff val="25000"/>
                      </a:schemeClr>
                    </a:solidFill>
                  </a:tcPr>
                </a:tc>
                <a:tc>
                  <a:txBody>
                    <a:bodyPr/>
                    <a:lstStyle/>
                    <a:p>
                      <a:pPr marL="0" marR="0" lvl="0" indent="0" algn="l" defTabSz="457200" rtl="0" eaLnBrk="1" fontAlgn="ctr" latinLnBrk="0" hangingPunct="1">
                        <a:lnSpc>
                          <a:spcPct val="100000"/>
                        </a:lnSpc>
                        <a:spcBef>
                          <a:spcPts val="0"/>
                        </a:spcBef>
                        <a:spcAft>
                          <a:spcPts val="0"/>
                        </a:spcAft>
                        <a:buClrTx/>
                        <a:buSzTx/>
                        <a:buFontTx/>
                        <a:buNone/>
                        <a:tabLst/>
                        <a:defRPr/>
                      </a:pPr>
                      <a:endParaRPr lang="en-US" sz="1000" b="0" i="1" u="none" strike="noStrike">
                        <a:solidFill>
                          <a:schemeClr val="bg2">
                            <a:lumMod val="50000"/>
                          </a:schemeClr>
                        </a:solidFill>
                        <a:effectLst/>
                        <a:latin typeface="Aptos"/>
                      </a:endParaRPr>
                    </a:p>
                  </a:txBody>
                  <a:tcPr marL="6350" marR="6350" marT="6350" marB="0" anchor="ctr">
                    <a:lnL w="12700" cap="flat" cmpd="sng" algn="ctr">
                      <a:solidFill>
                        <a:schemeClr val="tx1"/>
                      </a:solidFill>
                      <a:prstDash val="solid"/>
                      <a:round/>
                      <a:headEnd type="none" w="med" len="med"/>
                      <a:tailEnd type="none" w="med" len="med"/>
                    </a:lnL>
                    <a:solidFill>
                      <a:schemeClr val="bg1">
                        <a:lumMod val="85000"/>
                      </a:schemeClr>
                    </a:solidFill>
                  </a:tcPr>
                </a:tc>
                <a:extLst>
                  <a:ext uri="{0D108BD9-81ED-4DB2-BD59-A6C34878D82A}">
                    <a16:rowId xmlns:a16="http://schemas.microsoft.com/office/drawing/2014/main" val="2533195732"/>
                  </a:ext>
                </a:extLst>
              </a:tr>
              <a:tr h="203200">
                <a:tc>
                  <a:txBody>
                    <a:bodyPr/>
                    <a:lstStyle/>
                    <a:p>
                      <a:pPr algn="l" fontAlgn="b">
                        <a:buNone/>
                      </a:pPr>
                      <a:r>
                        <a:rPr lang="en-US" sz="1000" b="1" i="0" u="none" strike="noStrike" kern="1500">
                          <a:solidFill>
                            <a:schemeClr val="tx1"/>
                          </a:solidFill>
                          <a:effectLst/>
                          <a:latin typeface="Calibri" panose="020F0502020204030204" pitchFamily="34" charset="0"/>
                          <a:ea typeface="+mn-ea"/>
                          <a:cs typeface="+mn-cs"/>
                        </a:rPr>
                        <a:t>Decision Auth Communication</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buNone/>
                      </a:pPr>
                      <a:r>
                        <a:rPr lang="en-US" sz="1000" b="1" i="0" u="none" strike="noStrike">
                          <a:solidFill>
                            <a:schemeClr val="tx1"/>
                          </a:solidFill>
                          <a:effectLst/>
                          <a:latin typeface="Calibri"/>
                        </a:rPr>
                        <a:t>NEW – D360 BASED</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rtl="0" fontAlgn="ctr">
                        <a:buNone/>
                      </a:pPr>
                      <a:endParaRPr lang="en-US" sz="1000" b="1" i="0" u="none" strike="noStrike">
                        <a:solidFill>
                          <a:srgbClr val="000000"/>
                        </a:solidFill>
                        <a:effectLst/>
                        <a:latin typeface="Aptos"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lumOff val="25000"/>
                      </a:schemeClr>
                    </a:solidFill>
                  </a:tcPr>
                </a:tc>
                <a:tc>
                  <a:txBody>
                    <a:bodyPr/>
                    <a:lstStyle/>
                    <a:p>
                      <a:pPr marL="0" marR="0" lvl="0" indent="0" algn="l" defTabSz="457200" rtl="0" eaLnBrk="1" fontAlgn="ctr" latinLnBrk="0" hangingPunct="1">
                        <a:lnSpc>
                          <a:spcPct val="100000"/>
                        </a:lnSpc>
                        <a:spcBef>
                          <a:spcPts val="0"/>
                        </a:spcBef>
                        <a:spcAft>
                          <a:spcPts val="0"/>
                        </a:spcAft>
                        <a:buClrTx/>
                        <a:buSzTx/>
                        <a:buFontTx/>
                        <a:buNone/>
                        <a:tabLst/>
                        <a:defRPr/>
                      </a:pPr>
                      <a:r>
                        <a:rPr lang="en-US" sz="1000" b="0" i="1" u="none" strike="noStrike">
                          <a:solidFill>
                            <a:schemeClr val="bg2">
                              <a:lumMod val="50000"/>
                            </a:schemeClr>
                          </a:solidFill>
                          <a:effectLst/>
                          <a:latin typeface="Aptos"/>
                        </a:rPr>
                        <a:t>Free Text &gt; confirm character count with Appian</a:t>
                      </a:r>
                    </a:p>
                  </a:txBody>
                  <a:tcPr marL="6350" marR="6350" marT="6350" marB="0" anchor="ctr">
                    <a:lnL w="12700" cap="flat" cmpd="sng" algn="ctr">
                      <a:solidFill>
                        <a:schemeClr val="tx1"/>
                      </a:solidFill>
                      <a:prstDash val="solid"/>
                      <a:round/>
                      <a:headEnd type="none" w="med" len="med"/>
                      <a:tailEnd type="none" w="med" len="med"/>
                    </a:lnL>
                    <a:solidFill>
                      <a:schemeClr val="bg1">
                        <a:lumMod val="85000"/>
                      </a:schemeClr>
                    </a:solidFill>
                  </a:tcPr>
                </a:tc>
                <a:extLst>
                  <a:ext uri="{0D108BD9-81ED-4DB2-BD59-A6C34878D82A}">
                    <a16:rowId xmlns:a16="http://schemas.microsoft.com/office/drawing/2014/main" val="2686800431"/>
                  </a:ext>
                </a:extLst>
              </a:tr>
              <a:tr h="203200">
                <a:tc>
                  <a:txBody>
                    <a:bodyPr/>
                    <a:lstStyle/>
                    <a:p>
                      <a:pPr algn="l" fontAlgn="b">
                        <a:buNone/>
                      </a:pPr>
                      <a:r>
                        <a:rPr lang="en-US" sz="1000" b="0" i="0" u="none" strike="noStrike">
                          <a:solidFill>
                            <a:schemeClr val="tx1"/>
                          </a:solidFill>
                          <a:effectLst/>
                          <a:latin typeface="Calibri"/>
                        </a:rPr>
                        <a:t>Delegate Entity Type</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buNone/>
                      </a:pPr>
                      <a:r>
                        <a:rPr lang="en-US" sz="1000" b="0" i="0" u="none" strike="noStrike">
                          <a:solidFill>
                            <a:srgbClr val="000000"/>
                          </a:solidFill>
                          <a:effectLst/>
                          <a:latin typeface="Calibri" panose="020F0502020204030204" pitchFamily="34" charset="0"/>
                        </a:rPr>
                        <a:t>Archer</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rtl="0" fontAlgn="ctr">
                        <a:buNone/>
                      </a:pPr>
                      <a:endParaRPr lang="en-US" sz="1000" b="1" i="0" u="none" strike="noStrike">
                        <a:solidFill>
                          <a:srgbClr val="000000"/>
                        </a:solidFill>
                        <a:effectLst/>
                        <a:latin typeface="Aptos"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lumOff val="25000"/>
                      </a:schemeClr>
                    </a:solidFill>
                  </a:tcPr>
                </a:tc>
                <a:tc>
                  <a:txBody>
                    <a:bodyPr/>
                    <a:lstStyle/>
                    <a:p>
                      <a:pPr marL="0" marR="0" lvl="0" indent="0" algn="l" defTabSz="457200" rtl="0" eaLnBrk="1" fontAlgn="ctr" latinLnBrk="0" hangingPunct="1">
                        <a:lnSpc>
                          <a:spcPct val="100000"/>
                        </a:lnSpc>
                        <a:spcBef>
                          <a:spcPts val="0"/>
                        </a:spcBef>
                        <a:spcAft>
                          <a:spcPts val="0"/>
                        </a:spcAft>
                        <a:buClrTx/>
                        <a:buSzTx/>
                        <a:buFontTx/>
                        <a:buNone/>
                        <a:tabLst/>
                        <a:defRPr/>
                      </a:pPr>
                      <a:endParaRPr lang="en-US" sz="1000" b="0" i="1" u="none" strike="noStrike">
                        <a:solidFill>
                          <a:schemeClr val="bg2">
                            <a:lumMod val="50000"/>
                          </a:schemeClr>
                        </a:solidFill>
                        <a:effectLst/>
                        <a:latin typeface="Aptos"/>
                      </a:endParaRPr>
                    </a:p>
                  </a:txBody>
                  <a:tcPr marL="6350" marR="6350" marT="6350" marB="0" anchor="ctr">
                    <a:lnL w="12700" cap="flat" cmpd="sng" algn="ctr">
                      <a:solidFill>
                        <a:schemeClr val="tx1"/>
                      </a:solidFill>
                      <a:prstDash val="solid"/>
                      <a:round/>
                      <a:headEnd type="none" w="med" len="med"/>
                      <a:tailEnd type="none" w="med" len="med"/>
                    </a:lnL>
                    <a:solidFill>
                      <a:schemeClr val="bg1">
                        <a:lumMod val="85000"/>
                      </a:schemeClr>
                    </a:solidFill>
                  </a:tcPr>
                </a:tc>
                <a:extLst>
                  <a:ext uri="{0D108BD9-81ED-4DB2-BD59-A6C34878D82A}">
                    <a16:rowId xmlns:a16="http://schemas.microsoft.com/office/drawing/2014/main" val="694393050"/>
                  </a:ext>
                </a:extLst>
              </a:tr>
              <a:tr h="203200">
                <a:tc>
                  <a:txBody>
                    <a:bodyPr/>
                    <a:lstStyle/>
                    <a:p>
                      <a:pPr algn="l" fontAlgn="b">
                        <a:buNone/>
                      </a:pPr>
                      <a:r>
                        <a:rPr lang="en-US" sz="1000" b="0" i="0" u="none" strike="noStrike">
                          <a:solidFill>
                            <a:schemeClr val="tx1"/>
                          </a:solidFill>
                          <a:effectLst/>
                          <a:latin typeface="Calibri"/>
                        </a:rPr>
                        <a:t>Delegated Entity Contacts</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buNone/>
                      </a:pPr>
                      <a:r>
                        <a:rPr lang="en-US" sz="1000" b="0" i="0" u="none" strike="noStrike">
                          <a:solidFill>
                            <a:srgbClr val="000000"/>
                          </a:solidFill>
                          <a:effectLst/>
                          <a:latin typeface="Calibri"/>
                        </a:rPr>
                        <a:t>Archer, CA IPA </a:t>
                      </a:r>
                      <a:r>
                        <a:rPr lang="en-US" sz="1000" b="0" i="0" u="none" strike="noStrike" err="1">
                          <a:solidFill>
                            <a:srgbClr val="000000"/>
                          </a:solidFill>
                          <a:effectLst/>
                          <a:latin typeface="Calibri"/>
                        </a:rPr>
                        <a:t>Quickbase</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rtl="0" fontAlgn="ctr">
                        <a:buNone/>
                      </a:pPr>
                      <a:endParaRPr lang="en-US" sz="1000" b="1" i="0" u="none" strike="noStrike">
                        <a:solidFill>
                          <a:srgbClr val="000000"/>
                        </a:solidFill>
                        <a:effectLst/>
                        <a:latin typeface="Aptos"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lumOff val="25000"/>
                      </a:schemeClr>
                    </a:solidFill>
                  </a:tcPr>
                </a:tc>
                <a:tc>
                  <a:txBody>
                    <a:bodyPr/>
                    <a:lstStyle/>
                    <a:p>
                      <a:pPr marL="0" marR="0" lvl="0" indent="0" algn="l" defTabSz="457200" rtl="0" eaLnBrk="1" fontAlgn="ctr" latinLnBrk="0" hangingPunct="1">
                        <a:lnSpc>
                          <a:spcPct val="100000"/>
                        </a:lnSpc>
                        <a:spcBef>
                          <a:spcPts val="0"/>
                        </a:spcBef>
                        <a:spcAft>
                          <a:spcPts val="0"/>
                        </a:spcAft>
                        <a:buClrTx/>
                        <a:buSzTx/>
                        <a:buFontTx/>
                        <a:buNone/>
                        <a:tabLst/>
                        <a:defRPr/>
                      </a:pPr>
                      <a:endParaRPr lang="en-US" sz="1000" b="0" i="1" u="none" strike="noStrike">
                        <a:solidFill>
                          <a:schemeClr val="bg2">
                            <a:lumMod val="50000"/>
                          </a:schemeClr>
                        </a:solidFill>
                        <a:effectLst/>
                        <a:latin typeface="Aptos"/>
                      </a:endParaRPr>
                    </a:p>
                  </a:txBody>
                  <a:tcPr marL="6350" marR="6350" marT="6350" marB="0" anchor="ctr">
                    <a:lnL w="12700" cap="flat" cmpd="sng" algn="ctr">
                      <a:solidFill>
                        <a:schemeClr val="tx1"/>
                      </a:solidFill>
                      <a:prstDash val="solid"/>
                      <a:round/>
                      <a:headEnd type="none" w="med" len="med"/>
                      <a:tailEnd type="none" w="med" len="med"/>
                    </a:lnL>
                    <a:solidFill>
                      <a:schemeClr val="bg1">
                        <a:lumMod val="85000"/>
                      </a:schemeClr>
                    </a:solidFill>
                  </a:tcPr>
                </a:tc>
                <a:extLst>
                  <a:ext uri="{0D108BD9-81ED-4DB2-BD59-A6C34878D82A}">
                    <a16:rowId xmlns:a16="http://schemas.microsoft.com/office/drawing/2014/main" val="4110070830"/>
                  </a:ext>
                </a:extLst>
              </a:tr>
              <a:tr h="203200">
                <a:tc>
                  <a:txBody>
                    <a:bodyPr/>
                    <a:lstStyle/>
                    <a:p>
                      <a:pPr algn="l" fontAlgn="b">
                        <a:buNone/>
                      </a:pPr>
                      <a:r>
                        <a:rPr lang="en-US" sz="1000" b="0" i="0" u="none" strike="noStrike">
                          <a:solidFill>
                            <a:schemeClr val="tx1"/>
                          </a:solidFill>
                          <a:effectLst/>
                          <a:latin typeface="Calibri" panose="020F0502020204030204" pitchFamily="34" charset="0"/>
                        </a:rPr>
                        <a:t>Delegated Services</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buNone/>
                      </a:pPr>
                      <a:r>
                        <a:rPr lang="en-US" sz="1000" b="0" i="0" u="none" strike="noStrike">
                          <a:solidFill>
                            <a:srgbClr val="000000"/>
                          </a:solidFill>
                          <a:effectLst/>
                          <a:latin typeface="Calibri" panose="020F0502020204030204" pitchFamily="34" charset="0"/>
                        </a:rPr>
                        <a:t>SCM/CTR/Procurement</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rtl="0" fontAlgn="ctr">
                        <a:buNone/>
                      </a:pPr>
                      <a:endParaRPr lang="en-US" sz="1000" b="1" i="0" u="none" strike="noStrike">
                        <a:solidFill>
                          <a:srgbClr val="000000"/>
                        </a:solidFill>
                        <a:effectLst/>
                        <a:latin typeface="Aptos"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lumOff val="25000"/>
                      </a:schemeClr>
                    </a:solidFill>
                  </a:tcPr>
                </a:tc>
                <a:tc>
                  <a:txBody>
                    <a:bodyPr/>
                    <a:lstStyle/>
                    <a:p>
                      <a:pPr marL="0" marR="0" lvl="0" indent="0" algn="l" defTabSz="457200" rtl="0" eaLnBrk="1" fontAlgn="ctr" latinLnBrk="0" hangingPunct="1">
                        <a:lnSpc>
                          <a:spcPct val="100000"/>
                        </a:lnSpc>
                        <a:spcBef>
                          <a:spcPts val="0"/>
                        </a:spcBef>
                        <a:spcAft>
                          <a:spcPts val="0"/>
                        </a:spcAft>
                        <a:buClrTx/>
                        <a:buSzTx/>
                        <a:buFontTx/>
                        <a:buNone/>
                        <a:tabLst/>
                        <a:defRPr/>
                      </a:pPr>
                      <a:endParaRPr lang="en-US" sz="1000" b="0" i="1" u="none" strike="noStrike">
                        <a:solidFill>
                          <a:schemeClr val="bg2">
                            <a:lumMod val="50000"/>
                          </a:schemeClr>
                        </a:solidFill>
                        <a:effectLst/>
                        <a:latin typeface="Aptos"/>
                      </a:endParaRPr>
                    </a:p>
                  </a:txBody>
                  <a:tcPr marL="6350" marR="6350" marT="6350" marB="0" anchor="ctr">
                    <a:lnL w="12700" cap="flat" cmpd="sng" algn="ctr">
                      <a:solidFill>
                        <a:schemeClr val="tx1"/>
                      </a:solidFill>
                      <a:prstDash val="solid"/>
                      <a:round/>
                      <a:headEnd type="none" w="med" len="med"/>
                      <a:tailEnd type="none" w="med" len="med"/>
                    </a:lnL>
                    <a:solidFill>
                      <a:schemeClr val="bg1">
                        <a:lumMod val="85000"/>
                      </a:schemeClr>
                    </a:solidFill>
                  </a:tcPr>
                </a:tc>
                <a:extLst>
                  <a:ext uri="{0D108BD9-81ED-4DB2-BD59-A6C34878D82A}">
                    <a16:rowId xmlns:a16="http://schemas.microsoft.com/office/drawing/2014/main" val="93167019"/>
                  </a:ext>
                </a:extLst>
              </a:tr>
              <a:tr h="203200">
                <a:tc>
                  <a:txBody>
                    <a:bodyPr/>
                    <a:lstStyle/>
                    <a:p>
                      <a:pPr algn="l" fontAlgn="b">
                        <a:buNone/>
                      </a:pPr>
                      <a:r>
                        <a:rPr lang="en-US" sz="1000" b="0" i="0" u="none" strike="noStrike" kern="1500">
                          <a:solidFill>
                            <a:schemeClr val="tx1"/>
                          </a:solidFill>
                          <a:effectLst/>
                          <a:latin typeface="Calibri" panose="020F0502020204030204" pitchFamily="34" charset="0"/>
                          <a:ea typeface="+mn-ea"/>
                          <a:cs typeface="+mn-cs"/>
                        </a:rPr>
                        <a:t>Delegation</a:t>
                      </a:r>
                      <a:r>
                        <a:rPr lang="en-US" sz="1000" b="0" i="0" u="none" strike="noStrike">
                          <a:solidFill>
                            <a:schemeClr val="tx1"/>
                          </a:solidFill>
                          <a:effectLst/>
                          <a:latin typeface="Calibri" panose="020F0502020204030204" pitchFamily="34" charset="0"/>
                        </a:rPr>
                        <a:t> Type</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buNone/>
                      </a:pPr>
                      <a:r>
                        <a:rPr lang="en-US" sz="1000" b="0" i="0" u="none" strike="noStrike">
                          <a:solidFill>
                            <a:srgbClr val="000000"/>
                          </a:solidFill>
                          <a:effectLst/>
                          <a:latin typeface="Calibri" panose="020F0502020204030204" pitchFamily="34" charset="0"/>
                        </a:rPr>
                        <a:t>Archer</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rtl="0" fontAlgn="ctr">
                        <a:buNone/>
                      </a:pPr>
                      <a:endParaRPr lang="en-US" sz="1000" b="1" i="0" u="none" strike="noStrike">
                        <a:solidFill>
                          <a:srgbClr val="000000"/>
                        </a:solidFill>
                        <a:effectLst/>
                        <a:latin typeface="Aptos"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lumOff val="25000"/>
                      </a:schemeClr>
                    </a:solidFill>
                  </a:tcPr>
                </a:tc>
                <a:tc>
                  <a:txBody>
                    <a:bodyPr/>
                    <a:lstStyle/>
                    <a:p>
                      <a:pPr marL="0" marR="0" lvl="0" indent="0" algn="l" defTabSz="457200" rtl="0" eaLnBrk="1" fontAlgn="ctr" latinLnBrk="0" hangingPunct="1">
                        <a:lnSpc>
                          <a:spcPct val="100000"/>
                        </a:lnSpc>
                        <a:spcBef>
                          <a:spcPts val="0"/>
                        </a:spcBef>
                        <a:spcAft>
                          <a:spcPts val="0"/>
                        </a:spcAft>
                        <a:buClrTx/>
                        <a:buSzTx/>
                        <a:buFontTx/>
                        <a:buNone/>
                        <a:tabLst/>
                        <a:defRPr/>
                      </a:pPr>
                      <a:endParaRPr lang="en-US" sz="1000" b="0" i="1" u="none" strike="noStrike">
                        <a:solidFill>
                          <a:schemeClr val="bg2">
                            <a:lumMod val="50000"/>
                          </a:schemeClr>
                        </a:solidFill>
                        <a:effectLst/>
                        <a:latin typeface="Aptos"/>
                      </a:endParaRPr>
                    </a:p>
                  </a:txBody>
                  <a:tcPr marL="6350" marR="6350" marT="6350" marB="0" anchor="ctr">
                    <a:lnL w="12700" cap="flat" cmpd="sng" algn="ctr">
                      <a:solidFill>
                        <a:schemeClr val="tx1"/>
                      </a:solidFill>
                      <a:prstDash val="solid"/>
                      <a:round/>
                      <a:headEnd type="none" w="med" len="med"/>
                      <a:tailEnd type="none" w="med" len="med"/>
                    </a:lnL>
                    <a:solidFill>
                      <a:schemeClr val="bg1">
                        <a:lumMod val="85000"/>
                      </a:schemeClr>
                    </a:solidFill>
                  </a:tcPr>
                </a:tc>
                <a:extLst>
                  <a:ext uri="{0D108BD9-81ED-4DB2-BD59-A6C34878D82A}">
                    <a16:rowId xmlns:a16="http://schemas.microsoft.com/office/drawing/2014/main" val="4240596922"/>
                  </a:ext>
                </a:extLst>
              </a:tr>
              <a:tr h="203200">
                <a:tc>
                  <a:txBody>
                    <a:bodyPr/>
                    <a:lstStyle/>
                    <a:p>
                      <a:pPr algn="l" fontAlgn="b">
                        <a:buNone/>
                      </a:pPr>
                      <a:r>
                        <a:rPr lang="en-US" sz="1000" b="0" i="0" u="none" strike="noStrike">
                          <a:solidFill>
                            <a:schemeClr val="tx1"/>
                          </a:solidFill>
                          <a:effectLst/>
                          <a:latin typeface="Calibri" panose="020F0502020204030204" pitchFamily="34" charset="0"/>
                        </a:rPr>
                        <a:t>Encounter Submission</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buNone/>
                      </a:pPr>
                      <a:endParaRPr lang="en-US" sz="1000" b="0" i="0" u="none" strike="noStrike">
                        <a:solidFill>
                          <a:srgbClr val="FF0000"/>
                        </a:solidFill>
                        <a:effectLst/>
                        <a:latin typeface="Calibri"/>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lumOff val="25000"/>
                      </a:schemeClr>
                    </a:solidFill>
                  </a:tcPr>
                </a:tc>
                <a:tc>
                  <a:txBody>
                    <a:bodyPr/>
                    <a:lstStyle/>
                    <a:p>
                      <a:pPr algn="l" rtl="0" fontAlgn="ctr">
                        <a:buNone/>
                      </a:pPr>
                      <a:endParaRPr lang="en-US" sz="1000" b="1" i="0" u="none" strike="noStrike">
                        <a:solidFill>
                          <a:srgbClr val="000000"/>
                        </a:solidFill>
                        <a:effectLst/>
                        <a:latin typeface="Aptos"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20000"/>
                        <a:lumOff val="80000"/>
                      </a:schemeClr>
                    </a:solidFill>
                  </a:tcPr>
                </a:tc>
                <a:tc>
                  <a:txBody>
                    <a:bodyPr/>
                    <a:lstStyle/>
                    <a:p>
                      <a:pPr marL="0" marR="0" lvl="0" indent="0" algn="l" defTabSz="457200" rtl="0" eaLnBrk="1" fontAlgn="ctr" latinLnBrk="0" hangingPunct="1">
                        <a:lnSpc>
                          <a:spcPct val="100000"/>
                        </a:lnSpc>
                        <a:spcBef>
                          <a:spcPts val="0"/>
                        </a:spcBef>
                        <a:spcAft>
                          <a:spcPts val="0"/>
                        </a:spcAft>
                        <a:buClrTx/>
                        <a:buSzTx/>
                        <a:buFontTx/>
                        <a:buNone/>
                        <a:tabLst/>
                        <a:defRPr/>
                      </a:pPr>
                      <a:endParaRPr lang="en-US" sz="1000" b="0" i="1" u="none" strike="noStrike">
                        <a:solidFill>
                          <a:schemeClr val="bg2">
                            <a:lumMod val="50000"/>
                          </a:schemeClr>
                        </a:solidFill>
                        <a:effectLst/>
                        <a:latin typeface="Aptos"/>
                      </a:endParaRPr>
                    </a:p>
                  </a:txBody>
                  <a:tcPr marL="6350" marR="6350" marT="6350" marB="0" anchor="ctr">
                    <a:lnL w="12700" cap="flat" cmpd="sng" algn="ctr">
                      <a:solidFill>
                        <a:schemeClr val="tx1"/>
                      </a:solidFill>
                      <a:prstDash val="solid"/>
                      <a:round/>
                      <a:headEnd type="none" w="med" len="med"/>
                      <a:tailEnd type="none" w="med" len="med"/>
                    </a:lnL>
                    <a:solidFill>
                      <a:schemeClr val="bg1">
                        <a:lumMod val="85000"/>
                      </a:schemeClr>
                    </a:solidFill>
                  </a:tcPr>
                </a:tc>
                <a:extLst>
                  <a:ext uri="{0D108BD9-81ED-4DB2-BD59-A6C34878D82A}">
                    <a16:rowId xmlns:a16="http://schemas.microsoft.com/office/drawing/2014/main" val="1735187442"/>
                  </a:ext>
                </a:extLst>
              </a:tr>
              <a:tr h="203200">
                <a:tc>
                  <a:txBody>
                    <a:bodyPr/>
                    <a:lstStyle/>
                    <a:p>
                      <a:pPr algn="l" fontAlgn="b">
                        <a:buNone/>
                      </a:pPr>
                      <a:r>
                        <a:rPr lang="en-US" sz="1000" b="0" i="0" u="none" strike="noStrike">
                          <a:solidFill>
                            <a:schemeClr val="tx1"/>
                          </a:solidFill>
                          <a:effectLst/>
                          <a:latin typeface="Calibri"/>
                        </a:rPr>
                        <a:t>Engagement </a:t>
                      </a:r>
                      <a:r>
                        <a:rPr lang="en-US" sz="1000" b="0" i="0" u="none" strike="noStrike" err="1">
                          <a:solidFill>
                            <a:schemeClr val="tx1"/>
                          </a:solidFill>
                          <a:effectLst/>
                          <a:latin typeface="Calibri"/>
                        </a:rPr>
                        <a:t>Mgr</a:t>
                      </a:r>
                      <a:r>
                        <a:rPr lang="en-US" sz="1000" b="0" i="0" u="none" strike="noStrike">
                          <a:solidFill>
                            <a:schemeClr val="tx1"/>
                          </a:solidFill>
                          <a:effectLst/>
                          <a:latin typeface="Calibri"/>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buNone/>
                      </a:pPr>
                      <a:r>
                        <a:rPr lang="fr-FR" sz="1000" b="0" i="0" u="none" strike="noStrike">
                          <a:solidFill>
                            <a:srgbClr val="000000"/>
                          </a:solidFill>
                          <a:effectLst/>
                          <a:latin typeface="Calibri" panose="020F0502020204030204" pitchFamily="34" charset="0"/>
                        </a:rPr>
                        <a:t>IABOR BDA Tables/CTR/ Archer</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rtl="0" fontAlgn="ctr">
                        <a:buNone/>
                      </a:pPr>
                      <a:endParaRPr lang="en-US" sz="1000" b="1" i="0" u="none" strike="noStrike">
                        <a:solidFill>
                          <a:srgbClr val="000000"/>
                        </a:solidFill>
                        <a:effectLst/>
                        <a:latin typeface="Aptos"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lumOff val="25000"/>
                      </a:schemeClr>
                    </a:solidFill>
                  </a:tcPr>
                </a:tc>
                <a:tc>
                  <a:txBody>
                    <a:bodyPr/>
                    <a:lstStyle/>
                    <a:p>
                      <a:pPr marL="0" marR="0" lvl="0" indent="0" algn="l" defTabSz="457200" rtl="0" eaLnBrk="1" fontAlgn="ctr" latinLnBrk="0" hangingPunct="1">
                        <a:lnSpc>
                          <a:spcPct val="100000"/>
                        </a:lnSpc>
                        <a:spcBef>
                          <a:spcPts val="0"/>
                        </a:spcBef>
                        <a:spcAft>
                          <a:spcPts val="0"/>
                        </a:spcAft>
                        <a:buClrTx/>
                        <a:buSzTx/>
                        <a:buFontTx/>
                        <a:buNone/>
                        <a:tabLst/>
                        <a:defRPr/>
                      </a:pPr>
                      <a:endParaRPr lang="en-US" sz="1000" b="0" i="1" u="none" strike="noStrike">
                        <a:solidFill>
                          <a:schemeClr val="bg2">
                            <a:lumMod val="50000"/>
                          </a:schemeClr>
                        </a:solidFill>
                        <a:effectLst/>
                        <a:latin typeface="Aptos"/>
                      </a:endParaRPr>
                    </a:p>
                  </a:txBody>
                  <a:tcPr marL="6350" marR="6350" marT="6350" marB="0" anchor="ctr">
                    <a:lnL w="12700" cap="flat" cmpd="sng" algn="ctr">
                      <a:solidFill>
                        <a:schemeClr val="tx1"/>
                      </a:solidFill>
                      <a:prstDash val="solid"/>
                      <a:round/>
                      <a:headEnd type="none" w="med" len="med"/>
                      <a:tailEnd type="none" w="med" len="med"/>
                    </a:lnL>
                    <a:solidFill>
                      <a:schemeClr val="bg1">
                        <a:lumMod val="85000"/>
                      </a:schemeClr>
                    </a:solidFill>
                  </a:tcPr>
                </a:tc>
                <a:extLst>
                  <a:ext uri="{0D108BD9-81ED-4DB2-BD59-A6C34878D82A}">
                    <a16:rowId xmlns:a16="http://schemas.microsoft.com/office/drawing/2014/main" val="3081726470"/>
                  </a:ext>
                </a:extLst>
              </a:tr>
              <a:tr h="203200">
                <a:tc>
                  <a:txBody>
                    <a:bodyPr/>
                    <a:lstStyle/>
                    <a:p>
                      <a:pPr algn="l" fontAlgn="b">
                        <a:buNone/>
                      </a:pPr>
                      <a:r>
                        <a:rPr lang="en-US" sz="1000" b="0" i="0" u="none" strike="noStrike">
                          <a:solidFill>
                            <a:schemeClr val="tx1"/>
                          </a:solidFill>
                          <a:effectLst/>
                          <a:latin typeface="Calibri" panose="020F0502020204030204" pitchFamily="34" charset="0"/>
                        </a:rPr>
                        <a:t>Line of Business</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buNone/>
                      </a:pPr>
                      <a:r>
                        <a:rPr lang="en-US" sz="1000" b="0" i="0" u="none" strike="noStrike">
                          <a:solidFill>
                            <a:srgbClr val="000000"/>
                          </a:solidFill>
                          <a:effectLst/>
                          <a:latin typeface="Calibri" panose="020F0502020204030204" pitchFamily="34" charset="0"/>
                        </a:rPr>
                        <a:t>Archer</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rtl="0" fontAlgn="ctr">
                        <a:buNone/>
                      </a:pPr>
                      <a:endParaRPr lang="en-US" sz="1000" b="1" i="0" u="none" strike="noStrike">
                        <a:solidFill>
                          <a:srgbClr val="000000"/>
                        </a:solidFill>
                        <a:effectLst/>
                        <a:latin typeface="Aptos"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lumOff val="25000"/>
                      </a:schemeClr>
                    </a:solidFill>
                  </a:tcPr>
                </a:tc>
                <a:tc>
                  <a:txBody>
                    <a:bodyPr/>
                    <a:lstStyle/>
                    <a:p>
                      <a:pPr marL="0" marR="0" lvl="0" indent="0" algn="l" defTabSz="457200" rtl="0" eaLnBrk="1" fontAlgn="ctr" latinLnBrk="0" hangingPunct="1">
                        <a:lnSpc>
                          <a:spcPct val="100000"/>
                        </a:lnSpc>
                        <a:spcBef>
                          <a:spcPts val="0"/>
                        </a:spcBef>
                        <a:spcAft>
                          <a:spcPts val="0"/>
                        </a:spcAft>
                        <a:buClrTx/>
                        <a:buSzTx/>
                        <a:buFontTx/>
                        <a:buNone/>
                        <a:tabLst/>
                        <a:defRPr/>
                      </a:pPr>
                      <a:endParaRPr lang="en-US" sz="1000" b="0" i="1" u="none" strike="noStrike">
                        <a:solidFill>
                          <a:schemeClr val="bg2">
                            <a:lumMod val="50000"/>
                          </a:schemeClr>
                        </a:solidFill>
                        <a:effectLst/>
                        <a:latin typeface="Aptos"/>
                      </a:endParaRPr>
                    </a:p>
                  </a:txBody>
                  <a:tcPr marL="6350" marR="6350" marT="6350" marB="0" anchor="ctr">
                    <a:lnL w="12700" cap="flat" cmpd="sng" algn="ctr">
                      <a:solidFill>
                        <a:schemeClr val="tx1"/>
                      </a:solidFill>
                      <a:prstDash val="solid"/>
                      <a:round/>
                      <a:headEnd type="none" w="med" len="med"/>
                      <a:tailEnd type="none" w="med" len="med"/>
                    </a:lnL>
                    <a:solidFill>
                      <a:schemeClr val="bg1">
                        <a:lumMod val="85000"/>
                      </a:schemeClr>
                    </a:solidFill>
                  </a:tcPr>
                </a:tc>
                <a:extLst>
                  <a:ext uri="{0D108BD9-81ED-4DB2-BD59-A6C34878D82A}">
                    <a16:rowId xmlns:a16="http://schemas.microsoft.com/office/drawing/2014/main" val="2526252335"/>
                  </a:ext>
                </a:extLst>
              </a:tr>
              <a:tr h="203200">
                <a:tc>
                  <a:txBody>
                    <a:bodyPr/>
                    <a:lstStyle/>
                    <a:p>
                      <a:pPr algn="l" fontAlgn="b">
                        <a:buNone/>
                      </a:pPr>
                      <a:r>
                        <a:rPr lang="en-US" sz="1000" b="0" i="0" u="none" strike="noStrike">
                          <a:solidFill>
                            <a:schemeClr val="tx1"/>
                          </a:solidFill>
                          <a:effectLst/>
                          <a:latin typeface="Calibri" panose="020F0502020204030204" pitchFamily="34" charset="0"/>
                        </a:rPr>
                        <a:t>Model by delegation type</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buNone/>
                      </a:pPr>
                      <a:r>
                        <a:rPr lang="en-US" sz="1000" b="0" i="0" u="none" strike="noStrike">
                          <a:solidFill>
                            <a:srgbClr val="000000"/>
                          </a:solidFill>
                          <a:effectLst/>
                          <a:latin typeface="Calibri" panose="020F0502020204030204" pitchFamily="34" charset="0"/>
                        </a:rPr>
                        <a:t>CTR</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rtl="0" fontAlgn="ctr">
                        <a:buNone/>
                      </a:pPr>
                      <a:endParaRPr lang="en-US" sz="1000" b="1" i="0" u="none" strike="noStrike">
                        <a:solidFill>
                          <a:srgbClr val="000000"/>
                        </a:solidFill>
                        <a:effectLst/>
                        <a:latin typeface="Aptos"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lumOff val="25000"/>
                      </a:schemeClr>
                    </a:solidFill>
                  </a:tcPr>
                </a:tc>
                <a:tc>
                  <a:txBody>
                    <a:bodyPr/>
                    <a:lstStyle/>
                    <a:p>
                      <a:pPr marL="0" marR="0" lvl="0" indent="0" algn="l" defTabSz="457200" rtl="0" eaLnBrk="1" fontAlgn="ctr" latinLnBrk="0" hangingPunct="1">
                        <a:lnSpc>
                          <a:spcPct val="100000"/>
                        </a:lnSpc>
                        <a:spcBef>
                          <a:spcPts val="0"/>
                        </a:spcBef>
                        <a:spcAft>
                          <a:spcPts val="0"/>
                        </a:spcAft>
                        <a:buClrTx/>
                        <a:buSzTx/>
                        <a:buFontTx/>
                        <a:buNone/>
                        <a:tabLst/>
                        <a:defRPr/>
                      </a:pPr>
                      <a:endParaRPr lang="en-US" sz="1000" b="0" i="1" u="none" strike="noStrike">
                        <a:solidFill>
                          <a:schemeClr val="bg2">
                            <a:lumMod val="50000"/>
                          </a:schemeClr>
                        </a:solidFill>
                        <a:effectLst/>
                        <a:latin typeface="Aptos"/>
                      </a:endParaRPr>
                    </a:p>
                  </a:txBody>
                  <a:tcPr marL="6350" marR="6350" marT="6350" marB="0" anchor="ctr">
                    <a:lnL w="12700" cap="flat" cmpd="sng" algn="ctr">
                      <a:solidFill>
                        <a:schemeClr val="tx1"/>
                      </a:solidFill>
                      <a:prstDash val="solid"/>
                      <a:round/>
                      <a:headEnd type="none" w="med" len="med"/>
                      <a:tailEnd type="none" w="med" len="med"/>
                    </a:lnL>
                    <a:solidFill>
                      <a:schemeClr val="bg1">
                        <a:lumMod val="85000"/>
                      </a:schemeClr>
                    </a:solidFill>
                  </a:tcPr>
                </a:tc>
                <a:extLst>
                  <a:ext uri="{0D108BD9-81ED-4DB2-BD59-A6C34878D82A}">
                    <a16:rowId xmlns:a16="http://schemas.microsoft.com/office/drawing/2014/main" val="880064221"/>
                  </a:ext>
                </a:extLst>
              </a:tr>
              <a:tr h="203200">
                <a:tc>
                  <a:txBody>
                    <a:bodyPr/>
                    <a:lstStyle/>
                    <a:p>
                      <a:pPr algn="l" fontAlgn="b">
                        <a:buNone/>
                      </a:pPr>
                      <a:r>
                        <a:rPr lang="en-US" sz="1000" b="1" i="0" u="none" strike="noStrike" kern="1500">
                          <a:solidFill>
                            <a:schemeClr val="tx1"/>
                          </a:solidFill>
                          <a:effectLst/>
                          <a:latin typeface="Calibri"/>
                          <a:ea typeface="+mn-ea"/>
                          <a:cs typeface="+mn-cs"/>
                        </a:rPr>
                        <a:t>MSO</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buNone/>
                      </a:pPr>
                      <a:r>
                        <a:rPr lang="en-US" sz="1000" b="0" i="0" u="none" strike="noStrike">
                          <a:solidFill>
                            <a:schemeClr val="tx1"/>
                          </a:solidFill>
                          <a:effectLst/>
                          <a:latin typeface="Calibri"/>
                        </a:rPr>
                        <a:t>Archer</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rtl="0" fontAlgn="ctr">
                        <a:buNone/>
                      </a:pPr>
                      <a:endParaRPr lang="en-US" sz="1000" b="1" i="0" u="none" strike="noStrike">
                        <a:solidFill>
                          <a:srgbClr val="000000"/>
                        </a:solidFill>
                        <a:effectLst/>
                        <a:latin typeface="Aptos"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lumOff val="25000"/>
                      </a:schemeClr>
                    </a:solidFill>
                  </a:tcPr>
                </a:tc>
                <a:tc>
                  <a:txBody>
                    <a:bodyPr/>
                    <a:lstStyle/>
                    <a:p>
                      <a:pPr marL="0" marR="0" lvl="0" indent="0" algn="l" defTabSz="457200" rtl="0" eaLnBrk="1" fontAlgn="ctr" latinLnBrk="0" hangingPunct="1">
                        <a:lnSpc>
                          <a:spcPct val="100000"/>
                        </a:lnSpc>
                        <a:spcBef>
                          <a:spcPts val="0"/>
                        </a:spcBef>
                        <a:spcAft>
                          <a:spcPts val="0"/>
                        </a:spcAft>
                        <a:buClrTx/>
                        <a:buSzTx/>
                        <a:buFontTx/>
                        <a:buNone/>
                        <a:tabLst/>
                        <a:defRPr/>
                      </a:pPr>
                      <a:endParaRPr lang="en-US" sz="1000" b="0" i="1" u="none" strike="noStrike">
                        <a:solidFill>
                          <a:schemeClr val="bg2">
                            <a:lumMod val="50000"/>
                          </a:schemeClr>
                        </a:solidFill>
                        <a:effectLst/>
                        <a:latin typeface="Aptos"/>
                      </a:endParaRPr>
                    </a:p>
                  </a:txBody>
                  <a:tcPr marL="6350" marR="6350" marT="6350" marB="0" anchor="ctr">
                    <a:lnL w="12700" cap="flat" cmpd="sng" algn="ctr">
                      <a:solidFill>
                        <a:schemeClr val="tx1"/>
                      </a:solidFill>
                      <a:prstDash val="solid"/>
                      <a:round/>
                      <a:headEnd type="none" w="med" len="med"/>
                      <a:tailEnd type="none" w="med" len="med"/>
                    </a:lnL>
                    <a:solidFill>
                      <a:schemeClr val="bg1">
                        <a:lumMod val="85000"/>
                      </a:schemeClr>
                    </a:solidFill>
                  </a:tcPr>
                </a:tc>
                <a:extLst>
                  <a:ext uri="{0D108BD9-81ED-4DB2-BD59-A6C34878D82A}">
                    <a16:rowId xmlns:a16="http://schemas.microsoft.com/office/drawing/2014/main" val="978603930"/>
                  </a:ext>
                </a:extLst>
              </a:tr>
              <a:tr h="203200">
                <a:tc>
                  <a:txBody>
                    <a:bodyPr/>
                    <a:lstStyle/>
                    <a:p>
                      <a:pPr algn="l" fontAlgn="b">
                        <a:buNone/>
                      </a:pPr>
                      <a:r>
                        <a:rPr lang="en-US" sz="1000" b="0" i="0" u="none" strike="noStrike">
                          <a:solidFill>
                            <a:schemeClr val="tx1"/>
                          </a:solidFill>
                          <a:effectLst/>
                          <a:latin typeface="Calibri"/>
                        </a:rPr>
                        <a:t>Network Contractor</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buNone/>
                      </a:pPr>
                      <a:r>
                        <a:rPr lang="en-US" sz="1000" b="0" i="0" u="none" strike="noStrike">
                          <a:solidFill>
                            <a:srgbClr val="000000"/>
                          </a:solidFill>
                          <a:effectLst/>
                          <a:latin typeface="Calibri" panose="020F0502020204030204" pitchFamily="34" charset="0"/>
                        </a:rPr>
                        <a:t>Archer</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rtl="0" fontAlgn="ctr">
                        <a:buNone/>
                      </a:pPr>
                      <a:endParaRPr lang="en-US" sz="1000" b="1" i="0" u="none" strike="noStrike">
                        <a:solidFill>
                          <a:srgbClr val="000000"/>
                        </a:solidFill>
                        <a:effectLst/>
                        <a:latin typeface="Aptos"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lumOff val="25000"/>
                      </a:schemeClr>
                    </a:solidFill>
                  </a:tcPr>
                </a:tc>
                <a:tc>
                  <a:txBody>
                    <a:bodyPr/>
                    <a:lstStyle/>
                    <a:p>
                      <a:pPr marL="0" marR="0" lvl="0" indent="0" algn="l" defTabSz="457200" rtl="0" eaLnBrk="1" fontAlgn="ctr" latinLnBrk="0" hangingPunct="1">
                        <a:lnSpc>
                          <a:spcPct val="100000"/>
                        </a:lnSpc>
                        <a:spcBef>
                          <a:spcPts val="0"/>
                        </a:spcBef>
                        <a:spcAft>
                          <a:spcPts val="0"/>
                        </a:spcAft>
                        <a:buClrTx/>
                        <a:buSzTx/>
                        <a:buFontTx/>
                        <a:buNone/>
                        <a:tabLst/>
                        <a:defRPr/>
                      </a:pPr>
                      <a:endParaRPr lang="en-US" sz="1000" b="0" i="1" u="none" strike="noStrike">
                        <a:solidFill>
                          <a:schemeClr val="bg2">
                            <a:lumMod val="50000"/>
                          </a:schemeClr>
                        </a:solidFill>
                        <a:effectLst/>
                        <a:latin typeface="Aptos"/>
                      </a:endParaRPr>
                    </a:p>
                  </a:txBody>
                  <a:tcPr marL="6350" marR="6350" marT="6350" marB="0" anchor="ctr">
                    <a:lnL w="12700" cap="flat" cmpd="sng" algn="ctr">
                      <a:solidFill>
                        <a:schemeClr val="tx1"/>
                      </a:solidFill>
                      <a:prstDash val="solid"/>
                      <a:round/>
                      <a:headEnd type="none" w="med" len="med"/>
                      <a:tailEnd type="none" w="med" len="med"/>
                    </a:lnL>
                    <a:solidFill>
                      <a:schemeClr val="bg1">
                        <a:lumMod val="85000"/>
                      </a:schemeClr>
                    </a:solidFill>
                  </a:tcPr>
                </a:tc>
                <a:extLst>
                  <a:ext uri="{0D108BD9-81ED-4DB2-BD59-A6C34878D82A}">
                    <a16:rowId xmlns:a16="http://schemas.microsoft.com/office/drawing/2014/main" val="1683335460"/>
                  </a:ext>
                </a:extLst>
              </a:tr>
              <a:tr h="203200">
                <a:tc>
                  <a:txBody>
                    <a:bodyPr/>
                    <a:lstStyle/>
                    <a:p>
                      <a:pPr algn="l" fontAlgn="b">
                        <a:buNone/>
                      </a:pPr>
                      <a:r>
                        <a:rPr lang="en-US" sz="1000" b="0" i="0" u="none" strike="noStrike" kern="1500">
                          <a:solidFill>
                            <a:schemeClr val="tx1"/>
                          </a:solidFill>
                          <a:effectLst/>
                          <a:latin typeface="Calibri" panose="020F0502020204030204" pitchFamily="34" charset="0"/>
                          <a:ea typeface="+mn-ea"/>
                          <a:cs typeface="+mn-cs"/>
                        </a:rPr>
                        <a:t>Oversight Audit Timeline</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buNone/>
                      </a:pPr>
                      <a:r>
                        <a:rPr lang="en-US" sz="1000" b="0" i="0" u="none" strike="noStrike">
                          <a:solidFill>
                            <a:srgbClr val="000000"/>
                          </a:solidFill>
                          <a:effectLst/>
                          <a:latin typeface="Calibri" panose="020F0502020204030204" pitchFamily="34" charset="0"/>
                        </a:rPr>
                        <a:t>Archer</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rtl="0" fontAlgn="ctr">
                        <a:buNone/>
                      </a:pPr>
                      <a:endParaRPr lang="en-US" sz="1000" b="1" i="0" u="none" strike="noStrike">
                        <a:solidFill>
                          <a:srgbClr val="000000"/>
                        </a:solidFill>
                        <a:effectLst/>
                        <a:latin typeface="Aptos"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lumOff val="25000"/>
                      </a:schemeClr>
                    </a:solidFill>
                  </a:tcPr>
                </a:tc>
                <a:tc>
                  <a:txBody>
                    <a:bodyPr/>
                    <a:lstStyle/>
                    <a:p>
                      <a:pPr marL="0" marR="0" lvl="0" indent="0" algn="l" defTabSz="457200" rtl="0" eaLnBrk="1" fontAlgn="ctr" latinLnBrk="0" hangingPunct="1">
                        <a:lnSpc>
                          <a:spcPct val="100000"/>
                        </a:lnSpc>
                        <a:spcBef>
                          <a:spcPts val="0"/>
                        </a:spcBef>
                        <a:spcAft>
                          <a:spcPts val="0"/>
                        </a:spcAft>
                        <a:buClrTx/>
                        <a:buSzTx/>
                        <a:buFontTx/>
                        <a:buNone/>
                        <a:tabLst/>
                        <a:defRPr/>
                      </a:pPr>
                      <a:endParaRPr lang="en-US" sz="1000" b="0" i="1" u="none" strike="noStrike">
                        <a:solidFill>
                          <a:schemeClr val="bg2">
                            <a:lumMod val="50000"/>
                          </a:schemeClr>
                        </a:solidFill>
                        <a:effectLst/>
                        <a:latin typeface="Aptos"/>
                      </a:endParaRPr>
                    </a:p>
                  </a:txBody>
                  <a:tcPr marL="6350" marR="6350" marT="6350" marB="0" anchor="ctr">
                    <a:lnL w="12700" cap="flat" cmpd="sng" algn="ctr">
                      <a:solidFill>
                        <a:schemeClr val="tx1"/>
                      </a:solidFill>
                      <a:prstDash val="solid"/>
                      <a:round/>
                      <a:headEnd type="none" w="med" len="med"/>
                      <a:tailEnd type="none" w="med" len="med"/>
                    </a:lnL>
                    <a:solidFill>
                      <a:schemeClr val="bg1">
                        <a:lumMod val="85000"/>
                      </a:schemeClr>
                    </a:solidFill>
                  </a:tcPr>
                </a:tc>
                <a:extLst>
                  <a:ext uri="{0D108BD9-81ED-4DB2-BD59-A6C34878D82A}">
                    <a16:rowId xmlns:a16="http://schemas.microsoft.com/office/drawing/2014/main" val="2993175077"/>
                  </a:ext>
                </a:extLst>
              </a:tr>
              <a:tr h="203200">
                <a:tc>
                  <a:txBody>
                    <a:bodyPr/>
                    <a:lstStyle/>
                    <a:p>
                      <a:pPr algn="l" fontAlgn="b">
                        <a:buNone/>
                      </a:pPr>
                      <a:r>
                        <a:rPr lang="en-US" sz="1000" b="0" i="0" u="none" strike="noStrike">
                          <a:solidFill>
                            <a:schemeClr val="tx1"/>
                          </a:solidFill>
                          <a:effectLst/>
                          <a:latin typeface="Calibri" panose="020F0502020204030204" pitchFamily="34" charset="0"/>
                        </a:rPr>
                        <a:t>Product</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buNone/>
                      </a:pPr>
                      <a:r>
                        <a:rPr lang="en-US" sz="1000" b="0" i="0" u="none" strike="noStrike">
                          <a:solidFill>
                            <a:srgbClr val="000000"/>
                          </a:solidFill>
                          <a:effectLst/>
                          <a:latin typeface="Calibri" panose="020F0502020204030204" pitchFamily="34" charset="0"/>
                        </a:rPr>
                        <a:t>Archer</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rtl="0" fontAlgn="ctr">
                        <a:buNone/>
                      </a:pPr>
                      <a:endParaRPr lang="en-US" sz="1000" b="1" i="0" u="none" strike="noStrike">
                        <a:solidFill>
                          <a:srgbClr val="000000"/>
                        </a:solidFill>
                        <a:effectLst/>
                        <a:latin typeface="Aptos"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lumOff val="25000"/>
                      </a:schemeClr>
                    </a:solidFill>
                  </a:tcPr>
                </a:tc>
                <a:tc>
                  <a:txBody>
                    <a:bodyPr/>
                    <a:lstStyle/>
                    <a:p>
                      <a:pPr marL="0" marR="0" lvl="0" indent="0" algn="l" defTabSz="457200" rtl="0" eaLnBrk="1" fontAlgn="ctr" latinLnBrk="0" hangingPunct="1">
                        <a:lnSpc>
                          <a:spcPct val="100000"/>
                        </a:lnSpc>
                        <a:spcBef>
                          <a:spcPts val="0"/>
                        </a:spcBef>
                        <a:spcAft>
                          <a:spcPts val="0"/>
                        </a:spcAft>
                        <a:buClrTx/>
                        <a:buSzTx/>
                        <a:buFontTx/>
                        <a:buNone/>
                        <a:tabLst/>
                        <a:defRPr/>
                      </a:pPr>
                      <a:endParaRPr lang="en-US" sz="1000" b="0" i="1" u="none" strike="noStrike">
                        <a:solidFill>
                          <a:schemeClr val="bg2">
                            <a:lumMod val="50000"/>
                          </a:schemeClr>
                        </a:solidFill>
                        <a:effectLst/>
                        <a:latin typeface="Aptos"/>
                      </a:endParaRPr>
                    </a:p>
                  </a:txBody>
                  <a:tcPr marL="6350" marR="6350" marT="6350" marB="0" anchor="ctr">
                    <a:lnL w="12700" cap="flat" cmpd="sng" algn="ctr">
                      <a:solidFill>
                        <a:schemeClr val="tx1"/>
                      </a:solidFill>
                      <a:prstDash val="solid"/>
                      <a:round/>
                      <a:headEnd type="none" w="med" len="med"/>
                      <a:tailEnd type="none" w="med" len="med"/>
                    </a:lnL>
                    <a:solidFill>
                      <a:schemeClr val="bg1">
                        <a:lumMod val="85000"/>
                      </a:schemeClr>
                    </a:solidFill>
                  </a:tcPr>
                </a:tc>
                <a:extLst>
                  <a:ext uri="{0D108BD9-81ED-4DB2-BD59-A6C34878D82A}">
                    <a16:rowId xmlns:a16="http://schemas.microsoft.com/office/drawing/2014/main" val="3100243232"/>
                  </a:ext>
                </a:extLst>
              </a:tr>
              <a:tr h="203200">
                <a:tc>
                  <a:txBody>
                    <a:bodyPr/>
                    <a:lstStyle/>
                    <a:p>
                      <a:pPr algn="l" fontAlgn="b">
                        <a:buNone/>
                      </a:pPr>
                      <a:r>
                        <a:rPr lang="en-US" sz="1000" b="0" i="0" u="none" strike="noStrike">
                          <a:solidFill>
                            <a:schemeClr val="tx1"/>
                          </a:solidFill>
                          <a:effectLst/>
                          <a:latin typeface="Calibri" panose="020F0502020204030204" pitchFamily="34" charset="0"/>
                        </a:rPr>
                        <a:t>Service Area</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buNone/>
                      </a:pPr>
                      <a:r>
                        <a:rPr lang="en-US" sz="1000" b="0" i="0" u="none" strike="noStrike">
                          <a:solidFill>
                            <a:srgbClr val="000000"/>
                          </a:solidFill>
                          <a:effectLst/>
                          <a:latin typeface="Calibri" panose="020F0502020204030204" pitchFamily="34" charset="0"/>
                        </a:rPr>
                        <a:t>SCM/CTR/Procurement</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rtl="0" fontAlgn="ctr">
                        <a:buNone/>
                      </a:pPr>
                      <a:endParaRPr lang="en-US" sz="1000" b="1" i="0" u="none" strike="noStrike">
                        <a:solidFill>
                          <a:srgbClr val="000000"/>
                        </a:solidFill>
                        <a:effectLst/>
                        <a:latin typeface="Aptos"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lumOff val="25000"/>
                      </a:schemeClr>
                    </a:solidFill>
                  </a:tcPr>
                </a:tc>
                <a:tc>
                  <a:txBody>
                    <a:bodyPr/>
                    <a:lstStyle/>
                    <a:p>
                      <a:pPr marL="0" marR="0" lvl="0" indent="0" algn="l" defTabSz="457200" rtl="0" eaLnBrk="1" fontAlgn="ctr" latinLnBrk="0" hangingPunct="1">
                        <a:lnSpc>
                          <a:spcPct val="100000"/>
                        </a:lnSpc>
                        <a:spcBef>
                          <a:spcPts val="0"/>
                        </a:spcBef>
                        <a:spcAft>
                          <a:spcPts val="0"/>
                        </a:spcAft>
                        <a:buClrTx/>
                        <a:buSzTx/>
                        <a:buFontTx/>
                        <a:buNone/>
                        <a:tabLst/>
                        <a:defRPr/>
                      </a:pPr>
                      <a:endParaRPr lang="en-US" sz="1000" b="0" i="1" u="none" strike="noStrike">
                        <a:solidFill>
                          <a:schemeClr val="bg2">
                            <a:lumMod val="50000"/>
                          </a:schemeClr>
                        </a:solidFill>
                        <a:effectLst/>
                        <a:latin typeface="Aptos"/>
                      </a:endParaRPr>
                    </a:p>
                  </a:txBody>
                  <a:tcPr marL="6350" marR="6350" marT="6350" marB="0" anchor="ctr">
                    <a:lnL w="12700" cap="flat" cmpd="sng" algn="ctr">
                      <a:solidFill>
                        <a:schemeClr val="tx1"/>
                      </a:solidFill>
                      <a:prstDash val="solid"/>
                      <a:round/>
                      <a:headEnd type="none" w="med" len="med"/>
                      <a:tailEnd type="none" w="med" len="med"/>
                    </a:lnL>
                    <a:solidFill>
                      <a:schemeClr val="bg1">
                        <a:lumMod val="85000"/>
                      </a:schemeClr>
                    </a:solidFill>
                  </a:tcPr>
                </a:tc>
                <a:extLst>
                  <a:ext uri="{0D108BD9-81ED-4DB2-BD59-A6C34878D82A}">
                    <a16:rowId xmlns:a16="http://schemas.microsoft.com/office/drawing/2014/main" val="1805340360"/>
                  </a:ext>
                </a:extLst>
              </a:tr>
              <a:tr h="203200">
                <a:tc>
                  <a:txBody>
                    <a:bodyPr/>
                    <a:lstStyle/>
                    <a:p>
                      <a:pPr algn="l" fontAlgn="b">
                        <a:buNone/>
                      </a:pPr>
                      <a:r>
                        <a:rPr lang="en-US" sz="1000" b="0" i="0" u="none" strike="noStrike">
                          <a:solidFill>
                            <a:schemeClr val="tx1"/>
                          </a:solidFill>
                          <a:effectLst/>
                          <a:latin typeface="Calibri" panose="020F0502020204030204" pitchFamily="34" charset="0"/>
                        </a:rPr>
                        <a:t>State</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buNone/>
                      </a:pPr>
                      <a:r>
                        <a:rPr lang="en-US" sz="1000" b="0" i="0" u="none" strike="noStrike">
                          <a:solidFill>
                            <a:srgbClr val="000000"/>
                          </a:solidFill>
                          <a:effectLst/>
                          <a:latin typeface="Calibri" panose="020F0502020204030204" pitchFamily="34" charset="0"/>
                        </a:rPr>
                        <a:t>SCM/CTR/Procurement</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rtl="0" fontAlgn="ctr">
                        <a:buNone/>
                      </a:pPr>
                      <a:endParaRPr lang="en-US" sz="1000" b="1" i="0" u="none" strike="noStrike">
                        <a:solidFill>
                          <a:srgbClr val="000000"/>
                        </a:solidFill>
                        <a:effectLst/>
                        <a:latin typeface="Aptos"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lumOff val="25000"/>
                      </a:schemeClr>
                    </a:solidFill>
                  </a:tcPr>
                </a:tc>
                <a:tc>
                  <a:txBody>
                    <a:bodyPr/>
                    <a:lstStyle/>
                    <a:p>
                      <a:pPr marL="0" marR="0" lvl="0" indent="0" algn="l" defTabSz="457200" rtl="0" eaLnBrk="1" fontAlgn="ctr" latinLnBrk="0" hangingPunct="1">
                        <a:lnSpc>
                          <a:spcPct val="100000"/>
                        </a:lnSpc>
                        <a:spcBef>
                          <a:spcPts val="0"/>
                        </a:spcBef>
                        <a:spcAft>
                          <a:spcPts val="0"/>
                        </a:spcAft>
                        <a:buClrTx/>
                        <a:buSzTx/>
                        <a:buFontTx/>
                        <a:buNone/>
                        <a:tabLst/>
                        <a:defRPr/>
                      </a:pPr>
                      <a:endParaRPr lang="en-US" sz="1000" b="0" i="1" u="none" strike="noStrike">
                        <a:solidFill>
                          <a:schemeClr val="bg2">
                            <a:lumMod val="50000"/>
                          </a:schemeClr>
                        </a:solidFill>
                        <a:effectLst/>
                        <a:latin typeface="Aptos"/>
                      </a:endParaRPr>
                    </a:p>
                  </a:txBody>
                  <a:tcPr marL="6350" marR="6350" marT="6350" marB="0" anchor="ctr">
                    <a:lnL w="12700" cap="flat" cmpd="sng" algn="ctr">
                      <a:solidFill>
                        <a:schemeClr val="tx1"/>
                      </a:solidFill>
                      <a:prstDash val="solid"/>
                      <a:round/>
                      <a:headEnd type="none" w="med" len="med"/>
                      <a:tailEnd type="none" w="med" len="med"/>
                    </a:lnL>
                    <a:solidFill>
                      <a:schemeClr val="bg1">
                        <a:lumMod val="85000"/>
                      </a:schemeClr>
                    </a:solidFill>
                  </a:tcPr>
                </a:tc>
                <a:extLst>
                  <a:ext uri="{0D108BD9-81ED-4DB2-BD59-A6C34878D82A}">
                    <a16:rowId xmlns:a16="http://schemas.microsoft.com/office/drawing/2014/main" val="2889703549"/>
                  </a:ext>
                </a:extLst>
              </a:tr>
              <a:tr h="203200">
                <a:tc>
                  <a:txBody>
                    <a:bodyPr/>
                    <a:lstStyle/>
                    <a:p>
                      <a:pPr algn="l" fontAlgn="b">
                        <a:buNone/>
                      </a:pPr>
                      <a:r>
                        <a:rPr lang="en-US" sz="1000" b="0" i="0" u="none" strike="noStrike">
                          <a:solidFill>
                            <a:schemeClr val="tx1"/>
                          </a:solidFill>
                          <a:effectLst/>
                          <a:latin typeface="Calibri" panose="020F0502020204030204" pitchFamily="34" charset="0"/>
                        </a:rPr>
                        <a:t>TIN</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buNone/>
                      </a:pPr>
                      <a:r>
                        <a:rPr lang="en-US" sz="1000" b="0" i="0" u="none" strike="noStrike">
                          <a:solidFill>
                            <a:srgbClr val="000000"/>
                          </a:solidFill>
                          <a:effectLst/>
                          <a:latin typeface="Calibri" panose="020F0502020204030204" pitchFamily="34" charset="0"/>
                        </a:rPr>
                        <a:t>EPDB</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rtl="0" fontAlgn="ctr">
                        <a:buNone/>
                      </a:pPr>
                      <a:endParaRPr lang="en-US" sz="1000" b="1" i="0" u="none" strike="noStrike">
                        <a:solidFill>
                          <a:srgbClr val="000000"/>
                        </a:solidFill>
                        <a:effectLst/>
                        <a:latin typeface="Aptos"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lumOff val="25000"/>
                      </a:schemeClr>
                    </a:solidFill>
                  </a:tcPr>
                </a:tc>
                <a:tc>
                  <a:txBody>
                    <a:bodyPr/>
                    <a:lstStyle/>
                    <a:p>
                      <a:pPr marL="0" marR="0" lvl="0" indent="0" algn="l" defTabSz="457200" rtl="0" eaLnBrk="1" fontAlgn="ctr" latinLnBrk="0" hangingPunct="1">
                        <a:lnSpc>
                          <a:spcPct val="100000"/>
                        </a:lnSpc>
                        <a:spcBef>
                          <a:spcPts val="0"/>
                        </a:spcBef>
                        <a:spcAft>
                          <a:spcPts val="0"/>
                        </a:spcAft>
                        <a:buClrTx/>
                        <a:buSzTx/>
                        <a:buFontTx/>
                        <a:buNone/>
                        <a:tabLst/>
                        <a:defRPr/>
                      </a:pPr>
                      <a:endParaRPr lang="en-US" sz="1000" b="0" i="1" u="none" strike="noStrike">
                        <a:solidFill>
                          <a:schemeClr val="bg2">
                            <a:lumMod val="50000"/>
                          </a:schemeClr>
                        </a:solidFill>
                        <a:effectLst/>
                        <a:latin typeface="Aptos"/>
                      </a:endParaRPr>
                    </a:p>
                  </a:txBody>
                  <a:tcPr marL="6350" marR="6350" marT="6350" marB="0" anchor="ctr">
                    <a:lnL w="12700" cap="flat" cmpd="sng" algn="ctr">
                      <a:solidFill>
                        <a:schemeClr val="tx1"/>
                      </a:solidFill>
                      <a:prstDash val="solid"/>
                      <a:round/>
                      <a:headEnd type="none" w="med" len="med"/>
                      <a:tailEnd type="none" w="med" len="med"/>
                    </a:lnL>
                    <a:solidFill>
                      <a:schemeClr val="bg1">
                        <a:lumMod val="85000"/>
                      </a:schemeClr>
                    </a:solidFill>
                  </a:tcPr>
                </a:tc>
                <a:extLst>
                  <a:ext uri="{0D108BD9-81ED-4DB2-BD59-A6C34878D82A}">
                    <a16:rowId xmlns:a16="http://schemas.microsoft.com/office/drawing/2014/main" val="3030393872"/>
                  </a:ext>
                </a:extLst>
              </a:tr>
              <a:tr h="203200">
                <a:tc>
                  <a:txBody>
                    <a:bodyPr/>
                    <a:lstStyle/>
                    <a:p>
                      <a:pPr algn="l" fontAlgn="b">
                        <a:buNone/>
                      </a:pPr>
                      <a:r>
                        <a:rPr lang="en-US" sz="1000" b="0" i="0" u="none" strike="noStrike">
                          <a:solidFill>
                            <a:schemeClr val="tx1"/>
                          </a:solidFill>
                          <a:effectLst/>
                          <a:latin typeface="Calibri"/>
                        </a:rPr>
                        <a:t>Tracking ID</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buNone/>
                      </a:pPr>
                      <a:r>
                        <a:rPr lang="en-US" sz="1000" b="0" i="0" u="none" strike="noStrike">
                          <a:solidFill>
                            <a:srgbClr val="000000"/>
                          </a:solidFill>
                          <a:effectLst/>
                          <a:latin typeface="Calibri" panose="020F0502020204030204" pitchFamily="34" charset="0"/>
                        </a:rPr>
                        <a:t>Archer</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rtl="0" fontAlgn="ctr">
                        <a:buNone/>
                      </a:pPr>
                      <a:endParaRPr lang="en-US" sz="1000" b="1" i="0" u="none" strike="noStrike">
                        <a:solidFill>
                          <a:srgbClr val="000000"/>
                        </a:solidFill>
                        <a:effectLst/>
                        <a:latin typeface="Aptos"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lumOff val="25000"/>
                      </a:schemeClr>
                    </a:solidFill>
                  </a:tcPr>
                </a:tc>
                <a:tc>
                  <a:txBody>
                    <a:bodyPr/>
                    <a:lstStyle/>
                    <a:p>
                      <a:pPr marL="0" marR="0" lvl="0" indent="0" algn="l" defTabSz="457200" rtl="0" eaLnBrk="1" fontAlgn="ctr" latinLnBrk="0" hangingPunct="1">
                        <a:lnSpc>
                          <a:spcPct val="100000"/>
                        </a:lnSpc>
                        <a:spcBef>
                          <a:spcPts val="0"/>
                        </a:spcBef>
                        <a:spcAft>
                          <a:spcPts val="0"/>
                        </a:spcAft>
                        <a:buClrTx/>
                        <a:buSzTx/>
                        <a:buFontTx/>
                        <a:buNone/>
                        <a:tabLst/>
                        <a:defRPr/>
                      </a:pPr>
                      <a:endParaRPr lang="en-US" sz="1000" b="0" i="1" u="none" strike="noStrike">
                        <a:solidFill>
                          <a:schemeClr val="bg2">
                            <a:lumMod val="50000"/>
                          </a:schemeClr>
                        </a:solidFill>
                        <a:effectLst/>
                        <a:latin typeface="Aptos"/>
                      </a:endParaRPr>
                    </a:p>
                  </a:txBody>
                  <a:tcPr marL="6350" marR="6350" marT="6350" marB="0" anchor="ctr">
                    <a:lnL w="12700" cap="flat" cmpd="sng" algn="ctr">
                      <a:solidFill>
                        <a:schemeClr val="tx1"/>
                      </a:solidFill>
                      <a:prstDash val="solid"/>
                      <a:round/>
                      <a:headEnd type="none" w="med" len="med"/>
                      <a:tailEnd type="none" w="med" len="med"/>
                    </a:lnL>
                    <a:solidFill>
                      <a:schemeClr val="bg1">
                        <a:lumMod val="85000"/>
                      </a:schemeClr>
                    </a:solidFill>
                  </a:tcPr>
                </a:tc>
                <a:extLst>
                  <a:ext uri="{0D108BD9-81ED-4DB2-BD59-A6C34878D82A}">
                    <a16:rowId xmlns:a16="http://schemas.microsoft.com/office/drawing/2014/main" val="2127886427"/>
                  </a:ext>
                </a:extLst>
              </a:tr>
            </a:tbl>
          </a:graphicData>
        </a:graphic>
      </p:graphicFrame>
    </p:spTree>
    <p:extLst>
      <p:ext uri="{BB962C8B-B14F-4D97-AF65-F5344CB8AC3E}">
        <p14:creationId xmlns:p14="http://schemas.microsoft.com/office/powerpoint/2010/main" val="32703824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1D0DF9-749A-852D-9A8C-CF2FE6E35C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5D6C36-B621-2552-1D56-8B24CCE6DB3C}"/>
              </a:ext>
            </a:extLst>
          </p:cNvPr>
          <p:cNvSpPr>
            <a:spLocks noGrp="1"/>
          </p:cNvSpPr>
          <p:nvPr>
            <p:ph type="title"/>
          </p:nvPr>
        </p:nvSpPr>
        <p:spPr>
          <a:xfrm>
            <a:off x="-2162" y="506"/>
            <a:ext cx="11065073" cy="713232"/>
          </a:xfrm>
        </p:spPr>
        <p:txBody>
          <a:bodyPr/>
          <a:lstStyle/>
          <a:p>
            <a:r>
              <a:rPr lang="en-US" sz="2000">
                <a:solidFill>
                  <a:srgbClr val="868686"/>
                </a:solidFill>
              </a:rPr>
              <a:t>D360 MVP &gt; Clinical | Key Delegate Attributes </a:t>
            </a:r>
            <a:r>
              <a:rPr lang="en-US" sz="2000">
                <a:solidFill>
                  <a:schemeClr val="bg1"/>
                </a:solidFill>
                <a:highlight>
                  <a:srgbClr val="FF0000"/>
                </a:highlight>
              </a:rPr>
              <a:t>DRAFT Notes for Discussion Only</a:t>
            </a:r>
            <a:endParaRPr lang="en-US" sz="2000" b="0">
              <a:solidFill>
                <a:schemeClr val="bg1"/>
              </a:solidFill>
              <a:highlight>
                <a:srgbClr val="FF0000"/>
              </a:highlight>
            </a:endParaRPr>
          </a:p>
          <a:p>
            <a:endParaRPr lang="en-US" sz="2000">
              <a:solidFill>
                <a:schemeClr val="tx1">
                  <a:lumMod val="50000"/>
                  <a:lumOff val="50000"/>
                </a:schemeClr>
              </a:solidFill>
            </a:endParaRPr>
          </a:p>
        </p:txBody>
      </p:sp>
      <p:sp>
        <p:nvSpPr>
          <p:cNvPr id="5" name="TextBox 4">
            <a:extLst>
              <a:ext uri="{FF2B5EF4-FFF2-40B4-BE49-F238E27FC236}">
                <a16:creationId xmlns:a16="http://schemas.microsoft.com/office/drawing/2014/main" id="{25FEF284-6051-7F71-8B4F-443683DD41E4}"/>
              </a:ext>
            </a:extLst>
          </p:cNvPr>
          <p:cNvSpPr txBox="1"/>
          <p:nvPr/>
        </p:nvSpPr>
        <p:spPr>
          <a:xfrm>
            <a:off x="4883457" y="554209"/>
            <a:ext cx="6931742" cy="4278094"/>
          </a:xfrm>
          <a:prstGeom prst="rect">
            <a:avLst/>
          </a:prstGeom>
          <a:noFill/>
        </p:spPr>
        <p:txBody>
          <a:bodyPr wrap="square" lIns="91440" tIns="45720" rIns="91440" bIns="45720" rtlCol="0" anchor="t">
            <a:spAutoFit/>
          </a:bodyPr>
          <a:lstStyle/>
          <a:p>
            <a:pPr marL="285750" indent="-285750" algn="l">
              <a:buFont typeface="Wingdings" panose="05000000000000000000" pitchFamily="2" charset="2"/>
              <a:buChar char="q"/>
            </a:pPr>
            <a:r>
              <a:rPr lang="en-US" sz="1600" b="1">
                <a:solidFill>
                  <a:schemeClr val="tx1"/>
                </a:solidFill>
              </a:rPr>
              <a:t>Archer ID = </a:t>
            </a:r>
            <a:r>
              <a:rPr lang="en-US" sz="1600" b="1">
                <a:solidFill>
                  <a:srgbClr val="00B050"/>
                </a:solidFill>
              </a:rPr>
              <a:t>Tracking ID</a:t>
            </a:r>
          </a:p>
          <a:p>
            <a:pPr marL="285750" indent="-285750">
              <a:buFont typeface="Wingdings" panose="05000000000000000000" pitchFamily="2" charset="2"/>
              <a:buChar char="q"/>
            </a:pPr>
            <a:r>
              <a:rPr lang="en-US" sz="1600" b="1">
                <a:solidFill>
                  <a:schemeClr val="tx1"/>
                </a:solidFill>
              </a:rPr>
              <a:t>Entity Name =</a:t>
            </a:r>
            <a:r>
              <a:rPr lang="en-US" sz="1600" b="1">
                <a:solidFill>
                  <a:srgbClr val="00B050"/>
                </a:solidFill>
              </a:rPr>
              <a:t> Contracted Entity Name</a:t>
            </a:r>
          </a:p>
          <a:p>
            <a:pPr marL="285750" indent="-285750" algn="l">
              <a:buFont typeface="Wingdings" panose="05000000000000000000" pitchFamily="2" charset="2"/>
              <a:buChar char="ü"/>
            </a:pPr>
            <a:r>
              <a:rPr lang="en-US" sz="1600" b="1">
                <a:solidFill>
                  <a:srgbClr val="00B050"/>
                </a:solidFill>
              </a:rPr>
              <a:t>Audited Entity</a:t>
            </a:r>
          </a:p>
          <a:p>
            <a:pPr marL="285750" indent="-285750" algn="l">
              <a:buFont typeface="Wingdings" panose="05000000000000000000" pitchFamily="2" charset="2"/>
              <a:buChar char="ü"/>
            </a:pPr>
            <a:r>
              <a:rPr lang="en-US" sz="1600" b="1">
                <a:solidFill>
                  <a:srgbClr val="00B050"/>
                </a:solidFill>
              </a:rPr>
              <a:t>State</a:t>
            </a:r>
          </a:p>
          <a:p>
            <a:pPr marL="285750" indent="-285750" algn="l">
              <a:buFont typeface="Wingdings" panose="05000000000000000000" pitchFamily="2" charset="2"/>
              <a:buChar char="ü"/>
            </a:pPr>
            <a:r>
              <a:rPr lang="en-US" sz="1600" b="1">
                <a:solidFill>
                  <a:srgbClr val="00B050"/>
                </a:solidFill>
              </a:rPr>
              <a:t>Line of Business</a:t>
            </a:r>
          </a:p>
          <a:p>
            <a:pPr marL="285750" indent="-285750" algn="l">
              <a:buFont typeface="Wingdings" panose="05000000000000000000" pitchFamily="2" charset="2"/>
              <a:buChar char="ü"/>
            </a:pPr>
            <a:r>
              <a:rPr lang="en-US" sz="1600" b="1">
                <a:solidFill>
                  <a:srgbClr val="00B050"/>
                </a:solidFill>
              </a:rPr>
              <a:t>Delegation Type</a:t>
            </a:r>
          </a:p>
          <a:p>
            <a:pPr marL="285750" indent="-285750">
              <a:buFont typeface="Wingdings" panose="05000000000000000000" pitchFamily="2" charset="2"/>
              <a:buChar char="q"/>
            </a:pPr>
            <a:r>
              <a:rPr lang="en-US" sz="1600" b="1" strike="sngStrike">
                <a:solidFill>
                  <a:schemeClr val="bg2">
                    <a:lumMod val="60000"/>
                    <a:lumOff val="40000"/>
                  </a:schemeClr>
                </a:solidFill>
              </a:rPr>
              <a:t>Delegation Agreement-Y/N</a:t>
            </a:r>
            <a:endParaRPr lang="en-US" sz="1600" b="1" strike="sngStrike">
              <a:solidFill>
                <a:schemeClr val="bg2">
                  <a:lumMod val="60000"/>
                  <a:lumOff val="40000"/>
                </a:schemeClr>
              </a:solidFill>
              <a:highlight>
                <a:srgbClr val="FFFF99"/>
              </a:highlight>
            </a:endParaRPr>
          </a:p>
          <a:p>
            <a:pPr marL="171450" indent="-171450" algn="l">
              <a:buFont typeface="Wingdings" panose="05000000000000000000" pitchFamily="2" charset="2"/>
              <a:buChar char="q"/>
            </a:pPr>
            <a:r>
              <a:rPr lang="en-US" sz="1600" b="1" strike="sngStrike">
                <a:solidFill>
                  <a:schemeClr val="bg2">
                    <a:lumMod val="60000"/>
                    <a:lumOff val="40000"/>
                  </a:schemeClr>
                </a:solidFill>
              </a:rPr>
              <a:t>  Financial Risk Type-Medical = VBC Contract Risk Type?</a:t>
            </a:r>
          </a:p>
          <a:p>
            <a:pPr marL="285750" indent="-285750">
              <a:buFont typeface="Wingdings" panose="05000000000000000000" pitchFamily="2" charset="2"/>
              <a:buChar char="q"/>
            </a:pPr>
            <a:r>
              <a:rPr lang="en-US" sz="1600" b="1">
                <a:solidFill>
                  <a:schemeClr val="tx1"/>
                </a:solidFill>
              </a:rPr>
              <a:t>(Aetna Quality Oversight Audit?-Y/N) </a:t>
            </a:r>
            <a:r>
              <a:rPr lang="en-US" sz="1600" b="1">
                <a:solidFill>
                  <a:srgbClr val="00B050"/>
                </a:solidFill>
              </a:rPr>
              <a:t>= Oversight Audit Timeline*? </a:t>
            </a:r>
            <a:r>
              <a:rPr lang="en-US" sz="1100" i="1">
                <a:solidFill>
                  <a:srgbClr val="00B050"/>
                </a:solidFill>
              </a:rPr>
              <a:t>Not Y/N but Yearly/Last Completed/Next Due</a:t>
            </a:r>
            <a:endParaRPr lang="en-US" sz="1100">
              <a:solidFill>
                <a:srgbClr val="00B050"/>
              </a:solidFill>
            </a:endParaRPr>
          </a:p>
          <a:p>
            <a:pPr marL="285750" indent="-285750" algn="l">
              <a:buFont typeface="Wingdings" panose="05000000000000000000" pitchFamily="2" charset="2"/>
              <a:buChar char="ü"/>
            </a:pPr>
            <a:r>
              <a:rPr lang="en-US" sz="1600" b="1">
                <a:solidFill>
                  <a:srgbClr val="00B050"/>
                </a:solidFill>
              </a:rPr>
              <a:t>Corrective Action Plan</a:t>
            </a:r>
            <a:endParaRPr lang="en-US" sz="1600" i="1">
              <a:solidFill>
                <a:schemeClr val="tx1"/>
              </a:solidFill>
            </a:endParaRPr>
          </a:p>
          <a:p>
            <a:pPr marL="171450" indent="-171450">
              <a:buFont typeface="Wingdings" panose="05000000000000000000" pitchFamily="2" charset="2"/>
              <a:buChar char="q"/>
            </a:pPr>
            <a:r>
              <a:rPr lang="en-US" sz="1600" b="1" strike="sngStrike">
                <a:solidFill>
                  <a:schemeClr val="bg2">
                    <a:lumMod val="60000"/>
                    <a:lumOff val="40000"/>
                  </a:schemeClr>
                </a:solidFill>
              </a:rPr>
              <a:t>  Operations KPIs</a:t>
            </a:r>
          </a:p>
          <a:p>
            <a:pPr marL="285750" indent="-285750">
              <a:buFont typeface="Wingdings" panose="05000000000000000000" pitchFamily="2" charset="2"/>
              <a:buChar char="q"/>
            </a:pPr>
            <a:r>
              <a:rPr lang="en-US" sz="1600" b="1">
                <a:solidFill>
                  <a:schemeClr val="tx1"/>
                </a:solidFill>
              </a:rPr>
              <a:t>Key Network Contact Info </a:t>
            </a:r>
            <a:r>
              <a:rPr lang="en-US" sz="1600" b="1">
                <a:solidFill>
                  <a:srgbClr val="00B050"/>
                </a:solidFill>
              </a:rPr>
              <a:t>= Network Contractor</a:t>
            </a:r>
          </a:p>
          <a:p>
            <a:pPr marL="285750" indent="-285750" algn="l">
              <a:buFont typeface="Wingdings" panose="05000000000000000000" pitchFamily="2" charset="2"/>
              <a:buChar char="q"/>
            </a:pPr>
            <a:r>
              <a:rPr lang="en-US" sz="1600" b="1">
                <a:solidFill>
                  <a:schemeClr val="tx1"/>
                </a:solidFill>
              </a:rPr>
              <a:t>MSO Name</a:t>
            </a:r>
            <a:r>
              <a:rPr lang="en-US" sz="1600" i="1">
                <a:solidFill>
                  <a:schemeClr val="tx1"/>
                </a:solidFill>
              </a:rPr>
              <a:t> = </a:t>
            </a:r>
            <a:r>
              <a:rPr lang="en-US" sz="1600" b="1">
                <a:solidFill>
                  <a:srgbClr val="00B050"/>
                </a:solidFill>
              </a:rPr>
              <a:t>MSO</a:t>
            </a:r>
          </a:p>
          <a:p>
            <a:pPr marL="285750" indent="-285750" algn="l">
              <a:buFont typeface="Wingdings" panose="05000000000000000000" pitchFamily="2" charset="2"/>
              <a:buChar char="q"/>
            </a:pPr>
            <a:r>
              <a:rPr lang="en-US" sz="1600" b="1">
                <a:solidFill>
                  <a:schemeClr val="tx1"/>
                </a:solidFill>
              </a:rPr>
              <a:t>Communication of Decision </a:t>
            </a:r>
            <a:r>
              <a:rPr lang="en-US" sz="1600" b="1">
                <a:solidFill>
                  <a:srgbClr val="00B050"/>
                </a:solidFill>
              </a:rPr>
              <a:t>= Decision Auth Communication</a:t>
            </a:r>
          </a:p>
          <a:p>
            <a:pPr marL="285750" indent="-285750" algn="l">
              <a:buFont typeface="Wingdings" panose="05000000000000000000" pitchFamily="2" charset="2"/>
              <a:buChar char="q"/>
            </a:pPr>
            <a:endParaRPr lang="en-US" sz="1600" b="1">
              <a:solidFill>
                <a:srgbClr val="00B050"/>
              </a:solidFill>
            </a:endParaRPr>
          </a:p>
          <a:p>
            <a:pPr algn="l"/>
            <a:r>
              <a:rPr lang="en-US" sz="1600" b="1">
                <a:solidFill>
                  <a:schemeClr val="tx1"/>
                </a:solidFill>
                <a:highlight>
                  <a:srgbClr val="FFFF99"/>
                </a:highlight>
              </a:rPr>
              <a:t>= California IPA fields (AZ)</a:t>
            </a:r>
          </a:p>
        </p:txBody>
      </p:sp>
      <p:graphicFrame>
        <p:nvGraphicFramePr>
          <p:cNvPr id="3" name="Table 2">
            <a:extLst>
              <a:ext uri="{FF2B5EF4-FFF2-40B4-BE49-F238E27FC236}">
                <a16:creationId xmlns:a16="http://schemas.microsoft.com/office/drawing/2014/main" id="{78AA036E-7FCF-41C6-F4A1-9A419576D8EC}"/>
              </a:ext>
            </a:extLst>
          </p:cNvPr>
          <p:cNvGraphicFramePr>
            <a:graphicFrameLocks noGrp="1"/>
          </p:cNvGraphicFramePr>
          <p:nvPr>
            <p:extLst>
              <p:ext uri="{D42A27DB-BD31-4B8C-83A1-F6EECF244321}">
                <p14:modId xmlns:p14="http://schemas.microsoft.com/office/powerpoint/2010/main" val="491803082"/>
              </p:ext>
            </p:extLst>
          </p:nvPr>
        </p:nvGraphicFramePr>
        <p:xfrm>
          <a:off x="373626" y="418546"/>
          <a:ext cx="4308149" cy="5811353"/>
        </p:xfrm>
        <a:graphic>
          <a:graphicData uri="http://schemas.openxmlformats.org/drawingml/2006/table">
            <a:tbl>
              <a:tblPr>
                <a:tableStyleId>{9F4BECD3-1946-49B8-A077-205F1168E22D}</a:tableStyleId>
              </a:tblPr>
              <a:tblGrid>
                <a:gridCol w="2061492">
                  <a:extLst>
                    <a:ext uri="{9D8B030D-6E8A-4147-A177-3AD203B41FA5}">
                      <a16:colId xmlns:a16="http://schemas.microsoft.com/office/drawing/2014/main" val="4063779902"/>
                    </a:ext>
                  </a:extLst>
                </a:gridCol>
                <a:gridCol w="2246657">
                  <a:extLst>
                    <a:ext uri="{9D8B030D-6E8A-4147-A177-3AD203B41FA5}">
                      <a16:colId xmlns:a16="http://schemas.microsoft.com/office/drawing/2014/main" val="1713023002"/>
                    </a:ext>
                  </a:extLst>
                </a:gridCol>
              </a:tblGrid>
              <a:tr h="193837">
                <a:tc>
                  <a:txBody>
                    <a:bodyPr/>
                    <a:lstStyle/>
                    <a:p>
                      <a:pPr algn="l" fontAlgn="b">
                        <a:buNone/>
                      </a:pPr>
                      <a:r>
                        <a:rPr lang="en-US" sz="1100" b="0" i="0" u="none" strike="noStrike">
                          <a:solidFill>
                            <a:srgbClr val="000000"/>
                          </a:solidFill>
                          <a:effectLst/>
                          <a:highlight>
                            <a:srgbClr val="FF0000"/>
                          </a:highlight>
                          <a:latin typeface="Calibri" panose="020F0502020204030204" pitchFamily="34" charset="0"/>
                        </a:rPr>
                        <a:t>Accumulators</a:t>
                      </a:r>
                    </a:p>
                  </a:txBody>
                  <a:tcPr marL="6350" marR="6350" marT="6350" marB="0" anchor="b">
                    <a:cell3D prstMaterial="dkEdge">
                      <a:bevel w="50800" prst="hardEdge"/>
                      <a:lightRig rig="flood" dir="t"/>
                    </a:cell3D>
                  </a:tcPr>
                </a:tc>
                <a:tc>
                  <a:txBody>
                    <a:bodyPr/>
                    <a:lstStyle/>
                    <a:p>
                      <a:pPr algn="l" fontAlgn="b">
                        <a:buNone/>
                      </a:pPr>
                      <a:r>
                        <a:rPr lang="en-US" sz="1100" b="0" i="0" u="none" strike="noStrike">
                          <a:solidFill>
                            <a:srgbClr val="FF0000"/>
                          </a:solidFill>
                          <a:effectLst/>
                          <a:latin typeface="Calibri"/>
                        </a:rPr>
                        <a:t>??</a:t>
                      </a:r>
                    </a:p>
                  </a:txBody>
                  <a:tcPr marL="6350" marR="6350" marT="6350" marB="0" anchor="b">
                    <a:cell3D prstMaterial="dkEdge">
                      <a:bevel w="50800" prst="hardEdge"/>
                      <a:lightRig rig="flood" dir="t"/>
                    </a:cell3D>
                  </a:tcPr>
                </a:tc>
                <a:extLst>
                  <a:ext uri="{0D108BD9-81ED-4DB2-BD59-A6C34878D82A}">
                    <a16:rowId xmlns:a16="http://schemas.microsoft.com/office/drawing/2014/main" val="2838532243"/>
                  </a:ext>
                </a:extLst>
              </a:tr>
              <a:tr h="193837">
                <a:tc>
                  <a:txBody>
                    <a:bodyPr/>
                    <a:lstStyle/>
                    <a:p>
                      <a:pPr algn="l" fontAlgn="b">
                        <a:buNone/>
                      </a:pPr>
                      <a:r>
                        <a:rPr lang="en-US" sz="1100" b="1" i="0" u="none" strike="noStrike">
                          <a:solidFill>
                            <a:srgbClr val="00B050"/>
                          </a:solidFill>
                          <a:effectLst/>
                          <a:latin typeface="Calibri" panose="020F0502020204030204" pitchFamily="34" charset="0"/>
                        </a:rPr>
                        <a:t>Audited Entity</a:t>
                      </a:r>
                    </a:p>
                  </a:txBody>
                  <a:tcPr marL="6350" marR="6350" marT="6350" marB="0" anchor="b">
                    <a:cell3D prstMaterial="dkEdge">
                      <a:bevel w="50800" prst="hardEdge"/>
                      <a:lightRig rig="flood" dir="t"/>
                    </a:cell3D>
                  </a:tcPr>
                </a:tc>
                <a:tc>
                  <a:txBody>
                    <a:bodyPr/>
                    <a:lstStyle/>
                    <a:p>
                      <a:pPr algn="l" fontAlgn="b">
                        <a:buNone/>
                      </a:pPr>
                      <a:r>
                        <a:rPr lang="en-US" sz="1100" b="0" i="0" u="none" strike="noStrike">
                          <a:solidFill>
                            <a:srgbClr val="000000"/>
                          </a:solidFill>
                          <a:effectLst/>
                          <a:latin typeface="Calibri" panose="020F0502020204030204" pitchFamily="34" charset="0"/>
                        </a:rPr>
                        <a:t>Archer</a:t>
                      </a:r>
                    </a:p>
                  </a:txBody>
                  <a:tcPr marL="6350" marR="6350" marT="6350" marB="0" anchor="b">
                    <a:cell3D prstMaterial="dkEdge">
                      <a:bevel w="50800" prst="hardEdge"/>
                      <a:lightRig rig="flood" dir="t"/>
                    </a:cell3D>
                  </a:tcPr>
                </a:tc>
                <a:extLst>
                  <a:ext uri="{0D108BD9-81ED-4DB2-BD59-A6C34878D82A}">
                    <a16:rowId xmlns:a16="http://schemas.microsoft.com/office/drawing/2014/main" val="970729541"/>
                  </a:ext>
                </a:extLst>
              </a:tr>
              <a:tr h="193837">
                <a:tc>
                  <a:txBody>
                    <a:bodyPr/>
                    <a:lstStyle/>
                    <a:p>
                      <a:pPr algn="l" fontAlgn="b">
                        <a:buNone/>
                      </a:pPr>
                      <a:r>
                        <a:rPr lang="en-US" sz="1100" b="1" i="0" u="none" strike="noStrike">
                          <a:solidFill>
                            <a:srgbClr val="00B050"/>
                          </a:solidFill>
                          <a:effectLst/>
                          <a:latin typeface="Calibri" panose="020F0502020204030204" pitchFamily="34" charset="0"/>
                        </a:rPr>
                        <a:t>Audited Entity Status</a:t>
                      </a:r>
                    </a:p>
                  </a:txBody>
                  <a:tcPr marL="6350" marR="6350" marT="6350" marB="0" anchor="b">
                    <a:cell3D prstMaterial="dkEdge">
                      <a:bevel w="50800" prst="hardEdge"/>
                      <a:lightRig rig="flood" dir="t"/>
                    </a:cell3D>
                  </a:tcPr>
                </a:tc>
                <a:tc>
                  <a:txBody>
                    <a:bodyPr/>
                    <a:lstStyle/>
                    <a:p>
                      <a:pPr algn="l" fontAlgn="b">
                        <a:buNone/>
                      </a:pPr>
                      <a:r>
                        <a:rPr lang="en-US" sz="1100" b="0" i="0" u="none" strike="noStrike">
                          <a:solidFill>
                            <a:srgbClr val="000000"/>
                          </a:solidFill>
                          <a:effectLst/>
                          <a:latin typeface="Calibri" panose="020F0502020204030204" pitchFamily="34" charset="0"/>
                        </a:rPr>
                        <a:t>Archer</a:t>
                      </a:r>
                    </a:p>
                  </a:txBody>
                  <a:tcPr marL="6350" marR="6350" marT="6350" marB="0" anchor="b">
                    <a:cell3D prstMaterial="dkEdge">
                      <a:bevel w="50800" prst="hardEdge"/>
                      <a:lightRig rig="flood" dir="t"/>
                    </a:cell3D>
                  </a:tcPr>
                </a:tc>
                <a:extLst>
                  <a:ext uri="{0D108BD9-81ED-4DB2-BD59-A6C34878D82A}">
                    <a16:rowId xmlns:a16="http://schemas.microsoft.com/office/drawing/2014/main" val="1116172066"/>
                  </a:ext>
                </a:extLst>
              </a:tr>
              <a:tr h="193837">
                <a:tc>
                  <a:txBody>
                    <a:bodyPr/>
                    <a:lstStyle/>
                    <a:p>
                      <a:pPr algn="l" fontAlgn="b">
                        <a:buNone/>
                      </a:pPr>
                      <a:r>
                        <a:rPr lang="en-US" sz="1100" b="0" i="0" u="none" strike="noStrike">
                          <a:solidFill>
                            <a:srgbClr val="000000"/>
                          </a:solidFill>
                          <a:effectLst/>
                          <a:latin typeface="Calibri" panose="020F0502020204030204" pitchFamily="34" charset="0"/>
                        </a:rPr>
                        <a:t>Contract Effective Date</a:t>
                      </a:r>
                    </a:p>
                  </a:txBody>
                  <a:tcPr marL="6350" marR="6350" marT="6350" marB="0" anchor="b">
                    <a:cell3D prstMaterial="dkEdge">
                      <a:bevel w="50800" prst="hardEdge"/>
                      <a:lightRig rig="flood" dir="t"/>
                    </a:cell3D>
                  </a:tcPr>
                </a:tc>
                <a:tc>
                  <a:txBody>
                    <a:bodyPr/>
                    <a:lstStyle/>
                    <a:p>
                      <a:pPr algn="l" fontAlgn="b">
                        <a:buNone/>
                      </a:pPr>
                      <a:r>
                        <a:rPr lang="en-US" sz="1100" b="0" i="0" u="none" strike="noStrike">
                          <a:solidFill>
                            <a:srgbClr val="000000"/>
                          </a:solidFill>
                          <a:effectLst/>
                          <a:latin typeface="Calibri" panose="020F0502020204030204" pitchFamily="34" charset="0"/>
                        </a:rPr>
                        <a:t>SCM/CTR/Procurement</a:t>
                      </a:r>
                    </a:p>
                  </a:txBody>
                  <a:tcPr marL="6350" marR="6350" marT="6350" marB="0" anchor="b">
                    <a:cell3D prstMaterial="dkEdge">
                      <a:bevel w="50800" prst="hardEdge"/>
                      <a:lightRig rig="flood" dir="t"/>
                    </a:cell3D>
                  </a:tcPr>
                </a:tc>
                <a:extLst>
                  <a:ext uri="{0D108BD9-81ED-4DB2-BD59-A6C34878D82A}">
                    <a16:rowId xmlns:a16="http://schemas.microsoft.com/office/drawing/2014/main" val="1465212483"/>
                  </a:ext>
                </a:extLst>
              </a:tr>
              <a:tr h="193837">
                <a:tc>
                  <a:txBody>
                    <a:bodyPr/>
                    <a:lstStyle/>
                    <a:p>
                      <a:pPr algn="l" fontAlgn="b">
                        <a:buNone/>
                      </a:pPr>
                      <a:r>
                        <a:rPr lang="en-US" sz="1100" b="0" i="0" u="none" strike="noStrike">
                          <a:solidFill>
                            <a:srgbClr val="000000"/>
                          </a:solidFill>
                          <a:effectLst/>
                          <a:latin typeface="Calibri" panose="020F0502020204030204" pitchFamily="34" charset="0"/>
                        </a:rPr>
                        <a:t>Contract Renewal Date</a:t>
                      </a:r>
                    </a:p>
                  </a:txBody>
                  <a:tcPr marL="6350" marR="6350" marT="6350" marB="0" anchor="b">
                    <a:cell3D prstMaterial="dkEdge">
                      <a:bevel w="50800" prst="hardEdge"/>
                      <a:lightRig rig="flood" dir="t"/>
                    </a:cell3D>
                  </a:tcPr>
                </a:tc>
                <a:tc>
                  <a:txBody>
                    <a:bodyPr/>
                    <a:lstStyle/>
                    <a:p>
                      <a:pPr algn="l" fontAlgn="b">
                        <a:buNone/>
                      </a:pPr>
                      <a:r>
                        <a:rPr lang="en-US" sz="1100" b="0" i="0" u="none" strike="noStrike">
                          <a:solidFill>
                            <a:srgbClr val="000000"/>
                          </a:solidFill>
                          <a:effectLst/>
                          <a:latin typeface="Calibri" panose="020F0502020204030204" pitchFamily="34" charset="0"/>
                        </a:rPr>
                        <a:t>SCM/CTR/Procurement</a:t>
                      </a:r>
                    </a:p>
                  </a:txBody>
                  <a:tcPr marL="6350" marR="6350" marT="6350" marB="0" anchor="b">
                    <a:cell3D prstMaterial="dkEdge">
                      <a:bevel w="50800" prst="hardEdge"/>
                      <a:lightRig rig="flood" dir="t"/>
                    </a:cell3D>
                  </a:tcPr>
                </a:tc>
                <a:extLst>
                  <a:ext uri="{0D108BD9-81ED-4DB2-BD59-A6C34878D82A}">
                    <a16:rowId xmlns:a16="http://schemas.microsoft.com/office/drawing/2014/main" val="228119323"/>
                  </a:ext>
                </a:extLst>
              </a:tr>
              <a:tr h="193837">
                <a:tc>
                  <a:txBody>
                    <a:bodyPr/>
                    <a:lstStyle/>
                    <a:p>
                      <a:pPr algn="l" fontAlgn="b">
                        <a:buNone/>
                      </a:pPr>
                      <a:r>
                        <a:rPr lang="en-US" sz="1100" b="0" i="0" u="none" strike="noStrike">
                          <a:solidFill>
                            <a:srgbClr val="000000"/>
                          </a:solidFill>
                          <a:effectLst/>
                          <a:latin typeface="Calibri" panose="020F0502020204030204" pitchFamily="34" charset="0"/>
                        </a:rPr>
                        <a:t>Contract Term Date</a:t>
                      </a:r>
                    </a:p>
                  </a:txBody>
                  <a:tcPr marL="6350" marR="6350" marT="6350" marB="0" anchor="b">
                    <a:cell3D prstMaterial="dkEdge">
                      <a:bevel w="50800" prst="hardEdge"/>
                      <a:lightRig rig="flood" dir="t"/>
                    </a:cell3D>
                  </a:tcPr>
                </a:tc>
                <a:tc>
                  <a:txBody>
                    <a:bodyPr/>
                    <a:lstStyle/>
                    <a:p>
                      <a:pPr algn="l" fontAlgn="b">
                        <a:buNone/>
                      </a:pPr>
                      <a:r>
                        <a:rPr lang="en-US" sz="1100" b="0" i="0" u="none" strike="noStrike">
                          <a:solidFill>
                            <a:srgbClr val="000000"/>
                          </a:solidFill>
                          <a:effectLst/>
                          <a:latin typeface="Calibri" panose="020F0502020204030204" pitchFamily="34" charset="0"/>
                        </a:rPr>
                        <a:t>SCM/CTR/Procurement</a:t>
                      </a:r>
                    </a:p>
                  </a:txBody>
                  <a:tcPr marL="6350" marR="6350" marT="6350" marB="0" anchor="b">
                    <a:cell3D prstMaterial="dkEdge">
                      <a:bevel w="50800" prst="hardEdge"/>
                      <a:lightRig rig="flood" dir="t"/>
                    </a:cell3D>
                  </a:tcPr>
                </a:tc>
                <a:extLst>
                  <a:ext uri="{0D108BD9-81ED-4DB2-BD59-A6C34878D82A}">
                    <a16:rowId xmlns:a16="http://schemas.microsoft.com/office/drawing/2014/main" val="4232002684"/>
                  </a:ext>
                </a:extLst>
              </a:tr>
              <a:tr h="193837">
                <a:tc>
                  <a:txBody>
                    <a:bodyPr/>
                    <a:lstStyle/>
                    <a:p>
                      <a:pPr algn="l" fontAlgn="b">
                        <a:buNone/>
                      </a:pPr>
                      <a:r>
                        <a:rPr lang="en-US" sz="1100" b="0" i="0" u="none" strike="noStrike">
                          <a:solidFill>
                            <a:srgbClr val="000000"/>
                          </a:solidFill>
                          <a:effectLst/>
                          <a:latin typeface="Calibri" panose="020F0502020204030204" pitchFamily="34" charset="0"/>
                        </a:rPr>
                        <a:t>Contracted Entity Address 1</a:t>
                      </a:r>
                    </a:p>
                  </a:txBody>
                  <a:tcPr marL="6350" marR="6350" marT="6350" marB="0" anchor="b">
                    <a:cell3D prstMaterial="dkEdge">
                      <a:bevel w="50800" prst="hardEdge"/>
                      <a:lightRig rig="flood" dir="t"/>
                    </a:cell3D>
                  </a:tcPr>
                </a:tc>
                <a:tc>
                  <a:txBody>
                    <a:bodyPr/>
                    <a:lstStyle/>
                    <a:p>
                      <a:pPr algn="l" fontAlgn="b">
                        <a:buNone/>
                      </a:pPr>
                      <a:r>
                        <a:rPr lang="en-US" sz="1100" b="0" i="0" u="none" strike="noStrike">
                          <a:solidFill>
                            <a:srgbClr val="000000"/>
                          </a:solidFill>
                          <a:effectLst/>
                          <a:latin typeface="Calibri" panose="020F0502020204030204" pitchFamily="34" charset="0"/>
                        </a:rPr>
                        <a:t>Archer</a:t>
                      </a:r>
                    </a:p>
                  </a:txBody>
                  <a:tcPr marL="6350" marR="6350" marT="6350" marB="0" anchor="b">
                    <a:cell3D prstMaterial="dkEdge">
                      <a:bevel w="50800" prst="hardEdge"/>
                      <a:lightRig rig="flood" dir="t"/>
                    </a:cell3D>
                  </a:tcPr>
                </a:tc>
                <a:extLst>
                  <a:ext uri="{0D108BD9-81ED-4DB2-BD59-A6C34878D82A}">
                    <a16:rowId xmlns:a16="http://schemas.microsoft.com/office/drawing/2014/main" val="1792131480"/>
                  </a:ext>
                </a:extLst>
              </a:tr>
              <a:tr h="193837">
                <a:tc>
                  <a:txBody>
                    <a:bodyPr/>
                    <a:lstStyle/>
                    <a:p>
                      <a:pPr algn="l" fontAlgn="b">
                        <a:buNone/>
                      </a:pPr>
                      <a:r>
                        <a:rPr lang="en-US" sz="1100" b="0" i="0" u="none" strike="noStrike">
                          <a:solidFill>
                            <a:srgbClr val="000000"/>
                          </a:solidFill>
                          <a:effectLst/>
                          <a:latin typeface="Calibri" panose="020F0502020204030204" pitchFamily="34" charset="0"/>
                        </a:rPr>
                        <a:t>Contracted Entity Address 2</a:t>
                      </a:r>
                    </a:p>
                  </a:txBody>
                  <a:tcPr marL="6350" marR="6350" marT="6350" marB="0" anchor="b">
                    <a:cell3D prstMaterial="dkEdge">
                      <a:bevel w="50800" prst="hardEdge"/>
                      <a:lightRig rig="flood" dir="t"/>
                    </a:cell3D>
                  </a:tcPr>
                </a:tc>
                <a:tc>
                  <a:txBody>
                    <a:bodyPr/>
                    <a:lstStyle/>
                    <a:p>
                      <a:pPr algn="l" fontAlgn="b">
                        <a:buNone/>
                      </a:pPr>
                      <a:r>
                        <a:rPr lang="en-US" sz="1100" b="0" i="0" u="none" strike="noStrike">
                          <a:solidFill>
                            <a:srgbClr val="000000"/>
                          </a:solidFill>
                          <a:effectLst/>
                          <a:latin typeface="Calibri" panose="020F0502020204030204" pitchFamily="34" charset="0"/>
                        </a:rPr>
                        <a:t>Archer</a:t>
                      </a:r>
                    </a:p>
                  </a:txBody>
                  <a:tcPr marL="6350" marR="6350" marT="6350" marB="0" anchor="b">
                    <a:cell3D prstMaterial="dkEdge">
                      <a:bevel w="50800" prst="hardEdge"/>
                      <a:lightRig rig="flood" dir="t"/>
                    </a:cell3D>
                  </a:tcPr>
                </a:tc>
                <a:extLst>
                  <a:ext uri="{0D108BD9-81ED-4DB2-BD59-A6C34878D82A}">
                    <a16:rowId xmlns:a16="http://schemas.microsoft.com/office/drawing/2014/main" val="136666179"/>
                  </a:ext>
                </a:extLst>
              </a:tr>
              <a:tr h="193837">
                <a:tc>
                  <a:txBody>
                    <a:bodyPr/>
                    <a:lstStyle/>
                    <a:p>
                      <a:pPr algn="l" fontAlgn="b">
                        <a:buNone/>
                      </a:pPr>
                      <a:r>
                        <a:rPr lang="en-US" sz="1100" b="0" i="0" u="none" strike="noStrike">
                          <a:solidFill>
                            <a:srgbClr val="000000"/>
                          </a:solidFill>
                          <a:effectLst/>
                          <a:latin typeface="Calibri" panose="020F0502020204030204" pitchFamily="34" charset="0"/>
                        </a:rPr>
                        <a:t>Contracted Entity City</a:t>
                      </a:r>
                    </a:p>
                  </a:txBody>
                  <a:tcPr marL="6350" marR="6350" marT="6350" marB="0" anchor="b">
                    <a:cell3D prstMaterial="dkEdge">
                      <a:bevel w="50800" prst="hardEdge"/>
                      <a:lightRig rig="flood" dir="t"/>
                    </a:cell3D>
                  </a:tcPr>
                </a:tc>
                <a:tc>
                  <a:txBody>
                    <a:bodyPr/>
                    <a:lstStyle/>
                    <a:p>
                      <a:pPr algn="l" fontAlgn="b">
                        <a:buNone/>
                      </a:pPr>
                      <a:r>
                        <a:rPr lang="en-US" sz="1100" b="0" i="0" u="none" strike="noStrike">
                          <a:solidFill>
                            <a:srgbClr val="000000"/>
                          </a:solidFill>
                          <a:effectLst/>
                          <a:latin typeface="Calibri" panose="020F0502020204030204" pitchFamily="34" charset="0"/>
                        </a:rPr>
                        <a:t>Archer</a:t>
                      </a:r>
                    </a:p>
                  </a:txBody>
                  <a:tcPr marL="6350" marR="6350" marT="6350" marB="0" anchor="b">
                    <a:cell3D prstMaterial="dkEdge">
                      <a:bevel w="50800" prst="hardEdge"/>
                      <a:lightRig rig="flood" dir="t"/>
                    </a:cell3D>
                  </a:tcPr>
                </a:tc>
                <a:extLst>
                  <a:ext uri="{0D108BD9-81ED-4DB2-BD59-A6C34878D82A}">
                    <a16:rowId xmlns:a16="http://schemas.microsoft.com/office/drawing/2014/main" val="571085155"/>
                  </a:ext>
                </a:extLst>
              </a:tr>
              <a:tr h="193837">
                <a:tc>
                  <a:txBody>
                    <a:bodyPr/>
                    <a:lstStyle/>
                    <a:p>
                      <a:pPr algn="l" fontAlgn="b">
                        <a:buNone/>
                      </a:pPr>
                      <a:r>
                        <a:rPr lang="en-US" sz="1100" b="1" i="0" u="none" strike="noStrike" kern="1500">
                          <a:solidFill>
                            <a:srgbClr val="00B050"/>
                          </a:solidFill>
                          <a:effectLst/>
                          <a:latin typeface="Calibri" panose="020F0502020204030204" pitchFamily="34" charset="0"/>
                          <a:ea typeface="+mn-ea"/>
                          <a:cs typeface="+mn-cs"/>
                        </a:rPr>
                        <a:t>Contracted Entity Name</a:t>
                      </a:r>
                    </a:p>
                  </a:txBody>
                  <a:tcPr marL="6350" marR="6350" marT="6350" marB="0" anchor="b">
                    <a:cell3D prstMaterial="dkEdge">
                      <a:bevel w="50800" prst="hardEdge"/>
                      <a:lightRig rig="flood" dir="t"/>
                    </a:cell3D>
                    <a:noFill/>
                  </a:tcPr>
                </a:tc>
                <a:tc>
                  <a:txBody>
                    <a:bodyPr/>
                    <a:lstStyle/>
                    <a:p>
                      <a:pPr algn="l" fontAlgn="b">
                        <a:buNone/>
                      </a:pPr>
                      <a:r>
                        <a:rPr lang="en-US" sz="1100" b="0" i="0" u="none" strike="noStrike">
                          <a:solidFill>
                            <a:srgbClr val="000000"/>
                          </a:solidFill>
                          <a:effectLst/>
                          <a:latin typeface="Calibri"/>
                        </a:rPr>
                        <a:t>SCM (Conga = Medicaid; </a:t>
                      </a:r>
                      <a:endParaRPr lang="en-US" sz="1100" b="0" i="0" u="none" strike="noStrike">
                        <a:solidFill>
                          <a:srgbClr val="000000"/>
                        </a:solidFill>
                        <a:effectLst/>
                        <a:latin typeface="Calibri" panose="020F0502020204030204" pitchFamily="34" charset="0"/>
                      </a:endParaRPr>
                    </a:p>
                  </a:txBody>
                  <a:tcPr marL="6350" marR="6350" marT="6350" marB="0" anchor="b">
                    <a:cell3D prstMaterial="dkEdge">
                      <a:bevel w="50800" prst="hardEdge"/>
                      <a:lightRig rig="flood" dir="t"/>
                    </a:cell3D>
                  </a:tcPr>
                </a:tc>
                <a:extLst>
                  <a:ext uri="{0D108BD9-81ED-4DB2-BD59-A6C34878D82A}">
                    <a16:rowId xmlns:a16="http://schemas.microsoft.com/office/drawing/2014/main" val="2444046111"/>
                  </a:ext>
                </a:extLst>
              </a:tr>
              <a:tr h="193837">
                <a:tc>
                  <a:txBody>
                    <a:bodyPr/>
                    <a:lstStyle/>
                    <a:p>
                      <a:pPr algn="l" fontAlgn="b">
                        <a:buNone/>
                      </a:pPr>
                      <a:r>
                        <a:rPr lang="en-US" sz="1100" b="0" i="0" u="none" strike="noStrike">
                          <a:solidFill>
                            <a:srgbClr val="000000"/>
                          </a:solidFill>
                          <a:effectLst/>
                          <a:latin typeface="Calibri" panose="020F0502020204030204" pitchFamily="34" charset="0"/>
                        </a:rPr>
                        <a:t>Contracted Entity State</a:t>
                      </a:r>
                    </a:p>
                  </a:txBody>
                  <a:tcPr marL="6350" marR="6350" marT="6350" marB="0" anchor="b">
                    <a:cell3D prstMaterial="dkEdge">
                      <a:bevel w="50800" prst="hardEdge"/>
                      <a:lightRig rig="flood" dir="t"/>
                    </a:cell3D>
                  </a:tcPr>
                </a:tc>
                <a:tc>
                  <a:txBody>
                    <a:bodyPr/>
                    <a:lstStyle/>
                    <a:p>
                      <a:pPr algn="l" fontAlgn="b">
                        <a:buNone/>
                      </a:pPr>
                      <a:r>
                        <a:rPr lang="en-US" sz="1100" b="0" i="0" u="none" strike="noStrike">
                          <a:solidFill>
                            <a:srgbClr val="000000"/>
                          </a:solidFill>
                          <a:effectLst/>
                          <a:latin typeface="Calibri" panose="020F0502020204030204" pitchFamily="34" charset="0"/>
                        </a:rPr>
                        <a:t>Archer</a:t>
                      </a:r>
                    </a:p>
                  </a:txBody>
                  <a:tcPr marL="6350" marR="6350" marT="6350" marB="0" anchor="b">
                    <a:cell3D prstMaterial="dkEdge">
                      <a:bevel w="50800" prst="hardEdge"/>
                      <a:lightRig rig="flood" dir="t"/>
                    </a:cell3D>
                  </a:tcPr>
                </a:tc>
                <a:extLst>
                  <a:ext uri="{0D108BD9-81ED-4DB2-BD59-A6C34878D82A}">
                    <a16:rowId xmlns:a16="http://schemas.microsoft.com/office/drawing/2014/main" val="2956128964"/>
                  </a:ext>
                </a:extLst>
              </a:tr>
              <a:tr h="193837">
                <a:tc>
                  <a:txBody>
                    <a:bodyPr/>
                    <a:lstStyle/>
                    <a:p>
                      <a:pPr algn="l" fontAlgn="b">
                        <a:buNone/>
                      </a:pPr>
                      <a:r>
                        <a:rPr lang="en-US" sz="1100" b="0" i="0" u="none" strike="noStrike">
                          <a:solidFill>
                            <a:srgbClr val="000000"/>
                          </a:solidFill>
                          <a:effectLst/>
                          <a:latin typeface="Calibri" panose="020F0502020204030204" pitchFamily="34" charset="0"/>
                        </a:rPr>
                        <a:t>Contracted Entity Zip</a:t>
                      </a:r>
                    </a:p>
                  </a:txBody>
                  <a:tcPr marL="6350" marR="6350" marT="6350" marB="0" anchor="b">
                    <a:cell3D prstMaterial="dkEdge">
                      <a:bevel w="50800" prst="hardEdge"/>
                      <a:lightRig rig="flood" dir="t"/>
                    </a:cell3D>
                  </a:tcPr>
                </a:tc>
                <a:tc>
                  <a:txBody>
                    <a:bodyPr/>
                    <a:lstStyle/>
                    <a:p>
                      <a:pPr algn="l" fontAlgn="b">
                        <a:buNone/>
                      </a:pPr>
                      <a:r>
                        <a:rPr lang="en-US" sz="1100" b="0" i="0" u="none" strike="noStrike">
                          <a:solidFill>
                            <a:srgbClr val="000000"/>
                          </a:solidFill>
                          <a:effectLst/>
                          <a:latin typeface="Calibri" panose="020F0502020204030204" pitchFamily="34" charset="0"/>
                        </a:rPr>
                        <a:t>Archer</a:t>
                      </a:r>
                    </a:p>
                  </a:txBody>
                  <a:tcPr marL="6350" marR="6350" marT="6350" marB="0" anchor="b">
                    <a:cell3D prstMaterial="dkEdge">
                      <a:bevel w="50800" prst="hardEdge"/>
                      <a:lightRig rig="flood" dir="t"/>
                    </a:cell3D>
                  </a:tcPr>
                </a:tc>
                <a:extLst>
                  <a:ext uri="{0D108BD9-81ED-4DB2-BD59-A6C34878D82A}">
                    <a16:rowId xmlns:a16="http://schemas.microsoft.com/office/drawing/2014/main" val="2423250485"/>
                  </a:ext>
                </a:extLst>
              </a:tr>
              <a:tr h="193837">
                <a:tc>
                  <a:txBody>
                    <a:bodyPr/>
                    <a:lstStyle/>
                    <a:p>
                      <a:pPr algn="l" fontAlgn="b">
                        <a:buNone/>
                      </a:pPr>
                      <a:r>
                        <a:rPr lang="en-US" sz="1100" b="1" i="0" u="none" strike="noStrike">
                          <a:solidFill>
                            <a:srgbClr val="00B050"/>
                          </a:solidFill>
                          <a:effectLst/>
                          <a:latin typeface="Calibri" panose="020F0502020204030204" pitchFamily="34" charset="0"/>
                        </a:rPr>
                        <a:t>Corrective Action Plan</a:t>
                      </a:r>
                    </a:p>
                  </a:txBody>
                  <a:tcPr marL="6350" marR="6350" marT="6350" marB="0" anchor="b">
                    <a:cell3D prstMaterial="dkEdge">
                      <a:bevel w="50800" prst="hardEdge"/>
                      <a:lightRig rig="flood" dir="t"/>
                    </a:cell3D>
                  </a:tcPr>
                </a:tc>
                <a:tc>
                  <a:txBody>
                    <a:bodyPr/>
                    <a:lstStyle/>
                    <a:p>
                      <a:pPr algn="l" fontAlgn="b">
                        <a:buNone/>
                      </a:pPr>
                      <a:r>
                        <a:rPr lang="en-US" sz="1100" b="0" i="0" u="none" strike="noStrike">
                          <a:solidFill>
                            <a:srgbClr val="000000"/>
                          </a:solidFill>
                          <a:effectLst/>
                          <a:latin typeface="Calibri" panose="020F0502020204030204" pitchFamily="34" charset="0"/>
                        </a:rPr>
                        <a:t>Archer</a:t>
                      </a:r>
                    </a:p>
                  </a:txBody>
                  <a:tcPr marL="6350" marR="6350" marT="6350" marB="0" anchor="b">
                    <a:cell3D prstMaterial="dkEdge">
                      <a:bevel w="50800" prst="hardEdge"/>
                      <a:lightRig rig="flood" dir="t"/>
                    </a:cell3D>
                  </a:tcPr>
                </a:tc>
                <a:extLst>
                  <a:ext uri="{0D108BD9-81ED-4DB2-BD59-A6C34878D82A}">
                    <a16:rowId xmlns:a16="http://schemas.microsoft.com/office/drawing/2014/main" val="4023543360"/>
                  </a:ext>
                </a:extLst>
              </a:tr>
              <a:tr h="193837">
                <a:tc>
                  <a:txBody>
                    <a:bodyPr/>
                    <a:lstStyle/>
                    <a:p>
                      <a:pPr algn="l" fontAlgn="b">
                        <a:buNone/>
                      </a:pPr>
                      <a:r>
                        <a:rPr lang="en-US" sz="1100" b="1" i="0" u="none" strike="noStrike" kern="1500">
                          <a:solidFill>
                            <a:srgbClr val="00B050"/>
                          </a:solidFill>
                          <a:effectLst/>
                          <a:latin typeface="Calibri" panose="020F0502020204030204" pitchFamily="34" charset="0"/>
                          <a:ea typeface="+mn-ea"/>
                          <a:cs typeface="+mn-cs"/>
                        </a:rPr>
                        <a:t>Decision Auth Communication</a:t>
                      </a:r>
                    </a:p>
                  </a:txBody>
                  <a:tcPr marL="6350" marR="6350" marT="6350" marB="0" anchor="b">
                    <a:cell3D prstMaterial="dkEdge">
                      <a:bevel w="50800" prst="hardEdge"/>
                      <a:lightRig rig="flood" dir="t"/>
                    </a:cell3D>
                  </a:tcPr>
                </a:tc>
                <a:tc>
                  <a:txBody>
                    <a:bodyPr/>
                    <a:lstStyle/>
                    <a:p>
                      <a:pPr algn="l" fontAlgn="b">
                        <a:buNone/>
                      </a:pPr>
                      <a:r>
                        <a:rPr lang="en-US" sz="1100" b="0" i="0" u="none" strike="noStrike">
                          <a:solidFill>
                            <a:srgbClr val="FF0000"/>
                          </a:solidFill>
                          <a:effectLst/>
                          <a:latin typeface="Calibri"/>
                        </a:rPr>
                        <a:t>??</a:t>
                      </a:r>
                    </a:p>
                  </a:txBody>
                  <a:tcPr marL="6350" marR="6350" marT="6350" marB="0" anchor="b">
                    <a:cell3D prstMaterial="dkEdge">
                      <a:bevel w="50800" prst="hardEdge"/>
                      <a:lightRig rig="flood" dir="t"/>
                    </a:cell3D>
                  </a:tcPr>
                </a:tc>
                <a:extLst>
                  <a:ext uri="{0D108BD9-81ED-4DB2-BD59-A6C34878D82A}">
                    <a16:rowId xmlns:a16="http://schemas.microsoft.com/office/drawing/2014/main" val="107022043"/>
                  </a:ext>
                </a:extLst>
              </a:tr>
              <a:tr h="193837">
                <a:tc>
                  <a:txBody>
                    <a:bodyPr/>
                    <a:lstStyle/>
                    <a:p>
                      <a:pPr algn="l" fontAlgn="b">
                        <a:buNone/>
                      </a:pPr>
                      <a:r>
                        <a:rPr lang="en-US" sz="1100" b="0" i="0" u="none" strike="noStrike">
                          <a:solidFill>
                            <a:srgbClr val="000000"/>
                          </a:solidFill>
                          <a:effectLst/>
                          <a:latin typeface="Calibri"/>
                        </a:rPr>
                        <a:t>Delegate Entity Type</a:t>
                      </a:r>
                    </a:p>
                  </a:txBody>
                  <a:tcPr marL="6350" marR="6350" marT="6350" marB="0" anchor="b">
                    <a:cell3D prstMaterial="dkEdge">
                      <a:bevel w="50800" prst="hardEdge"/>
                      <a:lightRig rig="flood" dir="t"/>
                    </a:cell3D>
                  </a:tcPr>
                </a:tc>
                <a:tc>
                  <a:txBody>
                    <a:bodyPr/>
                    <a:lstStyle/>
                    <a:p>
                      <a:pPr algn="l" fontAlgn="b">
                        <a:buNone/>
                      </a:pPr>
                      <a:r>
                        <a:rPr lang="en-US" sz="1100" b="0" i="0" u="none" strike="noStrike">
                          <a:solidFill>
                            <a:srgbClr val="000000"/>
                          </a:solidFill>
                          <a:effectLst/>
                          <a:latin typeface="Calibri" panose="020F0502020204030204" pitchFamily="34" charset="0"/>
                        </a:rPr>
                        <a:t>Archer</a:t>
                      </a:r>
                    </a:p>
                  </a:txBody>
                  <a:tcPr marL="6350" marR="6350" marT="6350" marB="0" anchor="b">
                    <a:cell3D prstMaterial="dkEdge">
                      <a:bevel w="50800" prst="hardEdge"/>
                      <a:lightRig rig="flood" dir="t"/>
                    </a:cell3D>
                  </a:tcPr>
                </a:tc>
                <a:extLst>
                  <a:ext uri="{0D108BD9-81ED-4DB2-BD59-A6C34878D82A}">
                    <a16:rowId xmlns:a16="http://schemas.microsoft.com/office/drawing/2014/main" val="3488515958"/>
                  </a:ext>
                </a:extLst>
              </a:tr>
              <a:tr h="193837">
                <a:tc>
                  <a:txBody>
                    <a:bodyPr/>
                    <a:lstStyle/>
                    <a:p>
                      <a:pPr algn="l" fontAlgn="b">
                        <a:buNone/>
                      </a:pPr>
                      <a:r>
                        <a:rPr lang="en-US" sz="1100" b="0" i="0" u="none" strike="noStrike">
                          <a:solidFill>
                            <a:srgbClr val="000000"/>
                          </a:solidFill>
                          <a:effectLst/>
                          <a:latin typeface="Calibri"/>
                        </a:rPr>
                        <a:t>Delegated Entity Contacts</a:t>
                      </a:r>
                    </a:p>
                  </a:txBody>
                  <a:tcPr marL="6350" marR="6350" marT="6350" marB="0" anchor="b">
                    <a:cell3D prstMaterial="dkEdge">
                      <a:bevel w="50800" prst="hardEdge"/>
                      <a:lightRig rig="flood" dir="t"/>
                    </a:cell3D>
                  </a:tcPr>
                </a:tc>
                <a:tc>
                  <a:txBody>
                    <a:bodyPr/>
                    <a:lstStyle/>
                    <a:p>
                      <a:pPr algn="l" fontAlgn="b">
                        <a:buNone/>
                      </a:pPr>
                      <a:r>
                        <a:rPr lang="en-US" sz="1100" b="0" i="0" u="none" strike="noStrike">
                          <a:solidFill>
                            <a:srgbClr val="000000"/>
                          </a:solidFill>
                          <a:effectLst/>
                          <a:latin typeface="Calibri"/>
                        </a:rPr>
                        <a:t>Archer, CA IPA </a:t>
                      </a:r>
                      <a:r>
                        <a:rPr lang="en-US" sz="1100" b="0" i="0" u="none" strike="noStrike" err="1">
                          <a:solidFill>
                            <a:srgbClr val="000000"/>
                          </a:solidFill>
                          <a:effectLst/>
                          <a:latin typeface="Calibri"/>
                        </a:rPr>
                        <a:t>Quickbase</a:t>
                      </a:r>
                    </a:p>
                  </a:txBody>
                  <a:tcPr marL="6350" marR="6350" marT="6350" marB="0" anchor="b">
                    <a:cell3D prstMaterial="dkEdge">
                      <a:bevel w="50800" prst="hardEdge"/>
                      <a:lightRig rig="flood" dir="t"/>
                    </a:cell3D>
                  </a:tcPr>
                </a:tc>
                <a:extLst>
                  <a:ext uri="{0D108BD9-81ED-4DB2-BD59-A6C34878D82A}">
                    <a16:rowId xmlns:a16="http://schemas.microsoft.com/office/drawing/2014/main" val="1963223743"/>
                  </a:ext>
                </a:extLst>
              </a:tr>
              <a:tr h="193837">
                <a:tc>
                  <a:txBody>
                    <a:bodyPr/>
                    <a:lstStyle/>
                    <a:p>
                      <a:pPr algn="l" fontAlgn="b">
                        <a:buNone/>
                      </a:pPr>
                      <a:r>
                        <a:rPr lang="en-US" sz="1100" b="0" i="0" u="none" strike="noStrike">
                          <a:solidFill>
                            <a:srgbClr val="000000"/>
                          </a:solidFill>
                          <a:effectLst/>
                          <a:latin typeface="Calibri" panose="020F0502020204030204" pitchFamily="34" charset="0"/>
                        </a:rPr>
                        <a:t>Delegated Services</a:t>
                      </a:r>
                    </a:p>
                  </a:txBody>
                  <a:tcPr marL="6350" marR="6350" marT="6350" marB="0" anchor="b">
                    <a:cell3D prstMaterial="dkEdge">
                      <a:bevel w="50800" prst="hardEdge"/>
                      <a:lightRig rig="flood" dir="t"/>
                    </a:cell3D>
                  </a:tcPr>
                </a:tc>
                <a:tc>
                  <a:txBody>
                    <a:bodyPr/>
                    <a:lstStyle/>
                    <a:p>
                      <a:pPr algn="l" fontAlgn="b">
                        <a:buNone/>
                      </a:pPr>
                      <a:r>
                        <a:rPr lang="en-US" sz="1100" b="0" i="0" u="none" strike="noStrike">
                          <a:solidFill>
                            <a:srgbClr val="000000"/>
                          </a:solidFill>
                          <a:effectLst/>
                          <a:latin typeface="Calibri" panose="020F0502020204030204" pitchFamily="34" charset="0"/>
                        </a:rPr>
                        <a:t>SCM/CTR/Procurement</a:t>
                      </a:r>
                    </a:p>
                  </a:txBody>
                  <a:tcPr marL="6350" marR="6350" marT="6350" marB="0" anchor="b">
                    <a:cell3D prstMaterial="dkEdge">
                      <a:bevel w="50800" prst="hardEdge"/>
                      <a:lightRig rig="flood" dir="t"/>
                    </a:cell3D>
                  </a:tcPr>
                </a:tc>
                <a:extLst>
                  <a:ext uri="{0D108BD9-81ED-4DB2-BD59-A6C34878D82A}">
                    <a16:rowId xmlns:a16="http://schemas.microsoft.com/office/drawing/2014/main" val="3255747249"/>
                  </a:ext>
                </a:extLst>
              </a:tr>
              <a:tr h="193837">
                <a:tc>
                  <a:txBody>
                    <a:bodyPr/>
                    <a:lstStyle/>
                    <a:p>
                      <a:pPr algn="l" fontAlgn="b">
                        <a:buNone/>
                      </a:pPr>
                      <a:r>
                        <a:rPr lang="en-US" sz="1100" b="1" i="0" u="none" strike="noStrike" kern="1500">
                          <a:solidFill>
                            <a:srgbClr val="00B050"/>
                          </a:solidFill>
                          <a:effectLst/>
                          <a:latin typeface="Calibri" panose="020F0502020204030204" pitchFamily="34" charset="0"/>
                          <a:ea typeface="+mn-ea"/>
                          <a:cs typeface="+mn-cs"/>
                        </a:rPr>
                        <a:t>Delegation</a:t>
                      </a:r>
                      <a:r>
                        <a:rPr lang="en-US" sz="1100" b="1" i="0" u="none" strike="noStrike">
                          <a:solidFill>
                            <a:srgbClr val="00B050"/>
                          </a:solidFill>
                          <a:effectLst/>
                          <a:latin typeface="Calibri" panose="020F0502020204030204" pitchFamily="34" charset="0"/>
                        </a:rPr>
                        <a:t> Type</a:t>
                      </a:r>
                    </a:p>
                  </a:txBody>
                  <a:tcPr marL="6350" marR="6350" marT="6350" marB="0" anchor="b">
                    <a:cell3D prstMaterial="dkEdge">
                      <a:bevel w="50800" prst="hardEdge"/>
                      <a:lightRig rig="flood" dir="t"/>
                    </a:cell3D>
                  </a:tcPr>
                </a:tc>
                <a:tc>
                  <a:txBody>
                    <a:bodyPr/>
                    <a:lstStyle/>
                    <a:p>
                      <a:pPr algn="l" fontAlgn="b">
                        <a:buNone/>
                      </a:pPr>
                      <a:r>
                        <a:rPr lang="en-US" sz="1100" b="0" i="0" u="none" strike="noStrike">
                          <a:solidFill>
                            <a:srgbClr val="000000"/>
                          </a:solidFill>
                          <a:effectLst/>
                          <a:latin typeface="Calibri" panose="020F0502020204030204" pitchFamily="34" charset="0"/>
                        </a:rPr>
                        <a:t>Archer</a:t>
                      </a:r>
                    </a:p>
                  </a:txBody>
                  <a:tcPr marL="6350" marR="6350" marT="6350" marB="0" anchor="b">
                    <a:cell3D prstMaterial="dkEdge">
                      <a:bevel w="50800" prst="hardEdge"/>
                      <a:lightRig rig="flood" dir="t"/>
                    </a:cell3D>
                  </a:tcPr>
                </a:tc>
                <a:extLst>
                  <a:ext uri="{0D108BD9-81ED-4DB2-BD59-A6C34878D82A}">
                    <a16:rowId xmlns:a16="http://schemas.microsoft.com/office/drawing/2014/main" val="1741678200"/>
                  </a:ext>
                </a:extLst>
              </a:tr>
              <a:tr h="193837">
                <a:tc>
                  <a:txBody>
                    <a:bodyPr/>
                    <a:lstStyle/>
                    <a:p>
                      <a:pPr algn="l" fontAlgn="b">
                        <a:buNone/>
                      </a:pPr>
                      <a:r>
                        <a:rPr lang="en-US" sz="1100" b="0" i="0" u="none" strike="noStrike">
                          <a:solidFill>
                            <a:srgbClr val="000000"/>
                          </a:solidFill>
                          <a:effectLst/>
                          <a:highlight>
                            <a:srgbClr val="FF0000"/>
                          </a:highlight>
                          <a:latin typeface="Calibri" panose="020F0502020204030204" pitchFamily="34" charset="0"/>
                        </a:rPr>
                        <a:t>Encounter Submission</a:t>
                      </a:r>
                    </a:p>
                  </a:txBody>
                  <a:tcPr marL="6350" marR="6350" marT="6350" marB="0" anchor="b">
                    <a:cell3D prstMaterial="dkEdge">
                      <a:bevel w="50800" prst="hardEdge"/>
                      <a:lightRig rig="flood" dir="t"/>
                    </a:cell3D>
                  </a:tcPr>
                </a:tc>
                <a:tc>
                  <a:txBody>
                    <a:bodyPr/>
                    <a:lstStyle/>
                    <a:p>
                      <a:pPr algn="l" fontAlgn="b">
                        <a:buNone/>
                      </a:pPr>
                      <a:r>
                        <a:rPr lang="en-US" sz="1100" b="0" i="0" u="none" strike="noStrike">
                          <a:solidFill>
                            <a:srgbClr val="FF0000"/>
                          </a:solidFill>
                          <a:effectLst/>
                          <a:latin typeface="Calibri" panose="020F0502020204030204" pitchFamily="34" charset="0"/>
                        </a:rPr>
                        <a:t>??</a:t>
                      </a:r>
                    </a:p>
                  </a:txBody>
                  <a:tcPr marL="6350" marR="6350" marT="6350" marB="0" anchor="b">
                    <a:cell3D prstMaterial="dkEdge">
                      <a:bevel w="50800" prst="hardEdge"/>
                      <a:lightRig rig="flood" dir="t"/>
                    </a:cell3D>
                  </a:tcPr>
                </a:tc>
                <a:extLst>
                  <a:ext uri="{0D108BD9-81ED-4DB2-BD59-A6C34878D82A}">
                    <a16:rowId xmlns:a16="http://schemas.microsoft.com/office/drawing/2014/main" val="994791340"/>
                  </a:ext>
                </a:extLst>
              </a:tr>
              <a:tr h="193837">
                <a:tc>
                  <a:txBody>
                    <a:bodyPr/>
                    <a:lstStyle/>
                    <a:p>
                      <a:pPr algn="l" fontAlgn="b">
                        <a:buNone/>
                      </a:pPr>
                      <a:r>
                        <a:rPr lang="en-US" sz="1100" b="0" i="0" u="none" strike="noStrike">
                          <a:solidFill>
                            <a:srgbClr val="000000"/>
                          </a:solidFill>
                          <a:effectLst/>
                          <a:highlight>
                            <a:srgbClr val="FFFF99"/>
                          </a:highlight>
                          <a:latin typeface="Calibri"/>
                        </a:rPr>
                        <a:t>Engagement </a:t>
                      </a:r>
                      <a:r>
                        <a:rPr lang="en-US" sz="1100" b="0" i="0" u="none" strike="noStrike" err="1">
                          <a:solidFill>
                            <a:srgbClr val="000000"/>
                          </a:solidFill>
                          <a:effectLst/>
                          <a:highlight>
                            <a:srgbClr val="FFFF99"/>
                          </a:highlight>
                          <a:latin typeface="Calibri"/>
                        </a:rPr>
                        <a:t>Mgr</a:t>
                      </a:r>
                      <a:r>
                        <a:rPr lang="en-US" sz="1100" b="0" i="0" u="none" strike="noStrike">
                          <a:solidFill>
                            <a:srgbClr val="000000"/>
                          </a:solidFill>
                          <a:effectLst/>
                          <a:highlight>
                            <a:srgbClr val="FFFF99"/>
                          </a:highlight>
                          <a:latin typeface="Calibri"/>
                        </a:rPr>
                        <a:t> </a:t>
                      </a:r>
                    </a:p>
                  </a:txBody>
                  <a:tcPr marL="6350" marR="6350" marT="6350" marB="0" anchor="b">
                    <a:cell3D prstMaterial="dkEdge">
                      <a:bevel w="50800" prst="hardEdge"/>
                      <a:lightRig rig="flood" dir="t"/>
                    </a:cell3D>
                  </a:tcPr>
                </a:tc>
                <a:tc>
                  <a:txBody>
                    <a:bodyPr/>
                    <a:lstStyle/>
                    <a:p>
                      <a:pPr algn="l" fontAlgn="b">
                        <a:buNone/>
                      </a:pPr>
                      <a:r>
                        <a:rPr lang="fr-FR" sz="1100" b="0" i="0" u="none" strike="noStrike">
                          <a:solidFill>
                            <a:srgbClr val="000000"/>
                          </a:solidFill>
                          <a:effectLst/>
                          <a:latin typeface="Calibri" panose="020F0502020204030204" pitchFamily="34" charset="0"/>
                        </a:rPr>
                        <a:t>IABOR BDA Tables/CTR/ Archer</a:t>
                      </a:r>
                    </a:p>
                  </a:txBody>
                  <a:tcPr marL="6350" marR="6350" marT="6350" marB="0" anchor="b">
                    <a:cell3D prstMaterial="dkEdge">
                      <a:bevel w="50800" prst="hardEdge"/>
                      <a:lightRig rig="flood" dir="t"/>
                    </a:cell3D>
                  </a:tcPr>
                </a:tc>
                <a:extLst>
                  <a:ext uri="{0D108BD9-81ED-4DB2-BD59-A6C34878D82A}">
                    <a16:rowId xmlns:a16="http://schemas.microsoft.com/office/drawing/2014/main" val="2639689857"/>
                  </a:ext>
                </a:extLst>
              </a:tr>
              <a:tr h="193837">
                <a:tc>
                  <a:txBody>
                    <a:bodyPr/>
                    <a:lstStyle/>
                    <a:p>
                      <a:pPr algn="l" fontAlgn="b">
                        <a:buNone/>
                      </a:pPr>
                      <a:r>
                        <a:rPr lang="en-US" sz="1100" b="1" i="0" u="none" strike="noStrike">
                          <a:solidFill>
                            <a:srgbClr val="00B050"/>
                          </a:solidFill>
                          <a:effectLst/>
                          <a:latin typeface="Calibri" panose="020F0502020204030204" pitchFamily="34" charset="0"/>
                        </a:rPr>
                        <a:t>Line of Business</a:t>
                      </a:r>
                    </a:p>
                  </a:txBody>
                  <a:tcPr marL="6350" marR="6350" marT="6350" marB="0" anchor="b">
                    <a:cell3D prstMaterial="dkEdge">
                      <a:bevel w="50800" prst="hardEdge"/>
                      <a:lightRig rig="flood" dir="t"/>
                    </a:cell3D>
                  </a:tcPr>
                </a:tc>
                <a:tc>
                  <a:txBody>
                    <a:bodyPr/>
                    <a:lstStyle/>
                    <a:p>
                      <a:pPr algn="l" fontAlgn="b">
                        <a:buNone/>
                      </a:pPr>
                      <a:r>
                        <a:rPr lang="en-US" sz="1100" b="0" i="0" u="none" strike="noStrike">
                          <a:solidFill>
                            <a:srgbClr val="000000"/>
                          </a:solidFill>
                          <a:effectLst/>
                          <a:latin typeface="Calibri" panose="020F0502020204030204" pitchFamily="34" charset="0"/>
                        </a:rPr>
                        <a:t>Archer</a:t>
                      </a:r>
                    </a:p>
                  </a:txBody>
                  <a:tcPr marL="6350" marR="6350" marT="6350" marB="0" anchor="b">
                    <a:cell3D prstMaterial="dkEdge">
                      <a:bevel w="50800" prst="hardEdge"/>
                      <a:lightRig rig="flood" dir="t"/>
                    </a:cell3D>
                  </a:tcPr>
                </a:tc>
                <a:extLst>
                  <a:ext uri="{0D108BD9-81ED-4DB2-BD59-A6C34878D82A}">
                    <a16:rowId xmlns:a16="http://schemas.microsoft.com/office/drawing/2014/main" val="1089841296"/>
                  </a:ext>
                </a:extLst>
              </a:tr>
              <a:tr h="193837">
                <a:tc>
                  <a:txBody>
                    <a:bodyPr/>
                    <a:lstStyle/>
                    <a:p>
                      <a:pPr algn="l" fontAlgn="b">
                        <a:buNone/>
                      </a:pPr>
                      <a:r>
                        <a:rPr lang="en-US" sz="1100" b="0" i="0" u="none" strike="noStrike">
                          <a:solidFill>
                            <a:srgbClr val="000000"/>
                          </a:solidFill>
                          <a:effectLst/>
                          <a:latin typeface="Calibri" panose="020F0502020204030204" pitchFamily="34" charset="0"/>
                        </a:rPr>
                        <a:t>Model by delegation type</a:t>
                      </a:r>
                    </a:p>
                  </a:txBody>
                  <a:tcPr marL="6350" marR="6350" marT="6350" marB="0" anchor="b">
                    <a:cell3D prstMaterial="dkEdge">
                      <a:bevel w="50800" prst="hardEdge"/>
                      <a:lightRig rig="flood" dir="t"/>
                    </a:cell3D>
                  </a:tcPr>
                </a:tc>
                <a:tc>
                  <a:txBody>
                    <a:bodyPr/>
                    <a:lstStyle/>
                    <a:p>
                      <a:pPr algn="l" fontAlgn="b">
                        <a:buNone/>
                      </a:pPr>
                      <a:r>
                        <a:rPr lang="en-US" sz="1100" b="0" i="0" u="none" strike="noStrike">
                          <a:solidFill>
                            <a:srgbClr val="000000"/>
                          </a:solidFill>
                          <a:effectLst/>
                          <a:latin typeface="Calibri" panose="020F0502020204030204" pitchFamily="34" charset="0"/>
                        </a:rPr>
                        <a:t>CTR</a:t>
                      </a:r>
                    </a:p>
                  </a:txBody>
                  <a:tcPr marL="6350" marR="6350" marT="6350" marB="0" anchor="b">
                    <a:cell3D prstMaterial="dkEdge">
                      <a:bevel w="50800" prst="hardEdge"/>
                      <a:lightRig rig="flood" dir="t"/>
                    </a:cell3D>
                  </a:tcPr>
                </a:tc>
                <a:extLst>
                  <a:ext uri="{0D108BD9-81ED-4DB2-BD59-A6C34878D82A}">
                    <a16:rowId xmlns:a16="http://schemas.microsoft.com/office/drawing/2014/main" val="2120315061"/>
                  </a:ext>
                </a:extLst>
              </a:tr>
              <a:tr h="193837">
                <a:tc>
                  <a:txBody>
                    <a:bodyPr/>
                    <a:lstStyle/>
                    <a:p>
                      <a:pPr algn="l" fontAlgn="b">
                        <a:buNone/>
                      </a:pPr>
                      <a:r>
                        <a:rPr lang="en-US" sz="1100" b="1" i="0" u="none" strike="noStrike" kern="1500">
                          <a:solidFill>
                            <a:srgbClr val="00B050"/>
                          </a:solidFill>
                          <a:effectLst/>
                          <a:highlight>
                            <a:srgbClr val="00FF00"/>
                          </a:highlight>
                          <a:latin typeface="Calibri"/>
                          <a:ea typeface="+mn-ea"/>
                          <a:cs typeface="+mn-cs"/>
                        </a:rPr>
                        <a:t>MSO</a:t>
                      </a:r>
                    </a:p>
                  </a:txBody>
                  <a:tcPr marL="6350" marR="6350" marT="6350" marB="0" anchor="b">
                    <a:cell3D prstMaterial="dkEdge">
                      <a:bevel w="50800" prst="hardEdge"/>
                      <a:lightRig rig="flood" dir="t"/>
                    </a:cell3D>
                  </a:tcPr>
                </a:tc>
                <a:tc>
                  <a:txBody>
                    <a:bodyPr/>
                    <a:lstStyle/>
                    <a:p>
                      <a:pPr algn="l" fontAlgn="b">
                        <a:buNone/>
                      </a:pPr>
                      <a:r>
                        <a:rPr lang="en-US" sz="1100" b="0" i="0" u="none" strike="noStrike">
                          <a:solidFill>
                            <a:srgbClr val="FF0000"/>
                          </a:solidFill>
                          <a:effectLst/>
                          <a:highlight>
                            <a:srgbClr val="00FF00"/>
                          </a:highlight>
                          <a:latin typeface="Calibri"/>
                        </a:rPr>
                        <a:t>??</a:t>
                      </a:r>
                    </a:p>
                  </a:txBody>
                  <a:tcPr marL="6350" marR="6350" marT="6350" marB="0" anchor="b">
                    <a:cell3D prstMaterial="dkEdge">
                      <a:bevel w="50800" prst="hardEdge"/>
                      <a:lightRig rig="flood" dir="t"/>
                    </a:cell3D>
                  </a:tcPr>
                </a:tc>
                <a:extLst>
                  <a:ext uri="{0D108BD9-81ED-4DB2-BD59-A6C34878D82A}">
                    <a16:rowId xmlns:a16="http://schemas.microsoft.com/office/drawing/2014/main" val="957273794"/>
                  </a:ext>
                </a:extLst>
              </a:tr>
              <a:tr h="193837">
                <a:tc>
                  <a:txBody>
                    <a:bodyPr/>
                    <a:lstStyle/>
                    <a:p>
                      <a:pPr algn="l" fontAlgn="b">
                        <a:buNone/>
                      </a:pPr>
                      <a:r>
                        <a:rPr lang="en-US" sz="1100" b="1" i="0" u="none" strike="noStrike">
                          <a:solidFill>
                            <a:srgbClr val="00B050"/>
                          </a:solidFill>
                          <a:effectLst/>
                          <a:highlight>
                            <a:srgbClr val="FFFF99"/>
                          </a:highlight>
                          <a:latin typeface="Calibri"/>
                        </a:rPr>
                        <a:t>Network Contractor</a:t>
                      </a:r>
                    </a:p>
                  </a:txBody>
                  <a:tcPr marL="6350" marR="6350" marT="6350" marB="0" anchor="b">
                    <a:cell3D prstMaterial="dkEdge">
                      <a:bevel w="50800" prst="hardEdge"/>
                      <a:lightRig rig="flood" dir="t"/>
                    </a:cell3D>
                  </a:tcPr>
                </a:tc>
                <a:tc>
                  <a:txBody>
                    <a:bodyPr/>
                    <a:lstStyle/>
                    <a:p>
                      <a:pPr algn="l" fontAlgn="b">
                        <a:buNone/>
                      </a:pPr>
                      <a:r>
                        <a:rPr lang="en-US" sz="1100" b="0" i="0" u="none" strike="noStrike">
                          <a:solidFill>
                            <a:srgbClr val="000000"/>
                          </a:solidFill>
                          <a:effectLst/>
                          <a:latin typeface="Calibri" panose="020F0502020204030204" pitchFamily="34" charset="0"/>
                        </a:rPr>
                        <a:t>Archer</a:t>
                      </a:r>
                    </a:p>
                  </a:txBody>
                  <a:tcPr marL="6350" marR="6350" marT="6350" marB="0" anchor="b">
                    <a:cell3D prstMaterial="dkEdge">
                      <a:bevel w="50800" prst="hardEdge"/>
                      <a:lightRig rig="flood" dir="t"/>
                    </a:cell3D>
                  </a:tcPr>
                </a:tc>
                <a:extLst>
                  <a:ext uri="{0D108BD9-81ED-4DB2-BD59-A6C34878D82A}">
                    <a16:rowId xmlns:a16="http://schemas.microsoft.com/office/drawing/2014/main" val="128904583"/>
                  </a:ext>
                </a:extLst>
              </a:tr>
              <a:tr h="193837">
                <a:tc>
                  <a:txBody>
                    <a:bodyPr/>
                    <a:lstStyle/>
                    <a:p>
                      <a:pPr algn="l" fontAlgn="b">
                        <a:buNone/>
                      </a:pPr>
                      <a:r>
                        <a:rPr lang="en-US" sz="1100" b="1" i="0" u="none" strike="noStrike" kern="1500">
                          <a:solidFill>
                            <a:srgbClr val="00B050"/>
                          </a:solidFill>
                          <a:effectLst/>
                          <a:latin typeface="Calibri" panose="020F0502020204030204" pitchFamily="34" charset="0"/>
                          <a:ea typeface="+mn-ea"/>
                          <a:cs typeface="+mn-cs"/>
                        </a:rPr>
                        <a:t>Oversight Audit Timeline</a:t>
                      </a:r>
                    </a:p>
                  </a:txBody>
                  <a:tcPr marL="6350" marR="6350" marT="6350" marB="0" anchor="b">
                    <a:cell3D prstMaterial="dkEdge">
                      <a:bevel w="50800" prst="hardEdge"/>
                      <a:lightRig rig="flood" dir="t"/>
                    </a:cell3D>
                  </a:tcPr>
                </a:tc>
                <a:tc>
                  <a:txBody>
                    <a:bodyPr/>
                    <a:lstStyle/>
                    <a:p>
                      <a:pPr algn="l" fontAlgn="b">
                        <a:buNone/>
                      </a:pPr>
                      <a:r>
                        <a:rPr lang="en-US" sz="1100" b="0" i="0" u="none" strike="noStrike">
                          <a:solidFill>
                            <a:srgbClr val="000000"/>
                          </a:solidFill>
                          <a:effectLst/>
                          <a:latin typeface="Calibri" panose="020F0502020204030204" pitchFamily="34" charset="0"/>
                        </a:rPr>
                        <a:t>Archer</a:t>
                      </a:r>
                    </a:p>
                  </a:txBody>
                  <a:tcPr marL="6350" marR="6350" marT="6350" marB="0" anchor="b">
                    <a:cell3D prstMaterial="dkEdge">
                      <a:bevel w="50800" prst="hardEdge"/>
                      <a:lightRig rig="flood" dir="t"/>
                    </a:cell3D>
                  </a:tcPr>
                </a:tc>
                <a:extLst>
                  <a:ext uri="{0D108BD9-81ED-4DB2-BD59-A6C34878D82A}">
                    <a16:rowId xmlns:a16="http://schemas.microsoft.com/office/drawing/2014/main" val="3337521619"/>
                  </a:ext>
                </a:extLst>
              </a:tr>
              <a:tr h="193837">
                <a:tc>
                  <a:txBody>
                    <a:bodyPr/>
                    <a:lstStyle/>
                    <a:p>
                      <a:pPr algn="l" fontAlgn="b">
                        <a:buNone/>
                      </a:pPr>
                      <a:r>
                        <a:rPr lang="en-US" sz="1100" b="0" i="0" u="none" strike="noStrike">
                          <a:solidFill>
                            <a:srgbClr val="000000"/>
                          </a:solidFill>
                          <a:effectLst/>
                          <a:latin typeface="Calibri" panose="020F0502020204030204" pitchFamily="34" charset="0"/>
                        </a:rPr>
                        <a:t>Product</a:t>
                      </a:r>
                    </a:p>
                  </a:txBody>
                  <a:tcPr marL="6350" marR="6350" marT="6350" marB="0" anchor="b">
                    <a:cell3D prstMaterial="dkEdge">
                      <a:bevel w="50800" prst="hardEdge"/>
                      <a:lightRig rig="flood" dir="t"/>
                    </a:cell3D>
                  </a:tcPr>
                </a:tc>
                <a:tc>
                  <a:txBody>
                    <a:bodyPr/>
                    <a:lstStyle/>
                    <a:p>
                      <a:pPr algn="l" fontAlgn="b">
                        <a:buNone/>
                      </a:pPr>
                      <a:r>
                        <a:rPr lang="en-US" sz="1100" b="0" i="0" u="none" strike="noStrike">
                          <a:solidFill>
                            <a:srgbClr val="000000"/>
                          </a:solidFill>
                          <a:effectLst/>
                          <a:latin typeface="Calibri" panose="020F0502020204030204" pitchFamily="34" charset="0"/>
                        </a:rPr>
                        <a:t>Archer</a:t>
                      </a:r>
                    </a:p>
                  </a:txBody>
                  <a:tcPr marL="6350" marR="6350" marT="6350" marB="0" anchor="b">
                    <a:cell3D prstMaterial="dkEdge">
                      <a:bevel w="50800" prst="hardEdge"/>
                      <a:lightRig rig="flood" dir="t"/>
                    </a:cell3D>
                  </a:tcPr>
                </a:tc>
                <a:extLst>
                  <a:ext uri="{0D108BD9-81ED-4DB2-BD59-A6C34878D82A}">
                    <a16:rowId xmlns:a16="http://schemas.microsoft.com/office/drawing/2014/main" val="4238312584"/>
                  </a:ext>
                </a:extLst>
              </a:tr>
              <a:tr h="193837">
                <a:tc>
                  <a:txBody>
                    <a:bodyPr/>
                    <a:lstStyle/>
                    <a:p>
                      <a:pPr algn="l" fontAlgn="b">
                        <a:buNone/>
                      </a:pPr>
                      <a:r>
                        <a:rPr lang="en-US" sz="1100" b="0" i="0" u="none" strike="noStrike">
                          <a:solidFill>
                            <a:srgbClr val="000000"/>
                          </a:solidFill>
                          <a:effectLst/>
                          <a:highlight>
                            <a:srgbClr val="FFFF99"/>
                          </a:highlight>
                          <a:latin typeface="Calibri" panose="020F0502020204030204" pitchFamily="34" charset="0"/>
                        </a:rPr>
                        <a:t>Service Area</a:t>
                      </a:r>
                    </a:p>
                  </a:txBody>
                  <a:tcPr marL="6350" marR="6350" marT="6350" marB="0" anchor="b">
                    <a:cell3D prstMaterial="dkEdge">
                      <a:bevel w="50800" prst="hardEdge"/>
                      <a:lightRig rig="flood" dir="t"/>
                    </a:cell3D>
                  </a:tcPr>
                </a:tc>
                <a:tc>
                  <a:txBody>
                    <a:bodyPr/>
                    <a:lstStyle/>
                    <a:p>
                      <a:pPr algn="l" fontAlgn="b">
                        <a:buNone/>
                      </a:pPr>
                      <a:r>
                        <a:rPr lang="en-US" sz="1100" b="0" i="0" u="none" strike="noStrike">
                          <a:solidFill>
                            <a:srgbClr val="000000"/>
                          </a:solidFill>
                          <a:effectLst/>
                          <a:latin typeface="Calibri" panose="020F0502020204030204" pitchFamily="34" charset="0"/>
                        </a:rPr>
                        <a:t>SCM/CTR/Procurement</a:t>
                      </a:r>
                    </a:p>
                  </a:txBody>
                  <a:tcPr marL="6350" marR="6350" marT="6350" marB="0" anchor="b">
                    <a:cell3D prstMaterial="dkEdge">
                      <a:bevel w="50800" prst="hardEdge"/>
                      <a:lightRig rig="flood" dir="t"/>
                    </a:cell3D>
                  </a:tcPr>
                </a:tc>
                <a:extLst>
                  <a:ext uri="{0D108BD9-81ED-4DB2-BD59-A6C34878D82A}">
                    <a16:rowId xmlns:a16="http://schemas.microsoft.com/office/drawing/2014/main" val="3859990335"/>
                  </a:ext>
                </a:extLst>
              </a:tr>
              <a:tr h="193837">
                <a:tc>
                  <a:txBody>
                    <a:bodyPr/>
                    <a:lstStyle/>
                    <a:p>
                      <a:pPr algn="l" fontAlgn="b">
                        <a:buNone/>
                      </a:pPr>
                      <a:r>
                        <a:rPr lang="en-US" sz="1100" b="1" i="0" u="none" strike="noStrike">
                          <a:solidFill>
                            <a:srgbClr val="00B050"/>
                          </a:solidFill>
                          <a:effectLst/>
                          <a:latin typeface="Calibri" panose="020F0502020204030204" pitchFamily="34" charset="0"/>
                        </a:rPr>
                        <a:t>State</a:t>
                      </a:r>
                    </a:p>
                  </a:txBody>
                  <a:tcPr marL="6350" marR="6350" marT="6350" marB="0" anchor="b">
                    <a:cell3D prstMaterial="dkEdge">
                      <a:bevel w="50800" prst="hardEdge"/>
                      <a:lightRig rig="flood" dir="t"/>
                    </a:cell3D>
                  </a:tcPr>
                </a:tc>
                <a:tc>
                  <a:txBody>
                    <a:bodyPr/>
                    <a:lstStyle/>
                    <a:p>
                      <a:pPr algn="l" fontAlgn="b">
                        <a:buNone/>
                      </a:pPr>
                      <a:r>
                        <a:rPr lang="en-US" sz="1100" b="0" i="0" u="none" strike="noStrike">
                          <a:solidFill>
                            <a:srgbClr val="000000"/>
                          </a:solidFill>
                          <a:effectLst/>
                          <a:latin typeface="Calibri" panose="020F0502020204030204" pitchFamily="34" charset="0"/>
                        </a:rPr>
                        <a:t>SCM/CTR/Procurement</a:t>
                      </a:r>
                    </a:p>
                  </a:txBody>
                  <a:tcPr marL="6350" marR="6350" marT="6350" marB="0" anchor="b">
                    <a:cell3D prstMaterial="dkEdge">
                      <a:bevel w="50800" prst="hardEdge"/>
                      <a:lightRig rig="flood" dir="t"/>
                    </a:cell3D>
                  </a:tcPr>
                </a:tc>
                <a:extLst>
                  <a:ext uri="{0D108BD9-81ED-4DB2-BD59-A6C34878D82A}">
                    <a16:rowId xmlns:a16="http://schemas.microsoft.com/office/drawing/2014/main" val="3282433340"/>
                  </a:ext>
                </a:extLst>
              </a:tr>
              <a:tr h="190080">
                <a:tc>
                  <a:txBody>
                    <a:bodyPr/>
                    <a:lstStyle/>
                    <a:p>
                      <a:pPr algn="l" fontAlgn="b">
                        <a:buNone/>
                      </a:pPr>
                      <a:r>
                        <a:rPr lang="en-US" sz="1100" b="0" i="0" u="none" strike="noStrike">
                          <a:solidFill>
                            <a:srgbClr val="000000"/>
                          </a:solidFill>
                          <a:effectLst/>
                          <a:latin typeface="Calibri" panose="020F0502020204030204" pitchFamily="34" charset="0"/>
                        </a:rPr>
                        <a:t>TIN</a:t>
                      </a:r>
                    </a:p>
                  </a:txBody>
                  <a:tcPr marL="6350" marR="6350" marT="6350" marB="0" anchor="b">
                    <a:cell3D prstMaterial="dkEdge">
                      <a:bevel w="50800" prst="hardEdge"/>
                      <a:lightRig rig="flood" dir="t"/>
                    </a:cell3D>
                  </a:tcPr>
                </a:tc>
                <a:tc>
                  <a:txBody>
                    <a:bodyPr/>
                    <a:lstStyle/>
                    <a:p>
                      <a:pPr algn="l" fontAlgn="b">
                        <a:buNone/>
                      </a:pPr>
                      <a:r>
                        <a:rPr lang="en-US" sz="1100" b="0" i="0" u="none" strike="noStrike">
                          <a:solidFill>
                            <a:srgbClr val="000000"/>
                          </a:solidFill>
                          <a:effectLst/>
                          <a:latin typeface="Calibri" panose="020F0502020204030204" pitchFamily="34" charset="0"/>
                        </a:rPr>
                        <a:t>EPDB</a:t>
                      </a:r>
                    </a:p>
                  </a:txBody>
                  <a:tcPr marL="6350" marR="6350" marT="6350" marB="0" anchor="b">
                    <a:cell3D prstMaterial="dkEdge">
                      <a:bevel w="50800" prst="hardEdge"/>
                      <a:lightRig rig="flood" dir="t"/>
                    </a:cell3D>
                  </a:tcPr>
                </a:tc>
                <a:extLst>
                  <a:ext uri="{0D108BD9-81ED-4DB2-BD59-A6C34878D82A}">
                    <a16:rowId xmlns:a16="http://schemas.microsoft.com/office/drawing/2014/main" val="3261446143"/>
                  </a:ext>
                </a:extLst>
              </a:tr>
              <a:tr h="193837">
                <a:tc>
                  <a:txBody>
                    <a:bodyPr/>
                    <a:lstStyle/>
                    <a:p>
                      <a:pPr algn="l" fontAlgn="b">
                        <a:buNone/>
                      </a:pPr>
                      <a:r>
                        <a:rPr lang="en-US" sz="1100" b="1" i="0" u="none" strike="noStrike">
                          <a:solidFill>
                            <a:srgbClr val="00B050"/>
                          </a:solidFill>
                          <a:effectLst/>
                          <a:latin typeface="Calibri"/>
                        </a:rPr>
                        <a:t>Tracking ID</a:t>
                      </a:r>
                    </a:p>
                  </a:txBody>
                  <a:tcPr marL="6350" marR="6350" marT="6350" marB="0" anchor="b">
                    <a:cell3D prstMaterial="dkEdge">
                      <a:bevel w="50800" prst="hardEdge"/>
                      <a:lightRig rig="flood" dir="t"/>
                    </a:cell3D>
                  </a:tcPr>
                </a:tc>
                <a:tc>
                  <a:txBody>
                    <a:bodyPr/>
                    <a:lstStyle/>
                    <a:p>
                      <a:pPr algn="l" fontAlgn="b">
                        <a:buNone/>
                      </a:pPr>
                      <a:r>
                        <a:rPr lang="en-US" sz="1100" b="0" i="0" u="none" strike="noStrike">
                          <a:solidFill>
                            <a:srgbClr val="000000"/>
                          </a:solidFill>
                          <a:effectLst/>
                          <a:latin typeface="Calibri" panose="020F0502020204030204" pitchFamily="34" charset="0"/>
                        </a:rPr>
                        <a:t>Archer</a:t>
                      </a:r>
                    </a:p>
                  </a:txBody>
                  <a:tcPr marL="6350" marR="6350" marT="6350" marB="0" anchor="b">
                    <a:cell3D prstMaterial="dkEdge">
                      <a:bevel w="50800" prst="hardEdge"/>
                      <a:lightRig rig="flood" dir="t"/>
                    </a:cell3D>
                  </a:tcPr>
                </a:tc>
                <a:extLst>
                  <a:ext uri="{0D108BD9-81ED-4DB2-BD59-A6C34878D82A}">
                    <a16:rowId xmlns:a16="http://schemas.microsoft.com/office/drawing/2014/main" val="2774135728"/>
                  </a:ext>
                </a:extLst>
              </a:tr>
            </a:tbl>
          </a:graphicData>
        </a:graphic>
      </p:graphicFrame>
      <p:sp>
        <p:nvSpPr>
          <p:cNvPr id="4" name="TextBox 3">
            <a:extLst>
              <a:ext uri="{FF2B5EF4-FFF2-40B4-BE49-F238E27FC236}">
                <a16:creationId xmlns:a16="http://schemas.microsoft.com/office/drawing/2014/main" id="{52AE7482-F412-8EDA-2428-DA26C3EA8A97}"/>
              </a:ext>
            </a:extLst>
          </p:cNvPr>
          <p:cNvSpPr txBox="1"/>
          <p:nvPr/>
        </p:nvSpPr>
        <p:spPr>
          <a:xfrm>
            <a:off x="6643023" y="5669417"/>
            <a:ext cx="5474101" cy="1015663"/>
          </a:xfrm>
          <a:prstGeom prst="rect">
            <a:avLst/>
          </a:prstGeom>
          <a:noFill/>
          <a:ln>
            <a:solidFill>
              <a:schemeClr val="tx1"/>
            </a:solidFill>
          </a:ln>
        </p:spPr>
        <p:txBody>
          <a:bodyPr wrap="square" rtlCol="0">
            <a:spAutoFit/>
          </a:bodyPr>
          <a:lstStyle/>
          <a:p>
            <a:pPr algn="l"/>
            <a:r>
              <a:rPr lang="en-US" sz="1000">
                <a:solidFill>
                  <a:schemeClr val="tx2"/>
                </a:solidFill>
              </a:rPr>
              <a:t>Sources:</a:t>
            </a:r>
          </a:p>
          <a:p>
            <a:pPr marL="228600" indent="-228600">
              <a:buAutoNum type="arabicParenBoth"/>
            </a:pPr>
            <a:r>
              <a:rPr lang="en-US" sz="1000">
                <a:solidFill>
                  <a:schemeClr val="tx2"/>
                </a:solidFill>
              </a:rPr>
              <a:t>Data fields, system sources, and example field values: </a:t>
            </a:r>
            <a:r>
              <a:rPr lang="en-US" altLang="en-US" sz="1000">
                <a:solidFill>
                  <a:schemeClr val="tx1"/>
                </a:solidFill>
                <a:latin typeface="Arial" panose="020B0604020202020204" pitchFamily="34" charset="0"/>
                <a:hlinkClick r:id="rId2"/>
              </a:rPr>
              <a:t>Source of </a:t>
            </a:r>
            <a:r>
              <a:rPr lang="en-US" altLang="en-US" sz="1000" err="1">
                <a:solidFill>
                  <a:schemeClr val="tx1"/>
                </a:solidFill>
                <a:latin typeface="Arial" panose="020B0604020202020204" pitchFamily="34" charset="0"/>
                <a:hlinkClick r:id="rId2"/>
              </a:rPr>
              <a:t>Truth_attributes</a:t>
            </a:r>
            <a:r>
              <a:rPr lang="en-US" altLang="en-US" sz="1000">
                <a:solidFill>
                  <a:schemeClr val="tx1"/>
                </a:solidFill>
                <a:latin typeface="Arial" panose="020B0604020202020204" pitchFamily="34" charset="0"/>
                <a:hlinkClick r:id="rId2"/>
              </a:rPr>
              <a:t> and systems_MVP022626.xlsx</a:t>
            </a:r>
            <a:endParaRPr lang="en-US" altLang="en-US" sz="1000">
              <a:solidFill>
                <a:schemeClr val="tx1"/>
              </a:solidFill>
              <a:latin typeface="Arial" panose="020B0604020202020204" pitchFamily="34" charset="0"/>
            </a:endParaRPr>
          </a:p>
          <a:p>
            <a:pPr marL="228600" indent="-228600">
              <a:buAutoNum type="arabicParenBoth"/>
            </a:pPr>
            <a:r>
              <a:rPr lang="en-US" altLang="en-US" sz="1000">
                <a:solidFill>
                  <a:schemeClr val="tx1"/>
                </a:solidFill>
                <a:latin typeface="Arial" panose="020B0604020202020204" pitchFamily="34" charset="0"/>
              </a:rPr>
              <a:t>Data fields, example field values, and Clinical and Claims mock examples of current data tracking: </a:t>
            </a:r>
            <a:r>
              <a:rPr lang="en-US" sz="1000">
                <a:hlinkClick r:id="rId3"/>
              </a:rPr>
              <a:t>Source of Truth Required Fields DRAFT.xlsx</a:t>
            </a:r>
            <a:endParaRPr lang="en-US" altLang="en-US" sz="1000">
              <a:solidFill>
                <a:schemeClr val="tx1"/>
              </a:solidFill>
              <a:latin typeface="Arial" panose="020B0604020202020204" pitchFamily="34" charset="0"/>
            </a:endParaRPr>
          </a:p>
          <a:p>
            <a:pPr algn="l"/>
            <a:endParaRPr lang="en-US" sz="1000">
              <a:solidFill>
                <a:schemeClr val="tx2"/>
              </a:solidFill>
            </a:endParaRPr>
          </a:p>
        </p:txBody>
      </p:sp>
      <p:pic>
        <p:nvPicPr>
          <p:cNvPr id="7" name="Graphic 6" descr="Checkmark with solid fill">
            <a:extLst>
              <a:ext uri="{FF2B5EF4-FFF2-40B4-BE49-F238E27FC236}">
                <a16:creationId xmlns:a16="http://schemas.microsoft.com/office/drawing/2014/main" id="{27732FFC-0DAF-3606-B85F-C3F6574F46A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452230" y="423014"/>
            <a:ext cx="794753" cy="816040"/>
          </a:xfrm>
          <a:prstGeom prst="rect">
            <a:avLst/>
          </a:prstGeom>
        </p:spPr>
      </p:pic>
    </p:spTree>
    <p:extLst>
      <p:ext uri="{BB962C8B-B14F-4D97-AF65-F5344CB8AC3E}">
        <p14:creationId xmlns:p14="http://schemas.microsoft.com/office/powerpoint/2010/main" val="11488124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F2494A-966E-66B4-BC09-F27922FF22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400B92-0764-F3CD-6764-535BF95FA710}"/>
              </a:ext>
            </a:extLst>
          </p:cNvPr>
          <p:cNvSpPr>
            <a:spLocks noGrp="1"/>
          </p:cNvSpPr>
          <p:nvPr>
            <p:ph type="title"/>
          </p:nvPr>
        </p:nvSpPr>
        <p:spPr>
          <a:xfrm>
            <a:off x="-2162" y="506"/>
            <a:ext cx="11954987" cy="713232"/>
          </a:xfrm>
        </p:spPr>
        <p:txBody>
          <a:bodyPr/>
          <a:lstStyle/>
          <a:p>
            <a:r>
              <a:rPr lang="en-US" sz="3600">
                <a:solidFill>
                  <a:schemeClr val="tx1">
                    <a:lumMod val="50000"/>
                    <a:lumOff val="50000"/>
                  </a:schemeClr>
                </a:solidFill>
              </a:rPr>
              <a:t>D360 MVP Requirements | </a:t>
            </a:r>
            <a:r>
              <a:rPr lang="en-US" sz="2800">
                <a:solidFill>
                  <a:schemeClr val="accent2"/>
                </a:solidFill>
              </a:rPr>
              <a:t>Key Delegate Attributes Epic</a:t>
            </a:r>
            <a:br>
              <a:rPr lang="en-US" sz="3600">
                <a:solidFill>
                  <a:srgbClr val="00B050"/>
                </a:solidFill>
              </a:rPr>
            </a:br>
            <a:endParaRPr lang="en-US" sz="3400" b="0">
              <a:solidFill>
                <a:schemeClr val="accent2"/>
              </a:solidFill>
            </a:endParaRPr>
          </a:p>
          <a:p>
            <a:endParaRPr lang="en-US" sz="3600"/>
          </a:p>
        </p:txBody>
      </p:sp>
      <p:sp>
        <p:nvSpPr>
          <p:cNvPr id="3" name="Text Placeholder 2">
            <a:extLst>
              <a:ext uri="{FF2B5EF4-FFF2-40B4-BE49-F238E27FC236}">
                <a16:creationId xmlns:a16="http://schemas.microsoft.com/office/drawing/2014/main" id="{67FF47C2-E115-619A-7475-1E24F3DEF589}"/>
              </a:ext>
            </a:extLst>
          </p:cNvPr>
          <p:cNvSpPr>
            <a:spLocks noGrp="1"/>
          </p:cNvSpPr>
          <p:nvPr>
            <p:ph type="body" sz="quarter" idx="15"/>
          </p:nvPr>
        </p:nvSpPr>
        <p:spPr>
          <a:xfrm>
            <a:off x="557784" y="857839"/>
            <a:ext cx="11255958" cy="4883205"/>
          </a:xfrm>
        </p:spPr>
        <p:txBody>
          <a:bodyPr vert="horz" lIns="0" tIns="0" rIns="0" bIns="0" rtlCol="0" anchor="t">
            <a:noAutofit/>
          </a:bodyPr>
          <a:lstStyle/>
          <a:p>
            <a:pPr lvl="1" indent="0">
              <a:buFont typeface="Arial"/>
              <a:buNone/>
            </a:pPr>
            <a:r>
              <a:rPr lang="en-US" sz="2000" b="1">
                <a:solidFill>
                  <a:schemeClr val="accent2"/>
                </a:solidFill>
              </a:rPr>
              <a:t>Discussions/Agenda:</a:t>
            </a:r>
          </a:p>
          <a:p>
            <a:pPr lvl="1" indent="0">
              <a:lnSpc>
                <a:spcPct val="150000"/>
              </a:lnSpc>
              <a:buFont typeface="Arial"/>
              <a:buNone/>
            </a:pPr>
            <a:endParaRPr lang="en-US" sz="2000" b="1">
              <a:solidFill>
                <a:schemeClr val="tx1"/>
              </a:solidFill>
            </a:endParaRPr>
          </a:p>
          <a:p>
            <a:pPr marL="457200" lvl="1" indent="-457200">
              <a:buAutoNum type="arabicPeriod"/>
            </a:pPr>
            <a:r>
              <a:rPr lang="en-US" sz="2000">
                <a:solidFill>
                  <a:srgbClr val="00B050"/>
                </a:solidFill>
              </a:rPr>
              <a:t>Confirm and refine data field labels &gt; </a:t>
            </a:r>
            <a:r>
              <a:rPr lang="en-US" sz="2000" b="1">
                <a:solidFill>
                  <a:srgbClr val="00B050"/>
                </a:solidFill>
              </a:rPr>
              <a:t>Data </a:t>
            </a:r>
            <a:r>
              <a:rPr lang="en-US" sz="2000" b="1" err="1">
                <a:solidFill>
                  <a:srgbClr val="00B050"/>
                </a:solidFill>
              </a:rPr>
              <a:t>Fields_MASTER</a:t>
            </a:r>
            <a:r>
              <a:rPr lang="en-US" sz="2000" b="1">
                <a:solidFill>
                  <a:srgbClr val="00B050"/>
                </a:solidFill>
              </a:rPr>
              <a:t> </a:t>
            </a:r>
            <a:r>
              <a:rPr lang="en-US" sz="2000">
                <a:solidFill>
                  <a:srgbClr val="00B050"/>
                </a:solidFill>
              </a:rPr>
              <a:t>tab vs. </a:t>
            </a:r>
            <a:r>
              <a:rPr lang="en-US" sz="2000" b="1">
                <a:solidFill>
                  <a:srgbClr val="00B050"/>
                </a:solidFill>
              </a:rPr>
              <a:t>Clinical Example </a:t>
            </a:r>
            <a:r>
              <a:rPr lang="en-US" sz="2000">
                <a:solidFill>
                  <a:srgbClr val="00B050"/>
                </a:solidFill>
              </a:rPr>
              <a:t>tab</a:t>
            </a:r>
          </a:p>
          <a:p>
            <a:pPr marL="457200" lvl="1" indent="-457200">
              <a:buAutoNum type="arabicPeriod"/>
            </a:pPr>
            <a:r>
              <a:rPr lang="en-US" sz="2000">
                <a:solidFill>
                  <a:srgbClr val="00B050"/>
                </a:solidFill>
              </a:rPr>
              <a:t>Clarify AZ rows from </a:t>
            </a:r>
            <a:r>
              <a:rPr lang="en-US" sz="2000" b="1">
                <a:solidFill>
                  <a:srgbClr val="00B050"/>
                </a:solidFill>
              </a:rPr>
              <a:t>Clinical Example</a:t>
            </a:r>
            <a:r>
              <a:rPr lang="en-US" sz="2000">
                <a:solidFill>
                  <a:srgbClr val="00B050"/>
                </a:solidFill>
              </a:rPr>
              <a:t> tab</a:t>
            </a:r>
          </a:p>
          <a:p>
            <a:pPr marL="457200" lvl="1" indent="-457200">
              <a:buAutoNum type="arabicPeriod"/>
            </a:pPr>
            <a:r>
              <a:rPr lang="en-US" sz="2000">
                <a:solidFill>
                  <a:srgbClr val="00B050"/>
                </a:solidFill>
              </a:rPr>
              <a:t>Missing data field </a:t>
            </a:r>
            <a:r>
              <a:rPr lang="en-US" sz="2000" b="1">
                <a:solidFill>
                  <a:srgbClr val="00B050"/>
                </a:solidFill>
              </a:rPr>
              <a:t>SOURCE </a:t>
            </a:r>
            <a:r>
              <a:rPr lang="en-US" sz="2000">
                <a:solidFill>
                  <a:srgbClr val="00B050"/>
                </a:solidFill>
              </a:rPr>
              <a:t>updates for </a:t>
            </a:r>
            <a:r>
              <a:rPr lang="en-US" sz="2000" b="1">
                <a:solidFill>
                  <a:srgbClr val="00B050"/>
                </a:solidFill>
              </a:rPr>
              <a:t>Data </a:t>
            </a:r>
            <a:r>
              <a:rPr lang="en-US" sz="2000" b="1" err="1">
                <a:solidFill>
                  <a:srgbClr val="00B050"/>
                </a:solidFill>
              </a:rPr>
              <a:t>Fields_MASTER</a:t>
            </a:r>
            <a:r>
              <a:rPr lang="en-US" sz="2000" b="1">
                <a:solidFill>
                  <a:srgbClr val="00B050"/>
                </a:solidFill>
              </a:rPr>
              <a:t> </a:t>
            </a:r>
            <a:r>
              <a:rPr lang="en-US" sz="2000">
                <a:solidFill>
                  <a:srgbClr val="00B050"/>
                </a:solidFill>
              </a:rPr>
              <a:t>tab</a:t>
            </a:r>
          </a:p>
          <a:p>
            <a:pPr marL="457200" lvl="1" indent="-457200">
              <a:buAutoNum type="arabicPeriod"/>
            </a:pPr>
            <a:r>
              <a:rPr lang="en-US" sz="2000">
                <a:solidFill>
                  <a:srgbClr val="00B050"/>
                </a:solidFill>
              </a:rPr>
              <a:t>Appian </a:t>
            </a:r>
            <a:r>
              <a:rPr lang="en-US" sz="2000" b="1">
                <a:solidFill>
                  <a:srgbClr val="00B050"/>
                </a:solidFill>
              </a:rPr>
              <a:t>Field Type </a:t>
            </a:r>
            <a:r>
              <a:rPr lang="en-US" sz="2000">
                <a:solidFill>
                  <a:srgbClr val="00B050"/>
                </a:solidFill>
              </a:rPr>
              <a:t>Configuration Discussion</a:t>
            </a:r>
          </a:p>
          <a:p>
            <a:pPr marL="342900" lvl="1" indent="-342900">
              <a:buAutoNum type="arabicPeriod"/>
            </a:pPr>
            <a:endParaRPr lang="en-US" sz="2000">
              <a:solidFill>
                <a:schemeClr val="tx1"/>
              </a:solidFill>
            </a:endParaRPr>
          </a:p>
          <a:p>
            <a:pPr lvl="1"/>
            <a:r>
              <a:rPr lang="en-US" sz="2000">
                <a:solidFill>
                  <a:schemeClr val="tx1"/>
                </a:solidFill>
              </a:rPr>
              <a:t>-------------------------------------</a:t>
            </a:r>
          </a:p>
          <a:p>
            <a:pPr lvl="1"/>
            <a:r>
              <a:rPr lang="en-US" sz="1400">
                <a:solidFill>
                  <a:schemeClr val="tx1"/>
                </a:solidFill>
              </a:rPr>
              <a:t>NEW FIND: </a:t>
            </a:r>
            <a:r>
              <a:rPr lang="en-US" sz="1400">
                <a:solidFill>
                  <a:srgbClr val="0070C0"/>
                </a:solidFill>
                <a:ea typeface="+mn-lt"/>
                <a:cs typeface="+mn-lt"/>
                <a:hlinkClick r:id="rId2">
                  <a:extLst>
                    <a:ext uri="{A12FA001-AC4F-418D-AE19-62706E023703}">
                      <ahyp:hlinkClr xmlns:ahyp="http://schemas.microsoft.com/office/drawing/2018/hyperlinkcolor" val="tx"/>
                    </a:ext>
                  </a:extLst>
                </a:hlinkClick>
              </a:rPr>
              <a:t>GRITT QuickBase</a:t>
            </a:r>
            <a:r>
              <a:rPr lang="en-US" sz="1400">
                <a:solidFill>
                  <a:srgbClr val="0070C0"/>
                </a:solidFill>
                <a:ea typeface="+mn-lt"/>
                <a:cs typeface="+mn-lt"/>
              </a:rPr>
              <a:t> | </a:t>
            </a:r>
            <a:endParaRPr lang="en-US" sz="1400">
              <a:solidFill>
                <a:srgbClr val="0070C0"/>
              </a:solidFill>
            </a:endParaRPr>
          </a:p>
          <a:p>
            <a:pPr marL="520700" lvl="2" indent="-342900">
              <a:buFont typeface="Calibri"/>
              <a:buChar char="-"/>
            </a:pPr>
            <a:r>
              <a:rPr lang="en-US" sz="1400">
                <a:solidFill>
                  <a:schemeClr val="tx1"/>
                </a:solidFill>
              </a:rPr>
              <a:t>Several fields grabbing Delegation data into </a:t>
            </a:r>
            <a:r>
              <a:rPr lang="en-US" sz="1400" err="1">
                <a:solidFill>
                  <a:schemeClr val="tx1"/>
                </a:solidFill>
              </a:rPr>
              <a:t>Quickbase</a:t>
            </a:r>
            <a:r>
              <a:rPr lang="en-US" sz="1400">
                <a:solidFill>
                  <a:schemeClr val="tx1"/>
                </a:solidFill>
              </a:rPr>
              <a:t> – worth investigating use case and maintenance practices</a:t>
            </a:r>
          </a:p>
          <a:p>
            <a:pPr marL="685800" lvl="3" indent="-342900">
              <a:buFont typeface="Calibri"/>
              <a:buChar char="-"/>
            </a:pPr>
            <a:r>
              <a:rPr lang="en-US" sz="1400">
                <a:solidFill>
                  <a:schemeClr val="tx1"/>
                </a:solidFill>
                <a:ea typeface="+mn-lt"/>
                <a:cs typeface="+mn-lt"/>
              </a:rPr>
              <a:t>Business Owner: Michelle Swart Smith </a:t>
            </a:r>
            <a:r>
              <a:rPr lang="en-US" sz="1400">
                <a:solidFill>
                  <a:schemeClr val="tx1"/>
                </a:solidFill>
                <a:ea typeface="+mn-lt"/>
                <a:cs typeface="+mn-lt"/>
                <a:hlinkClick r:id="rId3">
                  <a:extLst>
                    <a:ext uri="{A12FA001-AC4F-418D-AE19-62706E023703}">
                      <ahyp:hlinkClr xmlns:ahyp="http://schemas.microsoft.com/office/drawing/2018/hyperlinkcolor" val="tx"/>
                    </a:ext>
                  </a:extLst>
                </a:hlinkClick>
              </a:rPr>
              <a:t>&lt;mssmith@aetna.com</a:t>
            </a:r>
            <a:r>
              <a:rPr lang="en-US" sz="1400">
                <a:solidFill>
                  <a:schemeClr val="tx1"/>
                </a:solidFill>
                <a:ea typeface="+mn-lt"/>
                <a:cs typeface="+mn-lt"/>
              </a:rPr>
              <a:t>&gt;</a:t>
            </a:r>
            <a:endParaRPr lang="en-US" sz="2000">
              <a:solidFill>
                <a:schemeClr val="tx1"/>
              </a:solidFill>
            </a:endParaRPr>
          </a:p>
          <a:p>
            <a:pPr marL="520700" lvl="2" indent="-342900">
              <a:buFont typeface="Calibri"/>
              <a:buChar char="-"/>
            </a:pPr>
            <a:endParaRPr lang="en-US" sz="2000">
              <a:solidFill>
                <a:srgbClr val="000000"/>
              </a:solidFill>
            </a:endParaRPr>
          </a:p>
          <a:p>
            <a:pPr marL="342900" lvl="1" indent="-342900">
              <a:buAutoNum type="arabicPeriod"/>
            </a:pPr>
            <a:endParaRPr lang="en-US">
              <a:solidFill>
                <a:srgbClr val="606060"/>
              </a:solidFill>
            </a:endParaRPr>
          </a:p>
          <a:p>
            <a:pPr marL="342900" lvl="1" indent="-342900">
              <a:buAutoNum type="arabicPeriod"/>
            </a:pPr>
            <a:endParaRPr lang="en-US">
              <a:solidFill>
                <a:srgbClr val="606060"/>
              </a:solidFill>
            </a:endParaRPr>
          </a:p>
          <a:p>
            <a:pPr marL="342900" lvl="1" indent="-342900">
              <a:buAutoNum type="arabicPeriod"/>
            </a:pPr>
            <a:endParaRPr lang="en-US" b="1">
              <a:solidFill>
                <a:srgbClr val="606060"/>
              </a:solidFill>
            </a:endParaRPr>
          </a:p>
          <a:p>
            <a:pPr marL="342900" lvl="1" indent="-342900">
              <a:buAutoNum type="arabicPeriod"/>
            </a:pPr>
            <a:endParaRPr lang="en-US">
              <a:solidFill>
                <a:srgbClr val="3F3F3F"/>
              </a:solidFill>
            </a:endParaRPr>
          </a:p>
        </p:txBody>
      </p:sp>
      <p:pic>
        <p:nvPicPr>
          <p:cNvPr id="4" name="Graphic 3" descr="Checkmark with solid fill">
            <a:extLst>
              <a:ext uri="{FF2B5EF4-FFF2-40B4-BE49-F238E27FC236}">
                <a16:creationId xmlns:a16="http://schemas.microsoft.com/office/drawing/2014/main" id="{61CD17D9-C8A9-ADAE-C32C-9C78CDEC3CA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7680" y="1683335"/>
            <a:ext cx="200440" cy="200440"/>
          </a:xfrm>
          <a:prstGeom prst="rect">
            <a:avLst/>
          </a:prstGeom>
        </p:spPr>
      </p:pic>
      <p:pic>
        <p:nvPicPr>
          <p:cNvPr id="7" name="Graphic 6" descr="Checkmark with solid fill">
            <a:extLst>
              <a:ext uri="{FF2B5EF4-FFF2-40B4-BE49-F238E27FC236}">
                <a16:creationId xmlns:a16="http://schemas.microsoft.com/office/drawing/2014/main" id="{C24908A6-4CA5-1118-BC07-74F03F1644F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2766" y="1963554"/>
            <a:ext cx="200440" cy="200440"/>
          </a:xfrm>
          <a:prstGeom prst="rect">
            <a:avLst/>
          </a:prstGeom>
        </p:spPr>
      </p:pic>
      <p:pic>
        <p:nvPicPr>
          <p:cNvPr id="8" name="Graphic 7" descr="Checkmark with solid fill">
            <a:extLst>
              <a:ext uri="{FF2B5EF4-FFF2-40B4-BE49-F238E27FC236}">
                <a16:creationId xmlns:a16="http://schemas.microsoft.com/office/drawing/2014/main" id="{BE906863-EAF9-D500-2883-9138A4DDB58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22933" y="2258522"/>
            <a:ext cx="200440" cy="200440"/>
          </a:xfrm>
          <a:prstGeom prst="rect">
            <a:avLst/>
          </a:prstGeom>
        </p:spPr>
      </p:pic>
      <p:pic>
        <p:nvPicPr>
          <p:cNvPr id="9" name="Graphic 8" descr="Checkmark with solid fill">
            <a:extLst>
              <a:ext uri="{FF2B5EF4-FFF2-40B4-BE49-F238E27FC236}">
                <a16:creationId xmlns:a16="http://schemas.microsoft.com/office/drawing/2014/main" id="{4843E8E4-F54A-DC52-CA6E-C37EC74AD36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22930" y="2582988"/>
            <a:ext cx="200440" cy="200440"/>
          </a:xfrm>
          <a:prstGeom prst="rect">
            <a:avLst/>
          </a:prstGeom>
        </p:spPr>
      </p:pic>
      <p:pic>
        <p:nvPicPr>
          <p:cNvPr id="6" name="Graphic 5" descr="Checkmark with solid fill">
            <a:extLst>
              <a:ext uri="{FF2B5EF4-FFF2-40B4-BE49-F238E27FC236}">
                <a16:creationId xmlns:a16="http://schemas.microsoft.com/office/drawing/2014/main" id="{B2533E1E-E4D0-ECE6-1E2C-C158E652944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452230" y="423014"/>
            <a:ext cx="794753" cy="816040"/>
          </a:xfrm>
          <a:prstGeom prst="rect">
            <a:avLst/>
          </a:prstGeom>
        </p:spPr>
      </p:pic>
    </p:spTree>
    <p:extLst>
      <p:ext uri="{BB962C8B-B14F-4D97-AF65-F5344CB8AC3E}">
        <p14:creationId xmlns:p14="http://schemas.microsoft.com/office/powerpoint/2010/main" val="37724682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20DF45-AF80-8E75-CA91-780E07432A60}"/>
            </a:ext>
          </a:extLst>
        </p:cNvPr>
        <p:cNvGrpSpPr/>
        <p:nvPr/>
      </p:nvGrpSpPr>
      <p:grpSpPr>
        <a:xfrm>
          <a:off x="0" y="0"/>
          <a:ext cx="0" cy="0"/>
          <a:chOff x="0" y="0"/>
          <a:chExt cx="0" cy="0"/>
        </a:xfrm>
      </p:grpSpPr>
      <p:sp>
        <p:nvSpPr>
          <p:cNvPr id="25" name="Rectangle 24">
            <a:extLst>
              <a:ext uri="{FF2B5EF4-FFF2-40B4-BE49-F238E27FC236}">
                <a16:creationId xmlns:a16="http://schemas.microsoft.com/office/drawing/2014/main" id="{C39D74DD-81C4-AF5A-9275-2A8EAF2D77D7}"/>
              </a:ext>
            </a:extLst>
          </p:cNvPr>
          <p:cNvSpPr/>
          <p:nvPr/>
        </p:nvSpPr>
        <p:spPr bwMode="gray">
          <a:xfrm>
            <a:off x="-3014" y="801"/>
            <a:ext cx="6951440" cy="515346"/>
          </a:xfrm>
          <a:prstGeom prst="rect">
            <a:avLst/>
          </a:prstGeom>
          <a:solidFill>
            <a:srgbClr val="7D3F98"/>
          </a:solidFill>
          <a:ln>
            <a:noFill/>
            <a:miter lim="800000"/>
          </a:ln>
          <a:effectLst/>
        </p:spPr>
        <p:style>
          <a:lnRef idx="1">
            <a:schemeClr val="accent1"/>
          </a:lnRef>
          <a:fillRef idx="3">
            <a:schemeClr val="accent1"/>
          </a:fillRef>
          <a:effectRef idx="2">
            <a:schemeClr val="accent1"/>
          </a:effectRef>
          <a:fontRef idx="minor">
            <a:schemeClr val="lt1"/>
          </a:fontRef>
        </p:style>
        <p:txBody>
          <a:bodyPr lIns="91392" tIns="45696" rIns="91392" bIns="45696" rtlCol="0" anchor="ctr"/>
          <a:lstStyle/>
          <a:p>
            <a:pPr defTabSz="457063" fontAlgn="b">
              <a:defRPr/>
            </a:pPr>
            <a:r>
              <a:rPr lang="en-US" sz="1600" b="1">
                <a:solidFill>
                  <a:schemeClr val="bg1"/>
                </a:solidFill>
              </a:rPr>
              <a:t>Delegation Source of Truth</a:t>
            </a:r>
          </a:p>
        </p:txBody>
      </p:sp>
      <p:sp>
        <p:nvSpPr>
          <p:cNvPr id="21" name="Rectangle 20">
            <a:extLst>
              <a:ext uri="{FF2B5EF4-FFF2-40B4-BE49-F238E27FC236}">
                <a16:creationId xmlns:a16="http://schemas.microsoft.com/office/drawing/2014/main" id="{E916FFD3-4D5D-BAE6-95A2-965A45568B01}"/>
              </a:ext>
            </a:extLst>
          </p:cNvPr>
          <p:cNvSpPr/>
          <p:nvPr/>
        </p:nvSpPr>
        <p:spPr bwMode="gray">
          <a:xfrm>
            <a:off x="6953033" y="900"/>
            <a:ext cx="3589989" cy="519230"/>
          </a:xfrm>
          <a:prstGeom prst="rect">
            <a:avLst/>
          </a:prstGeom>
          <a:solidFill>
            <a:srgbClr val="7D3F98"/>
          </a:solidFill>
          <a:ln>
            <a:noFill/>
            <a:miter lim="800000"/>
          </a:ln>
          <a:effectLst/>
        </p:spPr>
        <p:style>
          <a:lnRef idx="1">
            <a:schemeClr val="accent1"/>
          </a:lnRef>
          <a:fillRef idx="3">
            <a:schemeClr val="accent1"/>
          </a:fillRef>
          <a:effectRef idx="2">
            <a:schemeClr val="accent1"/>
          </a:effectRef>
          <a:fontRef idx="minor">
            <a:schemeClr val="lt1"/>
          </a:fontRef>
        </p:style>
        <p:txBody>
          <a:bodyPr lIns="91392" tIns="45696" rIns="91392" bIns="45696" rtlCol="0" anchor="ctr"/>
          <a:lstStyle/>
          <a:p>
            <a:pPr defTabSz="913830">
              <a:defRPr/>
            </a:pPr>
            <a:r>
              <a:rPr lang="en-US" sz="1200" b="1">
                <a:solidFill>
                  <a:prstClr val="white"/>
                </a:solidFill>
                <a:latin typeface="CVS Health Sans"/>
              </a:rPr>
              <a:t>       Owner: </a:t>
            </a:r>
            <a:r>
              <a:rPr lang="en-US" sz="1200" b="1">
                <a:solidFill>
                  <a:prstClr val="white"/>
                </a:solidFill>
                <a:ea typeface="+mn-lt"/>
                <a:cs typeface="+mn-lt"/>
              </a:rPr>
              <a:t>Clarridge, Kimberly</a:t>
            </a:r>
            <a:endParaRPr lang="en-US" sz="1200" b="1" i="1">
              <a:solidFill>
                <a:prstClr val="white"/>
              </a:solidFill>
              <a:latin typeface="CVS Health Sans"/>
            </a:endParaRPr>
          </a:p>
        </p:txBody>
      </p:sp>
      <p:graphicFrame>
        <p:nvGraphicFramePr>
          <p:cNvPr id="2" name="Table 4">
            <a:extLst>
              <a:ext uri="{FF2B5EF4-FFF2-40B4-BE49-F238E27FC236}">
                <a16:creationId xmlns:a16="http://schemas.microsoft.com/office/drawing/2014/main" id="{A1E6868C-0549-BDC6-2AA9-26BF960B44FB}"/>
              </a:ext>
            </a:extLst>
          </p:cNvPr>
          <p:cNvGraphicFramePr>
            <a:graphicFrameLocks noGrp="1"/>
          </p:cNvGraphicFramePr>
          <p:nvPr/>
        </p:nvGraphicFramePr>
        <p:xfrm>
          <a:off x="6094413" y="530942"/>
          <a:ext cx="6091392" cy="1863520"/>
        </p:xfrm>
        <a:graphic>
          <a:graphicData uri="http://schemas.openxmlformats.org/drawingml/2006/table">
            <a:tbl>
              <a:tblPr firstRow="1" bandRow="1">
                <a:tableStyleId>{21E4AEA4-8DFA-4A89-87EB-49C32662AFE0}</a:tableStyleId>
              </a:tblPr>
              <a:tblGrid>
                <a:gridCol w="2180027">
                  <a:extLst>
                    <a:ext uri="{9D8B030D-6E8A-4147-A177-3AD203B41FA5}">
                      <a16:colId xmlns:a16="http://schemas.microsoft.com/office/drawing/2014/main" val="3741538596"/>
                    </a:ext>
                  </a:extLst>
                </a:gridCol>
                <a:gridCol w="2199288">
                  <a:extLst>
                    <a:ext uri="{9D8B030D-6E8A-4147-A177-3AD203B41FA5}">
                      <a16:colId xmlns:a16="http://schemas.microsoft.com/office/drawing/2014/main" val="2626377173"/>
                    </a:ext>
                  </a:extLst>
                </a:gridCol>
                <a:gridCol w="1712077">
                  <a:extLst>
                    <a:ext uri="{9D8B030D-6E8A-4147-A177-3AD203B41FA5}">
                      <a16:colId xmlns:a16="http://schemas.microsoft.com/office/drawing/2014/main" val="3310333339"/>
                    </a:ext>
                  </a:extLst>
                </a:gridCol>
              </a:tblGrid>
              <a:tr h="323963">
                <a:tc gridSpan="3">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400" b="1" kern="1200">
                          <a:solidFill>
                            <a:schemeClr val="bg1"/>
                          </a:solidFill>
                          <a:latin typeface="+mn-lt"/>
                          <a:ea typeface="+mn-ea"/>
                          <a:cs typeface="+mn-cs"/>
                        </a:rPr>
                        <a:t>Risks/Issues/Watch Items</a:t>
                      </a:r>
                    </a:p>
                  </a:txBody>
                  <a:tcPr marL="91392" marR="91392" marT="45696" marB="45696" anchor="ctr">
                    <a:solidFill>
                      <a:srgbClr val="0A4B8C"/>
                    </a:solidFill>
                  </a:tcPr>
                </a:tc>
                <a:tc hMerge="1">
                  <a:txBody>
                    <a:bodyPr/>
                    <a:lstStyle/>
                    <a:p>
                      <a:endParaRPr lang="en-US"/>
                    </a:p>
                  </a:txBody>
                  <a:tcPr/>
                </a:tc>
                <a:tc hMerge="1">
                  <a:txBody>
                    <a:bodyPr/>
                    <a:lstStyle/>
                    <a:p>
                      <a:pPr marL="0" algn="ctr" defTabSz="457200" rtl="0" eaLnBrk="1" latinLnBrk="0" hangingPunct="1"/>
                      <a:endParaRPr lang="en-US" sz="1400" b="1" kern="1200">
                        <a:solidFill>
                          <a:schemeClr val="bg1"/>
                        </a:solidFill>
                        <a:latin typeface="+mn-lt"/>
                        <a:ea typeface="+mn-ea"/>
                        <a:cs typeface="+mn-cs"/>
                      </a:endParaRPr>
                    </a:p>
                  </a:txBody>
                  <a:tcPr anchor="ctr">
                    <a:lnB w="12700" cap="flat" cmpd="sng" algn="ctr">
                      <a:solidFill>
                        <a:schemeClr val="bg1">
                          <a:lumMod val="85000"/>
                        </a:schemeClr>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4149477535"/>
                  </a:ext>
                </a:extLst>
              </a:tr>
              <a:tr h="255543">
                <a:tc>
                  <a:txBody>
                    <a:bodyPr/>
                    <a:lstStyle/>
                    <a:p>
                      <a:pPr lvl="0" algn="ctr">
                        <a:buNone/>
                      </a:pPr>
                      <a:r>
                        <a:rPr lang="en-US" sz="1000" b="1" i="1">
                          <a:solidFill>
                            <a:schemeClr val="tx1"/>
                          </a:solidFill>
                          <a:latin typeface="Calibri" panose="020F0502020204030204" pitchFamily="34" charset="0"/>
                          <a:ea typeface="Calibri" panose="020F0502020204030204" pitchFamily="34" charset="0"/>
                          <a:cs typeface="Calibri" panose="020F0502020204030204" pitchFamily="34" charset="0"/>
                        </a:rPr>
                        <a:t>Description</a:t>
                      </a:r>
                    </a:p>
                  </a:txBody>
                  <a:tcPr marL="91392" marR="91392" marT="45696" marB="45696"/>
                </a:tc>
                <a:tc>
                  <a:txBody>
                    <a:bodyPr/>
                    <a:lstStyle/>
                    <a:p>
                      <a:pPr lvl="0" algn="ctr">
                        <a:buNone/>
                      </a:pPr>
                      <a:r>
                        <a:rPr lang="en-US" sz="1000" b="1" i="1">
                          <a:solidFill>
                            <a:schemeClr val="tx1"/>
                          </a:solidFill>
                          <a:latin typeface="Calibri" panose="020F0502020204030204" pitchFamily="34" charset="0"/>
                          <a:ea typeface="Calibri" panose="020F0502020204030204" pitchFamily="34" charset="0"/>
                          <a:cs typeface="Calibri" panose="020F0502020204030204" pitchFamily="34" charset="0"/>
                        </a:rPr>
                        <a:t>Action/Resolutions</a:t>
                      </a:r>
                    </a:p>
                  </a:txBody>
                  <a:tcPr marL="91392" marR="91392" marT="45696" marB="45696"/>
                </a:tc>
                <a:tc>
                  <a:txBody>
                    <a:bodyPr/>
                    <a:lstStyle/>
                    <a:p>
                      <a:pPr algn="ctr"/>
                      <a:r>
                        <a:rPr lang="en-US" sz="1000" b="1" i="1">
                          <a:solidFill>
                            <a:schemeClr val="tx1"/>
                          </a:solidFill>
                          <a:latin typeface="Calibri" panose="020F0502020204030204" pitchFamily="34" charset="0"/>
                          <a:ea typeface="Calibri" panose="020F0502020204030204" pitchFamily="34" charset="0"/>
                          <a:cs typeface="Calibri" panose="020F0502020204030204" pitchFamily="34" charset="0"/>
                        </a:rPr>
                        <a:t>Status/Owner</a:t>
                      </a:r>
                    </a:p>
                  </a:txBody>
                  <a:tcPr marL="91392" marR="91392" marT="45696" marB="45696"/>
                </a:tc>
                <a:extLst>
                  <a:ext uri="{0D108BD9-81ED-4DB2-BD59-A6C34878D82A}">
                    <a16:rowId xmlns:a16="http://schemas.microsoft.com/office/drawing/2014/main" val="1374095654"/>
                  </a:ext>
                </a:extLst>
              </a:tr>
              <a:tr h="621072">
                <a:tc>
                  <a:txBody>
                    <a:bodyPr/>
                    <a:lstStyle/>
                    <a:p>
                      <a:pPr marL="0" marR="0" lvl="0" indent="0" algn="l">
                        <a:lnSpc>
                          <a:spcPct val="100000"/>
                        </a:lnSpc>
                        <a:spcBef>
                          <a:spcPts val="0"/>
                        </a:spcBef>
                        <a:spcAft>
                          <a:spcPts val="0"/>
                        </a:spcAft>
                        <a:buNone/>
                      </a:pPr>
                      <a:endParaRPr lang="en-US" sz="1000" b="0" i="0" u="none" strike="noStrike" noProof="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marL="91416" marR="91416" marT="45708" marB="45708"/>
                </a:tc>
                <a:tc>
                  <a:txBody>
                    <a:bodyPr/>
                    <a:lstStyle/>
                    <a:p>
                      <a:pPr marL="0" marR="0" lvl="0" indent="0" algn="l">
                        <a:lnSpc>
                          <a:spcPct val="100000"/>
                        </a:lnSpc>
                        <a:spcBef>
                          <a:spcPts val="0"/>
                        </a:spcBef>
                        <a:spcAft>
                          <a:spcPts val="0"/>
                        </a:spcAft>
                        <a:buClrTx/>
                        <a:buSzTx/>
                        <a:buNone/>
                      </a:pPr>
                      <a:endParaRPr lang="en-US" sz="1000" b="0" i="0" u="none" strike="noStrike" noProof="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marL="91416" marR="91416" marT="45708" marB="45708"/>
                </a:tc>
                <a:tc>
                  <a:txBody>
                    <a:bodyPr/>
                    <a:lstStyle/>
                    <a:p>
                      <a:pPr lvl="0" algn="l">
                        <a:lnSpc>
                          <a:spcPct val="100000"/>
                        </a:lnSpc>
                        <a:spcBef>
                          <a:spcPts val="0"/>
                        </a:spcBef>
                        <a:spcAft>
                          <a:spcPts val="0"/>
                        </a:spcAft>
                        <a:buNone/>
                      </a:pPr>
                      <a:endParaRPr lang="en-US" sz="1000" b="0" i="0" u="none" strike="noStrike" noProof="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marL="91319" marR="91319" marT="45660" marB="45660">
                    <a:solidFill>
                      <a:srgbClr val="ECE8EF"/>
                    </a:solidFill>
                  </a:tcPr>
                </a:tc>
                <a:extLst>
                  <a:ext uri="{0D108BD9-81ED-4DB2-BD59-A6C34878D82A}">
                    <a16:rowId xmlns:a16="http://schemas.microsoft.com/office/drawing/2014/main" val="1421766806"/>
                  </a:ext>
                </a:extLst>
              </a:tr>
              <a:tr h="662942">
                <a:tc>
                  <a:txBody>
                    <a:bodyPr/>
                    <a:lstStyle/>
                    <a:p>
                      <a:pPr marL="0" marR="0" lvl="0" indent="0" algn="l">
                        <a:lnSpc>
                          <a:spcPct val="100000"/>
                        </a:lnSpc>
                        <a:spcBef>
                          <a:spcPts val="0"/>
                        </a:spcBef>
                        <a:spcAft>
                          <a:spcPts val="0"/>
                        </a:spcAft>
                        <a:buNone/>
                      </a:pPr>
                      <a:endParaRPr lang="en-US" sz="1000" b="0" i="0" u="none" strike="noStrike" noProof="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marL="91416" marR="91416" marT="45708" marB="45708"/>
                </a:tc>
                <a:tc>
                  <a:txBody>
                    <a:bodyPr/>
                    <a:lstStyle/>
                    <a:p>
                      <a:pPr marL="0" marR="0" lvl="0" indent="0" algn="l">
                        <a:lnSpc>
                          <a:spcPct val="100000"/>
                        </a:lnSpc>
                        <a:spcBef>
                          <a:spcPts val="0"/>
                        </a:spcBef>
                        <a:spcAft>
                          <a:spcPts val="0"/>
                        </a:spcAft>
                        <a:buClrTx/>
                        <a:buSzTx/>
                        <a:buNone/>
                      </a:pPr>
                      <a:endParaRPr lang="en-US" sz="1000" b="0" i="0" u="none" strike="noStrike" noProof="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marL="91416" marR="91416" marT="45708" marB="45708"/>
                </a:tc>
                <a:tc>
                  <a:txBody>
                    <a:bodyPr/>
                    <a:lstStyle/>
                    <a:p>
                      <a:pPr lvl="0" algn="l">
                        <a:lnSpc>
                          <a:spcPct val="100000"/>
                        </a:lnSpc>
                        <a:spcBef>
                          <a:spcPts val="0"/>
                        </a:spcBef>
                        <a:spcAft>
                          <a:spcPts val="0"/>
                        </a:spcAft>
                        <a:buNone/>
                      </a:pPr>
                      <a:endParaRPr lang="en-US" sz="1000" b="0" i="0" u="none" strike="noStrike" noProof="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marL="91319" marR="91319" marT="45660" marB="45660">
                    <a:solidFill>
                      <a:srgbClr val="D7CEDD"/>
                    </a:solidFill>
                  </a:tcPr>
                </a:tc>
                <a:extLst>
                  <a:ext uri="{0D108BD9-81ED-4DB2-BD59-A6C34878D82A}">
                    <a16:rowId xmlns:a16="http://schemas.microsoft.com/office/drawing/2014/main" val="1296193010"/>
                  </a:ext>
                </a:extLst>
              </a:tr>
            </a:tbl>
          </a:graphicData>
        </a:graphic>
      </p:graphicFrame>
      <p:graphicFrame>
        <p:nvGraphicFramePr>
          <p:cNvPr id="19" name="Table 5">
            <a:extLst>
              <a:ext uri="{FF2B5EF4-FFF2-40B4-BE49-F238E27FC236}">
                <a16:creationId xmlns:a16="http://schemas.microsoft.com/office/drawing/2014/main" id="{B72176C7-AB3E-06A9-99B7-153BAEABD670}"/>
              </a:ext>
            </a:extLst>
          </p:cNvPr>
          <p:cNvGraphicFramePr>
            <a:graphicFrameLocks noGrp="1"/>
          </p:cNvGraphicFramePr>
          <p:nvPr/>
        </p:nvGraphicFramePr>
        <p:xfrm>
          <a:off x="6091396" y="2415979"/>
          <a:ext cx="6097429" cy="3890319"/>
        </p:xfrm>
        <a:graphic>
          <a:graphicData uri="http://schemas.openxmlformats.org/drawingml/2006/table">
            <a:tbl>
              <a:tblPr firstRow="1" bandRow="1">
                <a:tableStyleId>{21E4AEA4-8DFA-4A89-87EB-49C32662AFE0}</a:tableStyleId>
              </a:tblPr>
              <a:tblGrid>
                <a:gridCol w="6097429">
                  <a:extLst>
                    <a:ext uri="{9D8B030D-6E8A-4147-A177-3AD203B41FA5}">
                      <a16:colId xmlns:a16="http://schemas.microsoft.com/office/drawing/2014/main" val="2517463320"/>
                    </a:ext>
                  </a:extLst>
                </a:gridCol>
              </a:tblGrid>
              <a:tr h="331091">
                <a:tc>
                  <a:txBody>
                    <a:bodyPr/>
                    <a:lstStyle/>
                    <a:p>
                      <a:r>
                        <a:rPr lang="en-US" sz="1400" b="1">
                          <a:solidFill>
                            <a:schemeClr val="bg1"/>
                          </a:solidFill>
                        </a:rPr>
                        <a:t>Accomplishments/Decisions</a:t>
                      </a:r>
                    </a:p>
                  </a:txBody>
                  <a:tcPr marL="91392" marR="91392" marT="45696" marB="45696">
                    <a:solidFill>
                      <a:srgbClr val="0A4B8C"/>
                    </a:solidFill>
                  </a:tcPr>
                </a:tc>
                <a:extLst>
                  <a:ext uri="{0D108BD9-81ED-4DB2-BD59-A6C34878D82A}">
                    <a16:rowId xmlns:a16="http://schemas.microsoft.com/office/drawing/2014/main" val="4255333496"/>
                  </a:ext>
                </a:extLst>
              </a:tr>
              <a:tr h="3559228">
                <a:tc>
                  <a:txBody>
                    <a:bodyPr/>
                    <a:lstStyle/>
                    <a:p>
                      <a:pPr marL="0" lvl="0" algn="l">
                        <a:lnSpc>
                          <a:spcPct val="100000"/>
                        </a:lnSpc>
                        <a:spcBef>
                          <a:spcPts val="0"/>
                        </a:spcBef>
                        <a:spcAft>
                          <a:spcPts val="0"/>
                        </a:spcAft>
                        <a:buNone/>
                      </a:pPr>
                      <a:r>
                        <a:rPr lang="en-US" sz="1100" b="1" i="0" u="none" strike="noStrike" noProof="0">
                          <a:solidFill>
                            <a:schemeClr val="tx1"/>
                          </a:solidFill>
                          <a:latin typeface="Calibri"/>
                          <a:ea typeface="Calibri"/>
                          <a:cs typeface="Calibri"/>
                        </a:rPr>
                        <a:t>Completed Items: </a:t>
                      </a:r>
                    </a:p>
                    <a:p>
                      <a:pPr marL="171450" lvl="0" indent="-171450" algn="l">
                        <a:lnSpc>
                          <a:spcPct val="100000"/>
                        </a:lnSpc>
                        <a:spcBef>
                          <a:spcPts val="0"/>
                        </a:spcBef>
                        <a:spcAft>
                          <a:spcPts val="0"/>
                        </a:spcAft>
                        <a:buFont typeface="Arial"/>
                        <a:buChar char="•"/>
                      </a:pPr>
                      <a:r>
                        <a:rPr lang="en-US" sz="1100" b="0" i="0" u="none" strike="noStrike" noProof="0">
                          <a:solidFill>
                            <a:schemeClr val="tx1"/>
                          </a:solidFill>
                          <a:latin typeface="Calibri"/>
                          <a:ea typeface="Calibri"/>
                          <a:cs typeface="Calibri"/>
                        </a:rPr>
                        <a:t>Deep dive session to document high level requirements and business needs.</a:t>
                      </a:r>
                    </a:p>
                    <a:p>
                      <a:pPr marL="0" lvl="0" algn="l">
                        <a:lnSpc>
                          <a:spcPct val="100000"/>
                        </a:lnSpc>
                        <a:spcBef>
                          <a:spcPts val="0"/>
                        </a:spcBef>
                        <a:spcAft>
                          <a:spcPts val="0"/>
                        </a:spcAft>
                        <a:buNone/>
                      </a:pPr>
                      <a:endParaRPr lang="en-US" sz="1100" b="0" i="0" u="none" strike="noStrike" noProof="0">
                        <a:solidFill>
                          <a:schemeClr val="tx1"/>
                        </a:solidFill>
                        <a:latin typeface="Calibri" panose="020F0502020204030204" pitchFamily="34" charset="0"/>
                        <a:ea typeface="Calibri" panose="020F0502020204030204" pitchFamily="34" charset="0"/>
                        <a:cs typeface="Calibri" panose="020F0502020204030204" pitchFamily="34" charset="0"/>
                      </a:endParaRPr>
                    </a:p>
                    <a:p>
                      <a:pPr marL="0" lvl="0" algn="l">
                        <a:lnSpc>
                          <a:spcPct val="100000"/>
                        </a:lnSpc>
                        <a:spcBef>
                          <a:spcPts val="0"/>
                        </a:spcBef>
                        <a:spcAft>
                          <a:spcPts val="0"/>
                        </a:spcAft>
                        <a:buNone/>
                      </a:pPr>
                      <a:endParaRPr lang="en-US" sz="1100" b="0" i="0" u="none" strike="noStrike" noProof="0">
                        <a:solidFill>
                          <a:schemeClr val="tx1"/>
                        </a:solidFill>
                        <a:latin typeface="Calibri" panose="020F0502020204030204" pitchFamily="34" charset="0"/>
                        <a:ea typeface="Calibri" panose="020F0502020204030204" pitchFamily="34" charset="0"/>
                        <a:cs typeface="Calibri" panose="020F0502020204030204" pitchFamily="34" charset="0"/>
                      </a:endParaRPr>
                    </a:p>
                    <a:p>
                      <a:pPr marL="0" lvl="0" algn="l">
                        <a:lnSpc>
                          <a:spcPct val="100000"/>
                        </a:lnSpc>
                        <a:spcBef>
                          <a:spcPts val="0"/>
                        </a:spcBef>
                        <a:spcAft>
                          <a:spcPts val="0"/>
                        </a:spcAft>
                        <a:buNone/>
                      </a:pPr>
                      <a:r>
                        <a:rPr lang="en-US" sz="1100" b="1" i="0" u="none" strike="noStrike" noProof="0">
                          <a:solidFill>
                            <a:schemeClr val="tx1"/>
                          </a:solidFill>
                          <a:latin typeface="Calibri"/>
                          <a:ea typeface="Calibri"/>
                          <a:cs typeface="Calibri"/>
                        </a:rPr>
                        <a:t>In Progress:</a:t>
                      </a:r>
                      <a:endParaRPr lang="en-US" sz="1100">
                        <a:latin typeface="Calibri"/>
                        <a:ea typeface="Calibri"/>
                        <a:cs typeface="Calibri"/>
                      </a:endParaRPr>
                    </a:p>
                    <a:p>
                      <a:pPr marL="171450" lvl="0" indent="-171450" algn="l">
                        <a:lnSpc>
                          <a:spcPct val="100000"/>
                        </a:lnSpc>
                        <a:spcBef>
                          <a:spcPts val="0"/>
                        </a:spcBef>
                        <a:spcAft>
                          <a:spcPts val="0"/>
                        </a:spcAft>
                        <a:buFont typeface="Arial"/>
                        <a:buChar char="•"/>
                      </a:pPr>
                      <a:r>
                        <a:rPr lang="en-US" sz="1100" b="0" i="0" u="none" strike="noStrike" noProof="0">
                          <a:solidFill>
                            <a:schemeClr val="tx1"/>
                          </a:solidFill>
                          <a:latin typeface="Calibri"/>
                          <a:ea typeface="Calibri"/>
                          <a:cs typeface="Calibri"/>
                        </a:rPr>
                        <a:t>Kim Wuestenberg is documenting the current and Future state diagrams for this process.</a:t>
                      </a:r>
                    </a:p>
                    <a:p>
                      <a:pPr marL="0" lvl="0" algn="l" defTabSz="914126">
                        <a:lnSpc>
                          <a:spcPct val="100000"/>
                        </a:lnSpc>
                        <a:spcBef>
                          <a:spcPts val="0"/>
                        </a:spcBef>
                        <a:spcAft>
                          <a:spcPts val="0"/>
                        </a:spcAft>
                        <a:buNone/>
                        <a:tabLst/>
                        <a:defRPr/>
                      </a:pPr>
                      <a:endParaRPr lang="en-US" sz="1100" b="1" i="0" u="none" strike="noStrike" noProof="0">
                        <a:solidFill>
                          <a:schemeClr val="tx1"/>
                        </a:solidFill>
                        <a:latin typeface="Calibri" panose="020F0502020204030204" pitchFamily="34" charset="0"/>
                        <a:ea typeface="Calibri" panose="020F0502020204030204" pitchFamily="34" charset="0"/>
                        <a:cs typeface="Calibri" panose="020F0502020204030204" pitchFamily="34" charset="0"/>
                      </a:endParaRPr>
                    </a:p>
                    <a:p>
                      <a:pPr marL="0" lvl="0" algn="l">
                        <a:lnSpc>
                          <a:spcPct val="100000"/>
                        </a:lnSpc>
                        <a:spcBef>
                          <a:spcPts val="0"/>
                        </a:spcBef>
                        <a:spcAft>
                          <a:spcPts val="0"/>
                        </a:spcAft>
                        <a:buNone/>
                      </a:pPr>
                      <a:endParaRPr lang="en-US" sz="1100" b="1" i="0" u="none" strike="noStrike" noProof="0">
                        <a:solidFill>
                          <a:schemeClr val="tx1"/>
                        </a:solidFill>
                        <a:latin typeface="Calibri" panose="020F0502020204030204" pitchFamily="34" charset="0"/>
                        <a:ea typeface="Calibri" panose="020F0502020204030204" pitchFamily="34" charset="0"/>
                        <a:cs typeface="Calibri" panose="020F0502020204030204" pitchFamily="34" charset="0"/>
                      </a:endParaRPr>
                    </a:p>
                    <a:p>
                      <a:pPr marL="0" lvl="0" algn="l" defTabSz="914126">
                        <a:lnSpc>
                          <a:spcPct val="100000"/>
                        </a:lnSpc>
                        <a:spcBef>
                          <a:spcPts val="0"/>
                        </a:spcBef>
                        <a:spcAft>
                          <a:spcPts val="0"/>
                        </a:spcAft>
                        <a:buNone/>
                        <a:tabLst/>
                        <a:defRPr/>
                      </a:pPr>
                      <a:r>
                        <a:rPr lang="en-US" sz="1100" b="1" i="0" u="none" strike="noStrike" noProof="0">
                          <a:solidFill>
                            <a:schemeClr val="tx1"/>
                          </a:solidFill>
                          <a:latin typeface="Calibri"/>
                          <a:ea typeface="Calibri"/>
                          <a:cs typeface="Calibri"/>
                        </a:rPr>
                        <a:t>Next Steps</a:t>
                      </a:r>
                      <a:endParaRPr lang="en-US" sz="1100" i="0" u="none" strike="noStrike" noProof="0">
                        <a:latin typeface="Calibri"/>
                        <a:ea typeface="Calibri"/>
                        <a:cs typeface="Calibri"/>
                      </a:endParaRPr>
                    </a:p>
                    <a:p>
                      <a:pPr marL="171450" lvl="0" indent="-171450" algn="l">
                        <a:lnSpc>
                          <a:spcPct val="100000"/>
                        </a:lnSpc>
                        <a:spcBef>
                          <a:spcPts val="0"/>
                        </a:spcBef>
                        <a:spcAft>
                          <a:spcPts val="0"/>
                        </a:spcAft>
                        <a:buFont typeface="Arial"/>
                        <a:buChar char="•"/>
                      </a:pPr>
                      <a:r>
                        <a:rPr lang="en-US" sz="1100" b="0" i="0" u="none" strike="noStrike" noProof="0">
                          <a:solidFill>
                            <a:schemeClr val="tx1"/>
                          </a:solidFill>
                          <a:latin typeface="Calibri"/>
                          <a:ea typeface="Calibri"/>
                          <a:cs typeface="Calibri"/>
                        </a:rPr>
                        <a:t>Schedule alignment session with Kim and Alan to review outstanding questions from Kim.</a:t>
                      </a:r>
                    </a:p>
                    <a:p>
                      <a:pPr marL="171450" lvl="0" indent="-171450" algn="l">
                        <a:lnSpc>
                          <a:spcPct val="100000"/>
                        </a:lnSpc>
                        <a:spcBef>
                          <a:spcPts val="0"/>
                        </a:spcBef>
                        <a:spcAft>
                          <a:spcPts val="0"/>
                        </a:spcAft>
                        <a:buFont typeface="Arial"/>
                        <a:buChar char="•"/>
                      </a:pPr>
                      <a:r>
                        <a:rPr lang="en-US" sz="1100" b="0" i="0" u="none" strike="noStrike" noProof="0">
                          <a:solidFill>
                            <a:schemeClr val="tx1"/>
                          </a:solidFill>
                          <a:latin typeface="Calibri"/>
                          <a:ea typeface="Calibri"/>
                          <a:cs typeface="Calibri"/>
                        </a:rPr>
                        <a:t>Identify the current process steps that need deeper data flow mapping.</a:t>
                      </a:r>
                    </a:p>
                    <a:p>
                      <a:pPr marL="171450" lvl="0" indent="-171450" algn="l">
                        <a:lnSpc>
                          <a:spcPct val="100000"/>
                        </a:lnSpc>
                        <a:spcBef>
                          <a:spcPts val="0"/>
                        </a:spcBef>
                        <a:spcAft>
                          <a:spcPts val="0"/>
                        </a:spcAft>
                        <a:buFont typeface="Arial"/>
                        <a:buChar char="•"/>
                      </a:pPr>
                      <a:r>
                        <a:rPr lang="en-US" sz="1100" b="0" i="0" u="none" strike="noStrike" noProof="0">
                          <a:solidFill>
                            <a:schemeClr val="tx1"/>
                          </a:solidFill>
                          <a:latin typeface="Calibri"/>
                          <a:ea typeface="Calibri"/>
                          <a:cs typeface="Calibri"/>
                        </a:rPr>
                        <a:t>Schedule recorded sessions with team to document the current data flow.</a:t>
                      </a:r>
                    </a:p>
                    <a:p>
                      <a:pPr marL="171450" lvl="0" indent="-171450" algn="l">
                        <a:lnSpc>
                          <a:spcPct val="100000"/>
                        </a:lnSpc>
                        <a:spcBef>
                          <a:spcPts val="0"/>
                        </a:spcBef>
                        <a:spcAft>
                          <a:spcPts val="0"/>
                        </a:spcAft>
                        <a:buFont typeface="Arial"/>
                        <a:buChar char="•"/>
                      </a:pPr>
                      <a:r>
                        <a:rPr lang="en-US" sz="1100" b="0" i="0" u="none" strike="noStrike" noProof="0">
                          <a:solidFill>
                            <a:schemeClr val="tx1"/>
                          </a:solidFill>
                          <a:latin typeface="Calibri"/>
                          <a:ea typeface="Calibri"/>
                          <a:cs typeface="Calibri"/>
                        </a:rPr>
                        <a:t>Determine how this initiative can be split to ensure progress can continue forward and teams onboarded while the current and future state diagrams are being complete.</a:t>
                      </a:r>
                    </a:p>
                    <a:p>
                      <a:pPr marL="171450" lvl="0" indent="-171450" algn="l">
                        <a:lnSpc>
                          <a:spcPct val="100000"/>
                        </a:lnSpc>
                        <a:spcBef>
                          <a:spcPts val="0"/>
                        </a:spcBef>
                        <a:spcAft>
                          <a:spcPts val="0"/>
                        </a:spcAft>
                        <a:buFont typeface="Arial"/>
                        <a:buChar char="•"/>
                      </a:pPr>
                      <a:r>
                        <a:rPr lang="en-US" sz="1100" b="0" i="0" u="none" strike="noStrike" noProof="0">
                          <a:solidFill>
                            <a:schemeClr val="tx1"/>
                          </a:solidFill>
                          <a:latin typeface="Calibri"/>
                          <a:ea typeface="Calibri"/>
                          <a:cs typeface="Calibri"/>
                        </a:rPr>
                        <a:t>Get an Enterprise Architect assigned. </a:t>
                      </a:r>
                    </a:p>
                    <a:p>
                      <a:pPr marL="171450" lvl="0" indent="-171450" algn="l">
                        <a:lnSpc>
                          <a:spcPct val="100000"/>
                        </a:lnSpc>
                        <a:spcBef>
                          <a:spcPts val="0"/>
                        </a:spcBef>
                        <a:spcAft>
                          <a:spcPts val="0"/>
                        </a:spcAft>
                        <a:buFont typeface="Arial"/>
                        <a:buChar char="•"/>
                      </a:pPr>
                      <a:r>
                        <a:rPr lang="en-US" sz="1100" b="0" i="0" u="none" strike="noStrike" noProof="0">
                          <a:solidFill>
                            <a:schemeClr val="tx1"/>
                          </a:solidFill>
                          <a:latin typeface="Calibri"/>
                          <a:ea typeface="Calibri"/>
                          <a:cs typeface="Calibri"/>
                        </a:rPr>
                        <a:t>Begin aligning on a requirements repository while architectural analysis is being done</a:t>
                      </a:r>
                    </a:p>
                    <a:p>
                      <a:pPr marL="628015" lvl="1" indent="-171450" algn="l">
                        <a:lnSpc>
                          <a:spcPct val="100000"/>
                        </a:lnSpc>
                        <a:spcBef>
                          <a:spcPts val="0"/>
                        </a:spcBef>
                        <a:spcAft>
                          <a:spcPts val="0"/>
                        </a:spcAft>
                        <a:buFont typeface="Courier New"/>
                        <a:buChar char="o"/>
                      </a:pPr>
                      <a:r>
                        <a:rPr lang="en-US" sz="1100" b="0" i="0" u="none" strike="noStrike" noProof="0">
                          <a:solidFill>
                            <a:schemeClr val="tx1"/>
                          </a:solidFill>
                          <a:latin typeface="Calibri"/>
                          <a:ea typeface="Calibri"/>
                          <a:cs typeface="Calibri"/>
                        </a:rPr>
                        <a:t>Begin documenting and creating the product backlog while the prework is being done.</a:t>
                      </a:r>
                    </a:p>
                    <a:p>
                      <a:pPr marL="0" marR="0" lvl="0" indent="0" algn="l">
                        <a:lnSpc>
                          <a:spcPct val="100000"/>
                        </a:lnSpc>
                        <a:spcBef>
                          <a:spcPts val="0"/>
                        </a:spcBef>
                        <a:spcAft>
                          <a:spcPts val="0"/>
                        </a:spcAft>
                        <a:buClrTx/>
                        <a:buSzTx/>
                        <a:buFont typeface="Arial" panose="020B0604020202020204" pitchFamily="34" charset="0"/>
                        <a:buNone/>
                      </a:pPr>
                      <a:endParaRPr lang="en-US" sz="1100" b="0" i="0" u="none" strike="noStrike" noProof="0">
                        <a:solidFill>
                          <a:srgbClr val="000000"/>
                        </a:solidFill>
                        <a:latin typeface="+mn-lt"/>
                      </a:endParaRPr>
                    </a:p>
                  </a:txBody>
                  <a:tcPr marL="91392" marR="91392" marT="45696" marB="45696">
                    <a:solidFill>
                      <a:srgbClr val="ECE8EF"/>
                    </a:solidFill>
                  </a:tcPr>
                </a:tc>
                <a:extLst>
                  <a:ext uri="{0D108BD9-81ED-4DB2-BD59-A6C34878D82A}">
                    <a16:rowId xmlns:a16="http://schemas.microsoft.com/office/drawing/2014/main" val="4025461618"/>
                  </a:ext>
                </a:extLst>
              </a:tr>
            </a:tbl>
          </a:graphicData>
        </a:graphic>
      </p:graphicFrame>
      <p:graphicFrame>
        <p:nvGraphicFramePr>
          <p:cNvPr id="4" name="Table 5">
            <a:extLst>
              <a:ext uri="{FF2B5EF4-FFF2-40B4-BE49-F238E27FC236}">
                <a16:creationId xmlns:a16="http://schemas.microsoft.com/office/drawing/2014/main" id="{C6A3383A-796D-005B-3F47-8DD0464286C1}"/>
              </a:ext>
            </a:extLst>
          </p:cNvPr>
          <p:cNvGraphicFramePr>
            <a:graphicFrameLocks noGrp="1"/>
          </p:cNvGraphicFramePr>
          <p:nvPr>
            <p:extLst>
              <p:ext uri="{D42A27DB-BD31-4B8C-83A1-F6EECF244321}">
                <p14:modId xmlns:p14="http://schemas.microsoft.com/office/powerpoint/2010/main" val="3841976346"/>
              </p:ext>
            </p:extLst>
          </p:nvPr>
        </p:nvGraphicFramePr>
        <p:xfrm>
          <a:off x="0" y="530942"/>
          <a:ext cx="6076162" cy="2549514"/>
        </p:xfrm>
        <a:graphic>
          <a:graphicData uri="http://schemas.openxmlformats.org/drawingml/2006/table">
            <a:tbl>
              <a:tblPr firstRow="1" bandRow="1">
                <a:tableStyleId>{21E4AEA4-8DFA-4A89-87EB-49C32662AFE0}</a:tableStyleId>
              </a:tblPr>
              <a:tblGrid>
                <a:gridCol w="6076162">
                  <a:extLst>
                    <a:ext uri="{9D8B030D-6E8A-4147-A177-3AD203B41FA5}">
                      <a16:colId xmlns:a16="http://schemas.microsoft.com/office/drawing/2014/main" val="2517463320"/>
                    </a:ext>
                  </a:extLst>
                </a:gridCol>
              </a:tblGrid>
              <a:tr h="376633">
                <a:tc>
                  <a:txBody>
                    <a:bodyPr/>
                    <a:lstStyle/>
                    <a:p>
                      <a:r>
                        <a:rPr lang="en-US" sz="1400" b="1" kern="1200">
                          <a:solidFill>
                            <a:schemeClr val="bg1"/>
                          </a:solidFill>
                        </a:rPr>
                        <a:t>Summary:</a:t>
                      </a:r>
                      <a:endParaRPr lang="en-US" sz="1400" b="0" kern="1200">
                        <a:solidFill>
                          <a:schemeClr val="bg1"/>
                        </a:solidFill>
                        <a:latin typeface="+mn-lt"/>
                        <a:ea typeface="+mn-ea"/>
                        <a:cs typeface="+mn-cs"/>
                      </a:endParaRPr>
                    </a:p>
                  </a:txBody>
                  <a:tcPr marL="91392" marR="91392" marT="45696" marB="45696">
                    <a:solidFill>
                      <a:srgbClr val="0A4B8C"/>
                    </a:solidFill>
                  </a:tcPr>
                </a:tc>
                <a:extLst>
                  <a:ext uri="{0D108BD9-81ED-4DB2-BD59-A6C34878D82A}">
                    <a16:rowId xmlns:a16="http://schemas.microsoft.com/office/drawing/2014/main" val="4255333496"/>
                  </a:ext>
                </a:extLst>
              </a:tr>
              <a:tr h="2172881">
                <a:tc>
                  <a:txBody>
                    <a:bodyPr/>
                    <a:lstStyle/>
                    <a:p>
                      <a:pPr lvl="0" algn="l">
                        <a:lnSpc>
                          <a:spcPct val="100000"/>
                        </a:lnSpc>
                        <a:spcBef>
                          <a:spcPts val="0"/>
                        </a:spcBef>
                        <a:spcAft>
                          <a:spcPts val="0"/>
                        </a:spcAft>
                        <a:buNone/>
                      </a:pPr>
                      <a:r>
                        <a:rPr lang="en-US" sz="900" b="1" i="0" u="none" strike="noStrike" kern="1500" noProof="0">
                          <a:solidFill>
                            <a:schemeClr val="tx1"/>
                          </a:solidFill>
                          <a:latin typeface="Calibri"/>
                        </a:rPr>
                        <a:t>Value Statement: </a:t>
                      </a:r>
                      <a:r>
                        <a:rPr lang="en-US" sz="900" b="0" i="0" u="none" strike="noStrike" kern="1500" noProof="0">
                          <a:solidFill>
                            <a:schemeClr val="tx1"/>
                          </a:solidFill>
                          <a:latin typeface="Calibri"/>
                        </a:rPr>
                        <a:t>Creating a </a:t>
                      </a:r>
                      <a:r>
                        <a:rPr lang="en-US" sz="900" b="1" i="0" u="none" strike="noStrike" kern="1500" noProof="0">
                          <a:solidFill>
                            <a:schemeClr val="tx1"/>
                          </a:solidFill>
                          <a:latin typeface="Calibri"/>
                        </a:rPr>
                        <a:t>single Source of Truth (</a:t>
                      </a:r>
                      <a:r>
                        <a:rPr lang="en-US" sz="900" b="1" i="0" u="none" strike="noStrike" kern="1500" noProof="0" err="1">
                          <a:solidFill>
                            <a:schemeClr val="tx1"/>
                          </a:solidFill>
                          <a:latin typeface="Calibri"/>
                        </a:rPr>
                        <a:t>SoT</a:t>
                      </a:r>
                      <a:r>
                        <a:rPr lang="en-US" sz="900" b="1" i="0" u="none" strike="noStrike" kern="1500" noProof="0">
                          <a:solidFill>
                            <a:schemeClr val="tx1"/>
                          </a:solidFill>
                          <a:latin typeface="Calibri"/>
                        </a:rPr>
                        <a:t>) for all delegate partners</a:t>
                      </a:r>
                      <a:r>
                        <a:rPr lang="en-US" sz="900" b="0" i="0" u="none" strike="noStrike" kern="1500" noProof="0">
                          <a:solidFill>
                            <a:schemeClr val="tx1"/>
                          </a:solidFill>
                          <a:latin typeface="Calibri"/>
                        </a:rPr>
                        <a:t>—including providers and vendors by type, product, membership, services, status, service area, and effective/term dates—provides teams with a </a:t>
                      </a:r>
                      <a:r>
                        <a:rPr lang="en-US" sz="900" b="1" i="0" u="none" strike="noStrike" kern="1500" noProof="0">
                          <a:solidFill>
                            <a:schemeClr val="tx1"/>
                          </a:solidFill>
                          <a:latin typeface="Calibri"/>
                        </a:rPr>
                        <a:t>unified, accurate, and consistent dataset</a:t>
                      </a:r>
                      <a:r>
                        <a:rPr lang="en-US" sz="900" b="0" i="0" u="none" strike="noStrike" kern="1500" noProof="0">
                          <a:solidFill>
                            <a:schemeClr val="tx1"/>
                          </a:solidFill>
                          <a:latin typeface="Calibri"/>
                        </a:rPr>
                        <a:t>. This reduces errors and duplication, improves decision‑making, enhances collaboration, and accelerates timelines, ultimately improving productivity and strengthening competitive advantage.</a:t>
                      </a:r>
                      <a:endParaRPr lang="en-US" sz="900">
                        <a:latin typeface="Calibri"/>
                      </a:endParaRPr>
                    </a:p>
                    <a:p>
                      <a:pPr lvl="0" algn="l">
                        <a:lnSpc>
                          <a:spcPct val="100000"/>
                        </a:lnSpc>
                        <a:spcBef>
                          <a:spcPts val="0"/>
                        </a:spcBef>
                        <a:spcAft>
                          <a:spcPts val="0"/>
                        </a:spcAft>
                        <a:buNone/>
                      </a:pPr>
                      <a:endParaRPr lang="en-US" sz="900" b="0" i="0" u="none" strike="noStrike" kern="1500" noProof="0">
                        <a:solidFill>
                          <a:schemeClr val="tx1"/>
                        </a:solidFill>
                        <a:latin typeface="Calibri"/>
                      </a:endParaRPr>
                    </a:p>
                    <a:p>
                      <a:pPr lvl="0" algn="l">
                        <a:lnSpc>
                          <a:spcPct val="100000"/>
                        </a:lnSpc>
                        <a:spcBef>
                          <a:spcPts val="0"/>
                        </a:spcBef>
                        <a:spcAft>
                          <a:spcPts val="0"/>
                        </a:spcAft>
                        <a:buNone/>
                      </a:pPr>
                      <a:r>
                        <a:rPr lang="en-US" sz="900" b="1" i="0" u="none" strike="noStrike" kern="1500" noProof="0">
                          <a:solidFill>
                            <a:schemeClr val="tx1"/>
                          </a:solidFill>
                          <a:latin typeface="Calibri"/>
                        </a:rPr>
                        <a:t>Problem Statement</a:t>
                      </a:r>
                      <a:r>
                        <a:rPr lang="en-US" sz="900" b="0" i="0" u="none" strike="noStrike" kern="1500" noProof="0">
                          <a:solidFill>
                            <a:schemeClr val="tx1"/>
                          </a:solidFill>
                          <a:latin typeface="Calibri"/>
                        </a:rPr>
                        <a:t>: Delegation data is currently </a:t>
                      </a:r>
                      <a:r>
                        <a:rPr lang="en-US" sz="900" b="1" i="0" u="none" strike="noStrike" kern="1500" noProof="0">
                          <a:solidFill>
                            <a:schemeClr val="tx1"/>
                          </a:solidFill>
                          <a:latin typeface="Calibri"/>
                        </a:rPr>
                        <a:t>stored across multiple, non‑integrated systems</a:t>
                      </a:r>
                      <a:r>
                        <a:rPr lang="en-US" sz="900" b="0" i="0" u="none" strike="noStrike" kern="1500" noProof="0">
                          <a:solidFill>
                            <a:schemeClr val="tx1"/>
                          </a:solidFill>
                          <a:latin typeface="Calibri"/>
                        </a:rPr>
                        <a:t>, making it difficult to produce a complete and reliable list of delegate partners. This fragmentation creates </a:t>
                      </a:r>
                      <a:r>
                        <a:rPr lang="en-US" sz="900" b="1" i="0" u="none" strike="noStrike" kern="1500" noProof="0">
                          <a:solidFill>
                            <a:schemeClr val="tx1"/>
                          </a:solidFill>
                          <a:latin typeface="Calibri"/>
                        </a:rPr>
                        <a:t>data inconsistencies, compliance risks, miscommunication, and manual rework</a:t>
                      </a:r>
                      <a:r>
                        <a:rPr lang="en-US" sz="900" b="0" i="0" u="none" strike="noStrike" kern="1500" noProof="0">
                          <a:solidFill>
                            <a:schemeClr val="tx1"/>
                          </a:solidFill>
                          <a:latin typeface="Calibri"/>
                        </a:rPr>
                        <a:t>, slowing decision‑making and eroding trust in data quality.</a:t>
                      </a:r>
                      <a:r>
                        <a:rPr lang="en-US" sz="900" b="0" i="0" u="none" strike="noStrike" kern="1500" noProof="0">
                          <a:solidFill>
                            <a:schemeClr val="tx1"/>
                          </a:solidFill>
                          <a:highlight>
                            <a:srgbClr val="FFFF00"/>
                          </a:highlight>
                          <a:latin typeface="Calibri"/>
                        </a:rPr>
                        <a:t> These issues are already evident in the difficulty identifying </a:t>
                      </a:r>
                      <a:r>
                        <a:rPr lang="en-US" sz="900" b="1" i="0" u="none" strike="noStrike" kern="1500" noProof="0">
                          <a:solidFill>
                            <a:schemeClr val="tx1"/>
                          </a:solidFill>
                          <a:highlight>
                            <a:srgbClr val="FFFF00"/>
                          </a:highlight>
                          <a:latin typeface="Calibri"/>
                        </a:rPr>
                        <a:t>all UM delegates needed for CMS Final Rule updates</a:t>
                      </a:r>
                      <a:r>
                        <a:rPr lang="en-US" sz="900" b="0" i="0" u="none" strike="noStrike" kern="1500" noProof="0">
                          <a:solidFill>
                            <a:schemeClr val="tx1"/>
                          </a:solidFill>
                          <a:highlight>
                            <a:srgbClr val="FFFF00"/>
                          </a:highlight>
                          <a:latin typeface="Calibri"/>
                        </a:rPr>
                        <a:t>, including criteria, letter translation, and interoperability.</a:t>
                      </a:r>
                      <a:endParaRPr lang="en-US" sz="900" b="1" i="0" u="none" strike="noStrike" kern="1500" noProof="0">
                        <a:solidFill>
                          <a:schemeClr val="tx1"/>
                        </a:solidFill>
                        <a:highlight>
                          <a:srgbClr val="FFFF00"/>
                        </a:highlight>
                        <a:latin typeface="Calibri"/>
                      </a:endParaRPr>
                    </a:p>
                    <a:p>
                      <a:pPr lvl="0" algn="l">
                        <a:lnSpc>
                          <a:spcPct val="100000"/>
                        </a:lnSpc>
                        <a:spcBef>
                          <a:spcPts val="0"/>
                        </a:spcBef>
                        <a:spcAft>
                          <a:spcPts val="0"/>
                        </a:spcAft>
                        <a:buNone/>
                      </a:pPr>
                      <a:endParaRPr lang="en-US" sz="900" b="0" i="0" u="none" strike="noStrike" kern="1500" noProof="0">
                        <a:solidFill>
                          <a:schemeClr val="tx1"/>
                        </a:solidFill>
                        <a:latin typeface="Calibri"/>
                      </a:endParaRPr>
                    </a:p>
                    <a:p>
                      <a:pPr lvl="0" algn="l">
                        <a:lnSpc>
                          <a:spcPct val="100000"/>
                        </a:lnSpc>
                        <a:spcBef>
                          <a:spcPts val="0"/>
                        </a:spcBef>
                        <a:spcAft>
                          <a:spcPts val="0"/>
                        </a:spcAft>
                        <a:buNone/>
                      </a:pPr>
                      <a:r>
                        <a:rPr lang="en-US" sz="900" b="1" i="0" u="none" strike="noStrike" kern="1500" noProof="0">
                          <a:solidFill>
                            <a:schemeClr val="tx1"/>
                          </a:solidFill>
                          <a:latin typeface="Calibri"/>
                        </a:rPr>
                        <a:t>Solution: </a:t>
                      </a:r>
                      <a:r>
                        <a:rPr lang="en-US" sz="900" b="0" i="0" u="none" strike="noStrike" kern="1500" noProof="0">
                          <a:solidFill>
                            <a:schemeClr val="tx1"/>
                          </a:solidFill>
                          <a:latin typeface="Calibri"/>
                          <a:ea typeface="+mn-ea"/>
                          <a:cs typeface="+mn-cs"/>
                        </a:rPr>
                        <a:t>Im</a:t>
                      </a:r>
                      <a:r>
                        <a:rPr lang="en-US" sz="900" b="0" i="0" u="none" strike="noStrike" kern="1500" noProof="0">
                          <a:solidFill>
                            <a:schemeClr val="tx1"/>
                          </a:solidFill>
                          <a:latin typeface="Calibri"/>
                        </a:rPr>
                        <a:t>plement a </a:t>
                      </a:r>
                      <a:r>
                        <a:rPr lang="en-US" sz="900" b="1" i="0" u="none" strike="noStrike" kern="1500" noProof="0">
                          <a:solidFill>
                            <a:schemeClr val="tx1"/>
                          </a:solidFill>
                          <a:latin typeface="Calibri"/>
                        </a:rPr>
                        <a:t>centralized Delegation Source of Truth</a:t>
                      </a:r>
                      <a:r>
                        <a:rPr lang="en-US" sz="900" b="0" i="0" u="none" strike="noStrike" kern="1500" noProof="0">
                          <a:solidFill>
                            <a:schemeClr val="tx1"/>
                          </a:solidFill>
                          <a:latin typeface="Calibri"/>
                        </a:rPr>
                        <a:t>, consolidating all partner attributes into one governed, accessible, and integrated dataset. This solution will eliminate data silos, improve accuracy, streamline regulatory and operational work, and enable all teams to operate from a single, trusted view of delegation data.</a:t>
                      </a:r>
                      <a:endParaRPr lang="en-US" sz="900" b="0" i="0" u="none" strike="noStrike" noProof="0">
                        <a:latin typeface="Calibri"/>
                      </a:endParaRPr>
                    </a:p>
                    <a:p>
                      <a:pPr lvl="0" algn="l">
                        <a:lnSpc>
                          <a:spcPct val="100000"/>
                        </a:lnSpc>
                        <a:spcBef>
                          <a:spcPts val="0"/>
                        </a:spcBef>
                        <a:spcAft>
                          <a:spcPts val="0"/>
                        </a:spcAft>
                        <a:buNone/>
                      </a:pPr>
                      <a:endParaRPr lang="en-US" sz="1000" b="1" i="0" u="none" strike="noStrike" kern="1500" noProof="0">
                        <a:solidFill>
                          <a:schemeClr val="tx1"/>
                        </a:solidFill>
                        <a:latin typeface="Calibri"/>
                      </a:endParaRPr>
                    </a:p>
                  </a:txBody>
                  <a:tcPr marL="91392" marR="91392" marT="45696" marB="45696">
                    <a:solidFill>
                      <a:schemeClr val="accent4">
                        <a:lumMod val="20000"/>
                        <a:lumOff val="80000"/>
                      </a:schemeClr>
                    </a:solidFill>
                  </a:tcPr>
                </a:tc>
                <a:extLst>
                  <a:ext uri="{0D108BD9-81ED-4DB2-BD59-A6C34878D82A}">
                    <a16:rowId xmlns:a16="http://schemas.microsoft.com/office/drawing/2014/main" val="3849688034"/>
                  </a:ext>
                </a:extLst>
              </a:tr>
            </a:tbl>
          </a:graphicData>
        </a:graphic>
      </p:graphicFrame>
      <p:sp>
        <p:nvSpPr>
          <p:cNvPr id="5" name="Rectangle 4">
            <a:extLst>
              <a:ext uri="{FF2B5EF4-FFF2-40B4-BE49-F238E27FC236}">
                <a16:creationId xmlns:a16="http://schemas.microsoft.com/office/drawing/2014/main" id="{C010CB5E-692A-0A04-9817-75E6D6A96B91}"/>
              </a:ext>
            </a:extLst>
          </p:cNvPr>
          <p:cNvSpPr/>
          <p:nvPr/>
        </p:nvSpPr>
        <p:spPr bwMode="gray">
          <a:xfrm>
            <a:off x="10125734" y="98767"/>
            <a:ext cx="273265" cy="320923"/>
          </a:xfrm>
          <a:prstGeom prst="rect">
            <a:avLst/>
          </a:prstGeom>
          <a:solidFill>
            <a:srgbClr val="92D050"/>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fontAlgn="ctr"/>
            <a:r>
              <a:rPr lang="en-US" sz="600">
                <a:solidFill>
                  <a:srgbClr val="000000"/>
                </a:solidFill>
              </a:rPr>
              <a:t>  </a:t>
            </a:r>
          </a:p>
        </p:txBody>
      </p:sp>
      <p:sp>
        <p:nvSpPr>
          <p:cNvPr id="22" name="Rectangle 21">
            <a:extLst>
              <a:ext uri="{FF2B5EF4-FFF2-40B4-BE49-F238E27FC236}">
                <a16:creationId xmlns:a16="http://schemas.microsoft.com/office/drawing/2014/main" id="{0D37DAA6-BAC9-7039-8997-31BA0A7AE71C}"/>
              </a:ext>
            </a:extLst>
          </p:cNvPr>
          <p:cNvSpPr/>
          <p:nvPr/>
        </p:nvSpPr>
        <p:spPr bwMode="gray">
          <a:xfrm>
            <a:off x="10543017" y="900"/>
            <a:ext cx="1644223" cy="519230"/>
          </a:xfrm>
          <a:prstGeom prst="rect">
            <a:avLst/>
          </a:prstGeom>
          <a:solidFill>
            <a:srgbClr val="7D3F98"/>
          </a:solidFill>
          <a:ln>
            <a:noFill/>
            <a:miter lim="800000"/>
          </a:ln>
          <a:effectLst/>
        </p:spPr>
        <p:style>
          <a:lnRef idx="1">
            <a:schemeClr val="accent1"/>
          </a:lnRef>
          <a:fillRef idx="3">
            <a:schemeClr val="accent1"/>
          </a:fillRef>
          <a:effectRef idx="2">
            <a:schemeClr val="accent1"/>
          </a:effectRef>
          <a:fontRef idx="minor">
            <a:schemeClr val="lt1"/>
          </a:fontRef>
        </p:style>
        <p:txBody>
          <a:bodyPr lIns="91392" tIns="45696" rIns="91392" bIns="45696" rtlCol="0" anchor="ctr"/>
          <a:lstStyle/>
          <a:p>
            <a:pPr defTabSz="913830">
              <a:defRPr/>
            </a:pPr>
            <a:r>
              <a:rPr lang="en-US" sz="1400" b="1">
                <a:solidFill>
                  <a:prstClr val="white"/>
                </a:solidFill>
                <a:latin typeface="CVS Health Sans"/>
              </a:rPr>
              <a:t>Date: 1/23/26 </a:t>
            </a:r>
          </a:p>
        </p:txBody>
      </p:sp>
      <p:graphicFrame>
        <p:nvGraphicFramePr>
          <p:cNvPr id="6" name="Table 7">
            <a:extLst>
              <a:ext uri="{FF2B5EF4-FFF2-40B4-BE49-F238E27FC236}">
                <a16:creationId xmlns:a16="http://schemas.microsoft.com/office/drawing/2014/main" id="{3262762A-DBA6-8AAA-6995-4DED77EBAA03}"/>
              </a:ext>
            </a:extLst>
          </p:cNvPr>
          <p:cNvGraphicFramePr>
            <a:graphicFrameLocks noGrp="1"/>
          </p:cNvGraphicFramePr>
          <p:nvPr/>
        </p:nvGraphicFramePr>
        <p:xfrm>
          <a:off x="6598134" y="6375906"/>
          <a:ext cx="4473973" cy="301013"/>
        </p:xfrm>
        <a:graphic>
          <a:graphicData uri="http://schemas.openxmlformats.org/drawingml/2006/table">
            <a:tbl>
              <a:tblPr firstRow="1" bandRow="1"/>
              <a:tblGrid>
                <a:gridCol w="722173">
                  <a:extLst>
                    <a:ext uri="{9D8B030D-6E8A-4147-A177-3AD203B41FA5}">
                      <a16:colId xmlns:a16="http://schemas.microsoft.com/office/drawing/2014/main" val="20000"/>
                    </a:ext>
                  </a:extLst>
                </a:gridCol>
                <a:gridCol w="750360">
                  <a:extLst>
                    <a:ext uri="{9D8B030D-6E8A-4147-A177-3AD203B41FA5}">
                      <a16:colId xmlns:a16="http://schemas.microsoft.com/office/drawing/2014/main" val="2735468659"/>
                    </a:ext>
                  </a:extLst>
                </a:gridCol>
                <a:gridCol w="750360">
                  <a:extLst>
                    <a:ext uri="{9D8B030D-6E8A-4147-A177-3AD203B41FA5}">
                      <a16:colId xmlns:a16="http://schemas.microsoft.com/office/drawing/2014/main" val="20001"/>
                    </a:ext>
                  </a:extLst>
                </a:gridCol>
                <a:gridCol w="750360">
                  <a:extLst>
                    <a:ext uri="{9D8B030D-6E8A-4147-A177-3AD203B41FA5}">
                      <a16:colId xmlns:a16="http://schemas.microsoft.com/office/drawing/2014/main" val="20002"/>
                    </a:ext>
                  </a:extLst>
                </a:gridCol>
                <a:gridCol w="750360">
                  <a:extLst>
                    <a:ext uri="{9D8B030D-6E8A-4147-A177-3AD203B41FA5}">
                      <a16:colId xmlns:a16="http://schemas.microsoft.com/office/drawing/2014/main" val="20003"/>
                    </a:ext>
                  </a:extLst>
                </a:gridCol>
                <a:gridCol w="750360">
                  <a:extLst>
                    <a:ext uri="{9D8B030D-6E8A-4147-A177-3AD203B41FA5}">
                      <a16:colId xmlns:a16="http://schemas.microsoft.com/office/drawing/2014/main" val="20004"/>
                    </a:ext>
                  </a:extLst>
                </a:gridCol>
              </a:tblGrid>
              <a:tr h="301013">
                <a:tc>
                  <a:txBody>
                    <a:bodyPr/>
                    <a:lstStyle>
                      <a:lvl1pPr marL="0" algn="l" defTabSz="1446122" rtl="0" eaLnBrk="1" latinLnBrk="0" hangingPunct="1">
                        <a:defRPr sz="3100" kern="1200">
                          <a:solidFill>
                            <a:schemeClr val="tx1"/>
                          </a:solidFill>
                          <a:latin typeface="Open Sans Light"/>
                        </a:defRPr>
                      </a:lvl1pPr>
                      <a:lvl2pPr marL="723052" algn="l" defTabSz="1446122" rtl="0" eaLnBrk="1" latinLnBrk="0" hangingPunct="1">
                        <a:defRPr sz="3100" kern="1200">
                          <a:solidFill>
                            <a:schemeClr val="tx1"/>
                          </a:solidFill>
                          <a:latin typeface="Open Sans Light"/>
                        </a:defRPr>
                      </a:lvl2pPr>
                      <a:lvl3pPr marL="1446122" algn="l" defTabSz="1446122" rtl="0" eaLnBrk="1" latinLnBrk="0" hangingPunct="1">
                        <a:defRPr sz="3100" kern="1200">
                          <a:solidFill>
                            <a:schemeClr val="tx1"/>
                          </a:solidFill>
                          <a:latin typeface="Open Sans Light"/>
                        </a:defRPr>
                      </a:lvl3pPr>
                      <a:lvl4pPr marL="2169209" algn="l" defTabSz="1446122" rtl="0" eaLnBrk="1" latinLnBrk="0" hangingPunct="1">
                        <a:defRPr sz="3100" kern="1200">
                          <a:solidFill>
                            <a:schemeClr val="tx1"/>
                          </a:solidFill>
                          <a:latin typeface="Open Sans Light"/>
                        </a:defRPr>
                      </a:lvl4pPr>
                      <a:lvl5pPr marL="2892252" algn="l" defTabSz="1446122" rtl="0" eaLnBrk="1" latinLnBrk="0" hangingPunct="1">
                        <a:defRPr sz="3100" kern="1200">
                          <a:solidFill>
                            <a:schemeClr val="tx1"/>
                          </a:solidFill>
                          <a:latin typeface="Open Sans Light"/>
                        </a:defRPr>
                      </a:lvl5pPr>
                      <a:lvl6pPr marL="3615337" algn="l" defTabSz="1446122" rtl="0" eaLnBrk="1" latinLnBrk="0" hangingPunct="1">
                        <a:defRPr sz="3100" kern="1200">
                          <a:solidFill>
                            <a:schemeClr val="tx1"/>
                          </a:solidFill>
                          <a:latin typeface="Open Sans Light"/>
                        </a:defRPr>
                      </a:lvl6pPr>
                      <a:lvl7pPr marL="4338425" algn="l" defTabSz="1446122" rtl="0" eaLnBrk="1" latinLnBrk="0" hangingPunct="1">
                        <a:defRPr sz="3100" kern="1200">
                          <a:solidFill>
                            <a:schemeClr val="tx1"/>
                          </a:solidFill>
                          <a:latin typeface="Open Sans Light"/>
                        </a:defRPr>
                      </a:lvl7pPr>
                      <a:lvl8pPr marL="5061494" algn="l" defTabSz="1446122" rtl="0" eaLnBrk="1" latinLnBrk="0" hangingPunct="1">
                        <a:defRPr sz="3100" kern="1200">
                          <a:solidFill>
                            <a:schemeClr val="tx1"/>
                          </a:solidFill>
                          <a:latin typeface="Open Sans Light"/>
                        </a:defRPr>
                      </a:lvl8pPr>
                      <a:lvl9pPr marL="5784561" algn="l" defTabSz="1446122" rtl="0" eaLnBrk="1" latinLnBrk="0" hangingPunct="1">
                        <a:defRPr sz="3100" kern="1200">
                          <a:solidFill>
                            <a:schemeClr val="tx1"/>
                          </a:solidFill>
                          <a:latin typeface="Open Sans Light"/>
                        </a:defRPr>
                      </a:lvl9p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800" b="1">
                          <a:solidFill>
                            <a:schemeClr val="tx1"/>
                          </a:solidFill>
                          <a:latin typeface="+mn-lt"/>
                          <a:cs typeface="Arial" panose="020B0604020202020204" pitchFamily="34" charset="0"/>
                        </a:rPr>
                        <a:t>Status Key:</a:t>
                      </a:r>
                    </a:p>
                  </a:txBody>
                  <a:tcPr marL="60944" marR="60944" marT="17870" marB="1787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7800" marR="0" lvl="0" indent="-177800" algn="ctr" defTabSz="914400" rtl="0" eaLnBrk="1" fontAlgn="base" latinLnBrk="0" hangingPunct="1">
                        <a:lnSpc>
                          <a:spcPct val="100000"/>
                        </a:lnSpc>
                        <a:spcBef>
                          <a:spcPct val="35000"/>
                        </a:spcBef>
                        <a:spcAft>
                          <a:spcPct val="0"/>
                        </a:spcAft>
                        <a:buClrTx/>
                        <a:buSzTx/>
                        <a:buFont typeface="Wingdings" pitchFamily="2" charset="2"/>
                        <a:buNone/>
                        <a:tabLst/>
                      </a:pPr>
                      <a:r>
                        <a:rPr kumimoji="0" lang="en-US" sz="800" b="1" i="0" u="none" strike="noStrike" cap="none" normalizeH="0" baseline="0">
                          <a:ln>
                            <a:noFill/>
                          </a:ln>
                          <a:solidFill>
                            <a:schemeClr val="tx1"/>
                          </a:solidFill>
                          <a:effectLst/>
                          <a:latin typeface="+mn-lt"/>
                          <a:cs typeface="Arial" panose="020B0604020202020204" pitchFamily="34" charset="0"/>
                        </a:rPr>
                        <a:t>Not Started</a:t>
                      </a:r>
                    </a:p>
                  </a:txBody>
                  <a:tcPr marL="60944" marR="60944" marT="17870" marB="1787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lvl1pPr marL="0" algn="l" defTabSz="1446122" rtl="0" eaLnBrk="1" latinLnBrk="0" hangingPunct="1">
                        <a:defRPr sz="3100" kern="1200">
                          <a:solidFill>
                            <a:schemeClr val="tx1"/>
                          </a:solidFill>
                          <a:latin typeface="Open Sans Light"/>
                        </a:defRPr>
                      </a:lvl1pPr>
                      <a:lvl2pPr marL="723052" algn="l" defTabSz="1446122" rtl="0" eaLnBrk="1" latinLnBrk="0" hangingPunct="1">
                        <a:defRPr sz="3100" kern="1200">
                          <a:solidFill>
                            <a:schemeClr val="tx1"/>
                          </a:solidFill>
                          <a:latin typeface="Open Sans Light"/>
                        </a:defRPr>
                      </a:lvl2pPr>
                      <a:lvl3pPr marL="1446122" algn="l" defTabSz="1446122" rtl="0" eaLnBrk="1" latinLnBrk="0" hangingPunct="1">
                        <a:defRPr sz="3100" kern="1200">
                          <a:solidFill>
                            <a:schemeClr val="tx1"/>
                          </a:solidFill>
                          <a:latin typeface="Open Sans Light"/>
                        </a:defRPr>
                      </a:lvl3pPr>
                      <a:lvl4pPr marL="2169209" algn="l" defTabSz="1446122" rtl="0" eaLnBrk="1" latinLnBrk="0" hangingPunct="1">
                        <a:defRPr sz="3100" kern="1200">
                          <a:solidFill>
                            <a:schemeClr val="tx1"/>
                          </a:solidFill>
                          <a:latin typeface="Open Sans Light"/>
                        </a:defRPr>
                      </a:lvl4pPr>
                      <a:lvl5pPr marL="2892252" algn="l" defTabSz="1446122" rtl="0" eaLnBrk="1" latinLnBrk="0" hangingPunct="1">
                        <a:defRPr sz="3100" kern="1200">
                          <a:solidFill>
                            <a:schemeClr val="tx1"/>
                          </a:solidFill>
                          <a:latin typeface="Open Sans Light"/>
                        </a:defRPr>
                      </a:lvl5pPr>
                      <a:lvl6pPr marL="3615337" algn="l" defTabSz="1446122" rtl="0" eaLnBrk="1" latinLnBrk="0" hangingPunct="1">
                        <a:defRPr sz="3100" kern="1200">
                          <a:solidFill>
                            <a:schemeClr val="tx1"/>
                          </a:solidFill>
                          <a:latin typeface="Open Sans Light"/>
                        </a:defRPr>
                      </a:lvl6pPr>
                      <a:lvl7pPr marL="4338425" algn="l" defTabSz="1446122" rtl="0" eaLnBrk="1" latinLnBrk="0" hangingPunct="1">
                        <a:defRPr sz="3100" kern="1200">
                          <a:solidFill>
                            <a:schemeClr val="tx1"/>
                          </a:solidFill>
                          <a:latin typeface="Open Sans Light"/>
                        </a:defRPr>
                      </a:lvl7pPr>
                      <a:lvl8pPr marL="5061494" algn="l" defTabSz="1446122" rtl="0" eaLnBrk="1" latinLnBrk="0" hangingPunct="1">
                        <a:defRPr sz="3100" kern="1200">
                          <a:solidFill>
                            <a:schemeClr val="tx1"/>
                          </a:solidFill>
                          <a:latin typeface="Open Sans Light"/>
                        </a:defRPr>
                      </a:lvl8pPr>
                      <a:lvl9pPr marL="5784561" algn="l" defTabSz="1446122" rtl="0" eaLnBrk="1" latinLnBrk="0" hangingPunct="1">
                        <a:defRPr sz="3100" kern="1200">
                          <a:solidFill>
                            <a:schemeClr val="tx1"/>
                          </a:solidFill>
                          <a:latin typeface="Open Sans Light"/>
                        </a:defRPr>
                      </a:lvl9pPr>
                    </a:lstStyle>
                    <a:p>
                      <a:pPr marL="177800" marR="0" lvl="0" indent="-177800" algn="ctr" defTabSz="914400" rtl="0" eaLnBrk="1" fontAlgn="base" latinLnBrk="0" hangingPunct="1">
                        <a:lnSpc>
                          <a:spcPct val="100000"/>
                        </a:lnSpc>
                        <a:spcBef>
                          <a:spcPct val="35000"/>
                        </a:spcBef>
                        <a:spcAft>
                          <a:spcPct val="0"/>
                        </a:spcAft>
                        <a:buClrTx/>
                        <a:buSzTx/>
                        <a:buFont typeface="Wingdings" pitchFamily="2" charset="2"/>
                        <a:buNone/>
                        <a:tabLst/>
                      </a:pPr>
                      <a:r>
                        <a:rPr kumimoji="0" lang="en-US" sz="800" b="1" i="0" u="none" strike="noStrike" cap="none" normalizeH="0" baseline="0">
                          <a:ln>
                            <a:noFill/>
                          </a:ln>
                          <a:solidFill>
                            <a:schemeClr val="bg1"/>
                          </a:solidFill>
                          <a:effectLst/>
                          <a:latin typeface="+mn-lt"/>
                          <a:cs typeface="Arial" panose="020B0604020202020204" pitchFamily="34" charset="0"/>
                        </a:rPr>
                        <a:t>Completed</a:t>
                      </a:r>
                    </a:p>
                  </a:txBody>
                  <a:tcPr marL="60944" marR="60944" marT="17870" marB="17870" anchor="ctr" horzOverflow="overflow">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1446122" rtl="0" eaLnBrk="1" latinLnBrk="0" hangingPunct="1">
                        <a:defRPr sz="3100" kern="1200">
                          <a:solidFill>
                            <a:schemeClr val="tx1"/>
                          </a:solidFill>
                          <a:latin typeface="Open Sans Light"/>
                        </a:defRPr>
                      </a:lvl1pPr>
                      <a:lvl2pPr marL="723052" algn="l" defTabSz="1446122" rtl="0" eaLnBrk="1" latinLnBrk="0" hangingPunct="1">
                        <a:defRPr sz="3100" kern="1200">
                          <a:solidFill>
                            <a:schemeClr val="tx1"/>
                          </a:solidFill>
                          <a:latin typeface="Open Sans Light"/>
                        </a:defRPr>
                      </a:lvl2pPr>
                      <a:lvl3pPr marL="1446122" algn="l" defTabSz="1446122" rtl="0" eaLnBrk="1" latinLnBrk="0" hangingPunct="1">
                        <a:defRPr sz="3100" kern="1200">
                          <a:solidFill>
                            <a:schemeClr val="tx1"/>
                          </a:solidFill>
                          <a:latin typeface="Open Sans Light"/>
                        </a:defRPr>
                      </a:lvl3pPr>
                      <a:lvl4pPr marL="2169209" algn="l" defTabSz="1446122" rtl="0" eaLnBrk="1" latinLnBrk="0" hangingPunct="1">
                        <a:defRPr sz="3100" kern="1200">
                          <a:solidFill>
                            <a:schemeClr val="tx1"/>
                          </a:solidFill>
                          <a:latin typeface="Open Sans Light"/>
                        </a:defRPr>
                      </a:lvl4pPr>
                      <a:lvl5pPr marL="2892252" algn="l" defTabSz="1446122" rtl="0" eaLnBrk="1" latinLnBrk="0" hangingPunct="1">
                        <a:defRPr sz="3100" kern="1200">
                          <a:solidFill>
                            <a:schemeClr val="tx1"/>
                          </a:solidFill>
                          <a:latin typeface="Open Sans Light"/>
                        </a:defRPr>
                      </a:lvl5pPr>
                      <a:lvl6pPr marL="3615337" algn="l" defTabSz="1446122" rtl="0" eaLnBrk="1" latinLnBrk="0" hangingPunct="1">
                        <a:defRPr sz="3100" kern="1200">
                          <a:solidFill>
                            <a:schemeClr val="tx1"/>
                          </a:solidFill>
                          <a:latin typeface="Open Sans Light"/>
                        </a:defRPr>
                      </a:lvl6pPr>
                      <a:lvl7pPr marL="4338425" algn="l" defTabSz="1446122" rtl="0" eaLnBrk="1" latinLnBrk="0" hangingPunct="1">
                        <a:defRPr sz="3100" kern="1200">
                          <a:solidFill>
                            <a:schemeClr val="tx1"/>
                          </a:solidFill>
                          <a:latin typeface="Open Sans Light"/>
                        </a:defRPr>
                      </a:lvl7pPr>
                      <a:lvl8pPr marL="5061494" algn="l" defTabSz="1446122" rtl="0" eaLnBrk="1" latinLnBrk="0" hangingPunct="1">
                        <a:defRPr sz="3100" kern="1200">
                          <a:solidFill>
                            <a:schemeClr val="tx1"/>
                          </a:solidFill>
                          <a:latin typeface="Open Sans Light"/>
                        </a:defRPr>
                      </a:lvl8pPr>
                      <a:lvl9pPr marL="5784561" algn="l" defTabSz="1446122" rtl="0" eaLnBrk="1" latinLnBrk="0" hangingPunct="1">
                        <a:defRPr sz="3100" kern="1200">
                          <a:solidFill>
                            <a:schemeClr val="tx1"/>
                          </a:solidFill>
                          <a:latin typeface="Open Sans Light"/>
                        </a:defRPr>
                      </a:lvl9pPr>
                    </a:lstStyle>
                    <a:p>
                      <a:pPr marL="177800" marR="0" lvl="0" indent="-177800" algn="ctr" defTabSz="914400" rtl="0" eaLnBrk="1" fontAlgn="base" latinLnBrk="0" hangingPunct="1">
                        <a:lnSpc>
                          <a:spcPct val="100000"/>
                        </a:lnSpc>
                        <a:spcBef>
                          <a:spcPct val="35000"/>
                        </a:spcBef>
                        <a:spcAft>
                          <a:spcPct val="0"/>
                        </a:spcAft>
                        <a:buClrTx/>
                        <a:buSzTx/>
                        <a:buFont typeface="Wingdings" pitchFamily="2" charset="2"/>
                        <a:buNone/>
                        <a:tabLst/>
                      </a:pPr>
                      <a:r>
                        <a:rPr kumimoji="0" lang="en-US" sz="800" b="1" i="0" u="none" strike="noStrike" cap="none" normalizeH="0" baseline="0">
                          <a:ln>
                            <a:noFill/>
                          </a:ln>
                          <a:solidFill>
                            <a:schemeClr val="bg1"/>
                          </a:solidFill>
                          <a:effectLst/>
                          <a:latin typeface="+mn-lt"/>
                          <a:cs typeface="Arial" panose="020B0604020202020204" pitchFamily="34" charset="0"/>
                        </a:rPr>
                        <a:t>On Track</a:t>
                      </a:r>
                    </a:p>
                  </a:txBody>
                  <a:tcPr marL="60944" marR="60944" marT="17870" marB="17870" anchor="ctr" horzOverflow="overflow">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lvl1pPr marL="0" algn="l" defTabSz="1446122" rtl="0" eaLnBrk="1" latinLnBrk="0" hangingPunct="1">
                        <a:defRPr sz="3100" kern="1200">
                          <a:solidFill>
                            <a:schemeClr val="tx1"/>
                          </a:solidFill>
                          <a:latin typeface="Open Sans Light"/>
                        </a:defRPr>
                      </a:lvl1pPr>
                      <a:lvl2pPr marL="723052" algn="l" defTabSz="1446122" rtl="0" eaLnBrk="1" latinLnBrk="0" hangingPunct="1">
                        <a:defRPr sz="3100" kern="1200">
                          <a:solidFill>
                            <a:schemeClr val="tx1"/>
                          </a:solidFill>
                          <a:latin typeface="Open Sans Light"/>
                        </a:defRPr>
                      </a:lvl2pPr>
                      <a:lvl3pPr marL="1446122" algn="l" defTabSz="1446122" rtl="0" eaLnBrk="1" latinLnBrk="0" hangingPunct="1">
                        <a:defRPr sz="3100" kern="1200">
                          <a:solidFill>
                            <a:schemeClr val="tx1"/>
                          </a:solidFill>
                          <a:latin typeface="Open Sans Light"/>
                        </a:defRPr>
                      </a:lvl3pPr>
                      <a:lvl4pPr marL="2169209" algn="l" defTabSz="1446122" rtl="0" eaLnBrk="1" latinLnBrk="0" hangingPunct="1">
                        <a:defRPr sz="3100" kern="1200">
                          <a:solidFill>
                            <a:schemeClr val="tx1"/>
                          </a:solidFill>
                          <a:latin typeface="Open Sans Light"/>
                        </a:defRPr>
                      </a:lvl4pPr>
                      <a:lvl5pPr marL="2892252" algn="l" defTabSz="1446122" rtl="0" eaLnBrk="1" latinLnBrk="0" hangingPunct="1">
                        <a:defRPr sz="3100" kern="1200">
                          <a:solidFill>
                            <a:schemeClr val="tx1"/>
                          </a:solidFill>
                          <a:latin typeface="Open Sans Light"/>
                        </a:defRPr>
                      </a:lvl5pPr>
                      <a:lvl6pPr marL="3615337" algn="l" defTabSz="1446122" rtl="0" eaLnBrk="1" latinLnBrk="0" hangingPunct="1">
                        <a:defRPr sz="3100" kern="1200">
                          <a:solidFill>
                            <a:schemeClr val="tx1"/>
                          </a:solidFill>
                          <a:latin typeface="Open Sans Light"/>
                        </a:defRPr>
                      </a:lvl6pPr>
                      <a:lvl7pPr marL="4338425" algn="l" defTabSz="1446122" rtl="0" eaLnBrk="1" latinLnBrk="0" hangingPunct="1">
                        <a:defRPr sz="3100" kern="1200">
                          <a:solidFill>
                            <a:schemeClr val="tx1"/>
                          </a:solidFill>
                          <a:latin typeface="Open Sans Light"/>
                        </a:defRPr>
                      </a:lvl7pPr>
                      <a:lvl8pPr marL="5061494" algn="l" defTabSz="1446122" rtl="0" eaLnBrk="1" latinLnBrk="0" hangingPunct="1">
                        <a:defRPr sz="3100" kern="1200">
                          <a:solidFill>
                            <a:schemeClr val="tx1"/>
                          </a:solidFill>
                          <a:latin typeface="Open Sans Light"/>
                        </a:defRPr>
                      </a:lvl8pPr>
                      <a:lvl9pPr marL="5784561" algn="l" defTabSz="1446122" rtl="0" eaLnBrk="1" latinLnBrk="0" hangingPunct="1">
                        <a:defRPr sz="3100" kern="1200">
                          <a:solidFill>
                            <a:schemeClr val="tx1"/>
                          </a:solidFill>
                          <a:latin typeface="Open Sans Light"/>
                        </a:defRPr>
                      </a:lvl9pPr>
                    </a:lstStyle>
                    <a:p>
                      <a:pPr marL="177800" marR="0" lvl="0" indent="-177800" algn="ctr" defTabSz="914400" rtl="0" eaLnBrk="1" fontAlgn="base" latinLnBrk="0" hangingPunct="1">
                        <a:lnSpc>
                          <a:spcPct val="100000"/>
                        </a:lnSpc>
                        <a:spcBef>
                          <a:spcPct val="35000"/>
                        </a:spcBef>
                        <a:spcAft>
                          <a:spcPct val="0"/>
                        </a:spcAft>
                        <a:buClrTx/>
                        <a:buSzTx/>
                        <a:buFont typeface="Wingdings" pitchFamily="2" charset="2"/>
                        <a:buNone/>
                        <a:tabLst/>
                      </a:pPr>
                      <a:r>
                        <a:rPr kumimoji="0" lang="en-US" sz="800" b="1" i="0" u="none" strike="noStrike" cap="none" normalizeH="0" baseline="0">
                          <a:ln>
                            <a:noFill/>
                          </a:ln>
                          <a:solidFill>
                            <a:schemeClr val="tx1">
                              <a:lumMod val="50000"/>
                            </a:schemeClr>
                          </a:solidFill>
                          <a:effectLst/>
                          <a:latin typeface="+mn-lt"/>
                          <a:cs typeface="Arial" panose="020B0604020202020204" pitchFamily="34" charset="0"/>
                        </a:rPr>
                        <a:t>At Risk</a:t>
                      </a:r>
                    </a:p>
                  </a:txBody>
                  <a:tcPr marL="60944" marR="60944" marT="17870" marB="17870" anchor="ctr" horzOverflow="overflow">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1446122" rtl="0" eaLnBrk="1" latinLnBrk="0" hangingPunct="1">
                        <a:defRPr sz="3100" kern="1200">
                          <a:solidFill>
                            <a:schemeClr val="tx1"/>
                          </a:solidFill>
                          <a:latin typeface="Open Sans Light"/>
                        </a:defRPr>
                      </a:lvl1pPr>
                      <a:lvl2pPr marL="723052" algn="l" defTabSz="1446122" rtl="0" eaLnBrk="1" latinLnBrk="0" hangingPunct="1">
                        <a:defRPr sz="3100" kern="1200">
                          <a:solidFill>
                            <a:schemeClr val="tx1"/>
                          </a:solidFill>
                          <a:latin typeface="Open Sans Light"/>
                        </a:defRPr>
                      </a:lvl2pPr>
                      <a:lvl3pPr marL="1446122" algn="l" defTabSz="1446122" rtl="0" eaLnBrk="1" latinLnBrk="0" hangingPunct="1">
                        <a:defRPr sz="3100" kern="1200">
                          <a:solidFill>
                            <a:schemeClr val="tx1"/>
                          </a:solidFill>
                          <a:latin typeface="Open Sans Light"/>
                        </a:defRPr>
                      </a:lvl3pPr>
                      <a:lvl4pPr marL="2169209" algn="l" defTabSz="1446122" rtl="0" eaLnBrk="1" latinLnBrk="0" hangingPunct="1">
                        <a:defRPr sz="3100" kern="1200">
                          <a:solidFill>
                            <a:schemeClr val="tx1"/>
                          </a:solidFill>
                          <a:latin typeface="Open Sans Light"/>
                        </a:defRPr>
                      </a:lvl4pPr>
                      <a:lvl5pPr marL="2892252" algn="l" defTabSz="1446122" rtl="0" eaLnBrk="1" latinLnBrk="0" hangingPunct="1">
                        <a:defRPr sz="3100" kern="1200">
                          <a:solidFill>
                            <a:schemeClr val="tx1"/>
                          </a:solidFill>
                          <a:latin typeface="Open Sans Light"/>
                        </a:defRPr>
                      </a:lvl5pPr>
                      <a:lvl6pPr marL="3615337" algn="l" defTabSz="1446122" rtl="0" eaLnBrk="1" latinLnBrk="0" hangingPunct="1">
                        <a:defRPr sz="3100" kern="1200">
                          <a:solidFill>
                            <a:schemeClr val="tx1"/>
                          </a:solidFill>
                          <a:latin typeface="Open Sans Light"/>
                        </a:defRPr>
                      </a:lvl6pPr>
                      <a:lvl7pPr marL="4338425" algn="l" defTabSz="1446122" rtl="0" eaLnBrk="1" latinLnBrk="0" hangingPunct="1">
                        <a:defRPr sz="3100" kern="1200">
                          <a:solidFill>
                            <a:schemeClr val="tx1"/>
                          </a:solidFill>
                          <a:latin typeface="Open Sans Light"/>
                        </a:defRPr>
                      </a:lvl7pPr>
                      <a:lvl8pPr marL="5061494" algn="l" defTabSz="1446122" rtl="0" eaLnBrk="1" latinLnBrk="0" hangingPunct="1">
                        <a:defRPr sz="3100" kern="1200">
                          <a:solidFill>
                            <a:schemeClr val="tx1"/>
                          </a:solidFill>
                          <a:latin typeface="Open Sans Light"/>
                        </a:defRPr>
                      </a:lvl8pPr>
                      <a:lvl9pPr marL="5784561" algn="l" defTabSz="1446122" rtl="0" eaLnBrk="1" latinLnBrk="0" hangingPunct="1">
                        <a:defRPr sz="3100" kern="1200">
                          <a:solidFill>
                            <a:schemeClr val="tx1"/>
                          </a:solidFill>
                          <a:latin typeface="Open Sans Light"/>
                        </a:defRPr>
                      </a:lvl9pPr>
                    </a:lstStyle>
                    <a:p>
                      <a:pPr marL="0" marR="0" lvl="0" indent="0" algn="ctr" defTabSz="914400" rtl="0" eaLnBrk="1" fontAlgn="base" latinLnBrk="0" hangingPunct="1">
                        <a:lnSpc>
                          <a:spcPct val="100000"/>
                        </a:lnSpc>
                        <a:spcBef>
                          <a:spcPct val="35000"/>
                        </a:spcBef>
                        <a:spcAft>
                          <a:spcPct val="0"/>
                        </a:spcAft>
                        <a:buClrTx/>
                        <a:buSzTx/>
                        <a:buFont typeface="Wingdings" pitchFamily="2" charset="2"/>
                        <a:buNone/>
                        <a:tabLst/>
                      </a:pPr>
                      <a:r>
                        <a:rPr kumimoji="0" lang="en-US" sz="800" b="1" i="0" u="none" strike="noStrike" cap="none" normalizeH="0" baseline="0">
                          <a:ln>
                            <a:noFill/>
                          </a:ln>
                          <a:solidFill>
                            <a:schemeClr val="bg1"/>
                          </a:solidFill>
                          <a:effectLst/>
                          <a:latin typeface="+mn-lt"/>
                          <a:cs typeface="Arial" panose="020B0604020202020204" pitchFamily="34" charset="0"/>
                        </a:rPr>
                        <a:t>Off Track</a:t>
                      </a:r>
                    </a:p>
                  </a:txBody>
                  <a:tcPr marL="60944" marR="60944" marT="17870" marB="17870" anchor="ctr" horzOverflow="overflow">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10000"/>
                  </a:ext>
                </a:extLst>
              </a:tr>
            </a:tbl>
          </a:graphicData>
        </a:graphic>
      </p:graphicFrame>
      <p:graphicFrame>
        <p:nvGraphicFramePr>
          <p:cNvPr id="15" name="Table 4">
            <a:extLst>
              <a:ext uri="{FF2B5EF4-FFF2-40B4-BE49-F238E27FC236}">
                <a16:creationId xmlns:a16="http://schemas.microsoft.com/office/drawing/2014/main" id="{AF64AFB5-23C5-F7E1-3EDB-29871217761E}"/>
              </a:ext>
            </a:extLst>
          </p:cNvPr>
          <p:cNvGraphicFramePr>
            <a:graphicFrameLocks noGrp="1"/>
          </p:cNvGraphicFramePr>
          <p:nvPr/>
        </p:nvGraphicFramePr>
        <p:xfrm>
          <a:off x="18356" y="3103169"/>
          <a:ext cx="6079176" cy="3246306"/>
        </p:xfrm>
        <a:graphic>
          <a:graphicData uri="http://schemas.openxmlformats.org/drawingml/2006/table">
            <a:tbl>
              <a:tblPr firstRow="1" bandRow="1">
                <a:tableStyleId>{21E4AEA4-8DFA-4A89-87EB-49C32662AFE0}</a:tableStyleId>
              </a:tblPr>
              <a:tblGrid>
                <a:gridCol w="4675283">
                  <a:extLst>
                    <a:ext uri="{9D8B030D-6E8A-4147-A177-3AD203B41FA5}">
                      <a16:colId xmlns:a16="http://schemas.microsoft.com/office/drawing/2014/main" val="3741538596"/>
                    </a:ext>
                  </a:extLst>
                </a:gridCol>
                <a:gridCol w="1403893">
                  <a:extLst>
                    <a:ext uri="{9D8B030D-6E8A-4147-A177-3AD203B41FA5}">
                      <a16:colId xmlns:a16="http://schemas.microsoft.com/office/drawing/2014/main" val="3310333339"/>
                    </a:ext>
                  </a:extLst>
                </a:gridCol>
              </a:tblGrid>
              <a:tr h="319933">
                <a:tc gridSpan="2">
                  <a:txBody>
                    <a:bodyPr/>
                    <a:lstStyle/>
                    <a:p>
                      <a:pPr marL="0" marR="0" lvl="0" indent="0" algn="l" rtl="0" eaLnBrk="1" fontAlgn="auto" latinLnBrk="0" hangingPunct="1">
                        <a:lnSpc>
                          <a:spcPct val="100000"/>
                        </a:lnSpc>
                        <a:spcBef>
                          <a:spcPts val="0"/>
                        </a:spcBef>
                        <a:spcAft>
                          <a:spcPts val="0"/>
                        </a:spcAft>
                        <a:buClrTx/>
                        <a:buSzTx/>
                        <a:buFontTx/>
                        <a:buNone/>
                      </a:pPr>
                      <a:r>
                        <a:rPr lang="en-US" sz="1400" b="1" kern="1200">
                          <a:solidFill>
                            <a:schemeClr val="bg1"/>
                          </a:solidFill>
                        </a:rPr>
                        <a:t>Milestones</a:t>
                      </a:r>
                      <a:r>
                        <a:rPr lang="en-US" sz="1500" b="1" kern="1200">
                          <a:solidFill>
                            <a:schemeClr val="bg1"/>
                          </a:solidFill>
                        </a:rPr>
                        <a:t> </a:t>
                      </a:r>
                      <a:endParaRPr lang="en-US" sz="1500"/>
                    </a:p>
                  </a:txBody>
                  <a:tcPr marL="91392" marR="91392" marT="45696" marB="45696" anchor="ctr">
                    <a:solidFill>
                      <a:srgbClr val="0A4B8C"/>
                    </a:solidFill>
                  </a:tcPr>
                </a:tc>
                <a:tc hMerge="1">
                  <a:txBody>
                    <a:bodyPr/>
                    <a:lstStyle/>
                    <a:p>
                      <a:pPr marL="0" algn="ctr" defTabSz="457200" rtl="0" eaLnBrk="1" latinLnBrk="0" hangingPunct="1"/>
                      <a:endParaRPr lang="en-US" sz="1400" b="1" kern="1200">
                        <a:solidFill>
                          <a:schemeClr val="bg1"/>
                        </a:solidFill>
                        <a:latin typeface="+mn-lt"/>
                        <a:ea typeface="+mn-ea"/>
                        <a:cs typeface="+mn-cs"/>
                      </a:endParaRPr>
                    </a:p>
                  </a:txBody>
                  <a:tcPr anchor="ctr">
                    <a:lnB w="12700" cap="flat" cmpd="sng" algn="ctr">
                      <a:solidFill>
                        <a:schemeClr val="bg1">
                          <a:lumMod val="85000"/>
                        </a:schemeClr>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4149477535"/>
                  </a:ext>
                </a:extLst>
              </a:tr>
              <a:tr h="243753">
                <a:tc>
                  <a:txBody>
                    <a:bodyPr/>
                    <a:lstStyle/>
                    <a:p>
                      <a:pPr marL="0" marR="0" lvl="0" indent="0" algn="ctr" defTabSz="457200" rtl="0" eaLnBrk="1" fontAlgn="ctr" latinLnBrk="0" hangingPunct="1">
                        <a:lnSpc>
                          <a:spcPct val="100000"/>
                        </a:lnSpc>
                        <a:spcBef>
                          <a:spcPts val="0"/>
                        </a:spcBef>
                        <a:spcAft>
                          <a:spcPts val="0"/>
                        </a:spcAft>
                        <a:buClrTx/>
                        <a:buSzTx/>
                        <a:buFontTx/>
                        <a:buNone/>
                        <a:tabLst/>
                        <a:defRPr/>
                      </a:pPr>
                      <a:r>
                        <a:rPr lang="en-US" sz="1000" b="1" i="1">
                          <a:solidFill>
                            <a:schemeClr val="tx1"/>
                          </a:solidFill>
                          <a:latin typeface="Calibri"/>
                          <a:ea typeface="Calibri"/>
                          <a:cs typeface="Calibri"/>
                        </a:rPr>
                        <a:t>Key Milestones</a:t>
                      </a:r>
                    </a:p>
                  </a:txBody>
                  <a:tcPr marL="91392" marR="91392" marT="45696" marB="45696"/>
                </a:tc>
                <a:tc>
                  <a:txBody>
                    <a:bodyPr/>
                    <a:lstStyle/>
                    <a:p>
                      <a:pPr algn="ctr"/>
                      <a:r>
                        <a:rPr lang="en-US" sz="1000" b="1" i="1">
                          <a:solidFill>
                            <a:schemeClr val="tx1"/>
                          </a:solidFill>
                          <a:latin typeface="Calibri"/>
                          <a:ea typeface="Calibri"/>
                          <a:cs typeface="Calibri"/>
                        </a:rPr>
                        <a:t>End Date/Status</a:t>
                      </a:r>
                    </a:p>
                  </a:txBody>
                  <a:tcPr marL="91392" marR="91392" marT="45696" marB="45696">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374095654"/>
                  </a:ext>
                </a:extLst>
              </a:tr>
              <a:tr h="384591">
                <a:tc>
                  <a:txBody>
                    <a:bodyPr/>
                    <a:lstStyle/>
                    <a:p>
                      <a:pPr lvl="0" algn="l">
                        <a:lnSpc>
                          <a:spcPct val="100000"/>
                        </a:lnSpc>
                        <a:spcBef>
                          <a:spcPts val="0"/>
                        </a:spcBef>
                        <a:spcAft>
                          <a:spcPts val="0"/>
                        </a:spcAft>
                        <a:buNone/>
                      </a:pPr>
                      <a:r>
                        <a:rPr lang="en-US" sz="1100" b="1" i="0" u="none" strike="noStrike" kern="1500" noProof="0">
                          <a:solidFill>
                            <a:srgbClr val="000000"/>
                          </a:solidFill>
                          <a:effectLst/>
                          <a:latin typeface="Calibri"/>
                          <a:ea typeface="Calibri"/>
                          <a:cs typeface="Calibri"/>
                        </a:rPr>
                        <a:t>Discovery &amp; Alignment</a:t>
                      </a:r>
                    </a:p>
                    <a:p>
                      <a:pPr lvl="0" algn="l">
                        <a:lnSpc>
                          <a:spcPct val="100000"/>
                        </a:lnSpc>
                        <a:spcBef>
                          <a:spcPts val="0"/>
                        </a:spcBef>
                        <a:spcAft>
                          <a:spcPts val="0"/>
                        </a:spcAft>
                        <a:buNone/>
                      </a:pPr>
                      <a:r>
                        <a:rPr lang="en-US" sz="800" b="0" i="1" u="none" strike="noStrike" kern="1500" noProof="0">
                          <a:solidFill>
                            <a:srgbClr val="000000"/>
                          </a:solidFill>
                          <a:effectLst/>
                          <a:latin typeface="Calibri"/>
                          <a:ea typeface="Calibri"/>
                          <a:cs typeface="Calibri"/>
                        </a:rPr>
                        <a:t>(Identify business problem, success metrics, stakeholders, in/out of scope items, assumptions &amp; constraints)</a:t>
                      </a:r>
                      <a:endParaRPr lang="en-US" sz="800" i="1">
                        <a:latin typeface="Calibri"/>
                        <a:ea typeface="Calibri"/>
                        <a:cs typeface="Calibri"/>
                      </a:endParaRPr>
                    </a:p>
                  </a:txBody>
                  <a:tcPr marL="91416" marR="91416" marT="45708" marB="45708">
                    <a:lnR w="12700" cap="flat" cmpd="sng" algn="ctr">
                      <a:solidFill>
                        <a:schemeClr val="bg1"/>
                      </a:solidFill>
                      <a:prstDash val="solid"/>
                      <a:round/>
                      <a:headEnd type="none" w="med" len="med"/>
                      <a:tailEnd type="none" w="med" len="med"/>
                    </a:lnR>
                  </a:tcPr>
                </a:tc>
                <a:tc>
                  <a:txBody>
                    <a:bodyPr/>
                    <a:lstStyle/>
                    <a:p>
                      <a:pPr marL="0" marR="0" algn="ctr">
                        <a:spcBef>
                          <a:spcPts val="0"/>
                        </a:spcBef>
                        <a:spcAft>
                          <a:spcPts val="0"/>
                        </a:spcAft>
                      </a:pPr>
                      <a:r>
                        <a:rPr lang="en-US" sz="1100" b="1">
                          <a:solidFill>
                            <a:schemeClr val="bg1"/>
                          </a:solidFill>
                          <a:latin typeface="Calibri"/>
                          <a:ea typeface="Calibri"/>
                          <a:cs typeface="Calibri"/>
                        </a:rPr>
                        <a:t>2/6/2026</a:t>
                      </a:r>
                      <a:endParaRPr lang="en-US" sz="1100" b="1">
                        <a:solidFill>
                          <a:schemeClr val="bg1"/>
                        </a:solidFill>
                        <a:latin typeface="Calibri" panose="020F0502020204030204" pitchFamily="34" charset="0"/>
                        <a:ea typeface="Calibri" panose="020F0502020204030204" pitchFamily="34" charset="0"/>
                        <a:cs typeface="Calibri" panose="020F0502020204030204" pitchFamily="34" charset="0"/>
                      </a:endParaRPr>
                    </a:p>
                  </a:txBody>
                  <a:tcPr marL="91416" marR="91416" marT="45708" marB="4570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92D050"/>
                    </a:solidFill>
                  </a:tcPr>
                </a:tc>
                <a:extLst>
                  <a:ext uri="{0D108BD9-81ED-4DB2-BD59-A6C34878D82A}">
                    <a16:rowId xmlns:a16="http://schemas.microsoft.com/office/drawing/2014/main" val="39642851"/>
                  </a:ext>
                </a:extLst>
              </a:tr>
              <a:tr h="384591">
                <a:tc>
                  <a:txBody>
                    <a:bodyPr/>
                    <a:lstStyle/>
                    <a:p>
                      <a:pPr lvl="0" algn="l">
                        <a:lnSpc>
                          <a:spcPct val="100000"/>
                        </a:lnSpc>
                        <a:spcBef>
                          <a:spcPts val="0"/>
                        </a:spcBef>
                        <a:spcAft>
                          <a:spcPts val="0"/>
                        </a:spcAft>
                        <a:buNone/>
                      </a:pPr>
                      <a:r>
                        <a:rPr lang="en-US" sz="1100" b="1" i="0" u="none" strike="noStrike" noProof="0">
                          <a:solidFill>
                            <a:srgbClr val="000000"/>
                          </a:solidFill>
                          <a:latin typeface="Calibri"/>
                          <a:ea typeface="Calibri"/>
                          <a:cs typeface="Calibri"/>
                        </a:rPr>
                        <a:t>Requirements Definition</a:t>
                      </a:r>
                    </a:p>
                    <a:p>
                      <a:pPr lvl="0" algn="l">
                        <a:lnSpc>
                          <a:spcPct val="100000"/>
                        </a:lnSpc>
                        <a:spcBef>
                          <a:spcPts val="0"/>
                        </a:spcBef>
                        <a:spcAft>
                          <a:spcPts val="0"/>
                        </a:spcAft>
                        <a:buNone/>
                      </a:pPr>
                      <a:r>
                        <a:rPr lang="en-US" sz="800" b="0" i="1" u="none" strike="noStrike" noProof="0">
                          <a:solidFill>
                            <a:srgbClr val="000000"/>
                          </a:solidFill>
                          <a:latin typeface="Calibri"/>
                          <a:ea typeface="Calibri"/>
                          <a:cs typeface="Calibri"/>
                        </a:rPr>
                        <a:t>(Functional &amp; non-functional requirements, primary use cases, dependencies &amp; integrations)</a:t>
                      </a:r>
                      <a:endParaRPr lang="en-US" sz="800" b="0" i="1">
                        <a:latin typeface="Calibri"/>
                        <a:ea typeface="Calibri"/>
                        <a:cs typeface="Calibri"/>
                      </a:endParaRPr>
                    </a:p>
                  </a:txBody>
                  <a:tcPr marL="91416" marR="91416" marT="45708" marB="45708">
                    <a:lnR w="12700" cap="flat" cmpd="sng" algn="ctr">
                      <a:solidFill>
                        <a:schemeClr val="bg1"/>
                      </a:solidFill>
                      <a:prstDash val="solid"/>
                      <a:round/>
                      <a:headEnd type="none" w="med" len="med"/>
                      <a:tailEnd type="none" w="med" len="med"/>
                    </a:lnR>
                  </a:tcPr>
                </a:tc>
                <a:tc>
                  <a:txBody>
                    <a:bodyPr/>
                    <a:lstStyle/>
                    <a:p>
                      <a:pPr marL="0" marR="0" algn="ctr">
                        <a:spcBef>
                          <a:spcPts val="0"/>
                        </a:spcBef>
                        <a:spcAft>
                          <a:spcPts val="0"/>
                        </a:spcAft>
                      </a:pPr>
                      <a:r>
                        <a:rPr lang="en-US" sz="1100" b="1">
                          <a:solidFill>
                            <a:schemeClr val="bg1"/>
                          </a:solidFill>
                          <a:latin typeface="Calibri"/>
                          <a:ea typeface="Calibri"/>
                          <a:cs typeface="Calibri"/>
                        </a:rPr>
                        <a:t>2/27/2026</a:t>
                      </a:r>
                      <a:endParaRPr lang="en-US" sz="1100" b="1">
                        <a:solidFill>
                          <a:schemeClr val="bg1"/>
                        </a:solidFill>
                        <a:latin typeface="Calibri" panose="020F0502020204030204" pitchFamily="34" charset="0"/>
                        <a:ea typeface="Calibri" panose="020F0502020204030204" pitchFamily="34" charset="0"/>
                        <a:cs typeface="Calibri" panose="020F0502020204030204" pitchFamily="34" charset="0"/>
                      </a:endParaRPr>
                    </a:p>
                  </a:txBody>
                  <a:tcPr marL="91416" marR="91416" marT="45708" marB="4570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92D050"/>
                    </a:solidFill>
                  </a:tcPr>
                </a:tc>
                <a:extLst>
                  <a:ext uri="{0D108BD9-81ED-4DB2-BD59-A6C34878D82A}">
                    <a16:rowId xmlns:a16="http://schemas.microsoft.com/office/drawing/2014/main" val="4203778465"/>
                  </a:ext>
                </a:extLst>
              </a:tr>
              <a:tr h="384591">
                <a:tc>
                  <a:txBody>
                    <a:bodyPr/>
                    <a:lstStyle/>
                    <a:p>
                      <a:pPr lvl="0" algn="l">
                        <a:lnSpc>
                          <a:spcPct val="100000"/>
                        </a:lnSpc>
                        <a:spcBef>
                          <a:spcPts val="0"/>
                        </a:spcBef>
                        <a:spcAft>
                          <a:spcPts val="0"/>
                        </a:spcAft>
                        <a:buNone/>
                      </a:pPr>
                      <a:r>
                        <a:rPr lang="en-US" sz="1100" b="1" i="0" u="none" strike="noStrike" kern="1500" noProof="0">
                          <a:solidFill>
                            <a:srgbClr val="000000"/>
                          </a:solidFill>
                          <a:effectLst/>
                          <a:latin typeface="Calibri"/>
                          <a:ea typeface="Calibri"/>
                          <a:cs typeface="Calibri"/>
                        </a:rPr>
                        <a:t>Solution Architecture &amp; Design</a:t>
                      </a:r>
                    </a:p>
                    <a:p>
                      <a:pPr lvl="0" algn="l">
                        <a:lnSpc>
                          <a:spcPct val="100000"/>
                        </a:lnSpc>
                        <a:spcBef>
                          <a:spcPts val="0"/>
                        </a:spcBef>
                        <a:spcAft>
                          <a:spcPts val="0"/>
                        </a:spcAft>
                        <a:buNone/>
                      </a:pPr>
                      <a:r>
                        <a:rPr lang="en-US" sz="800" b="0" i="1" u="none" strike="noStrike" kern="1500" noProof="0">
                          <a:solidFill>
                            <a:srgbClr val="000000"/>
                          </a:solidFill>
                          <a:effectLst/>
                          <a:latin typeface="Calibri"/>
                          <a:ea typeface="Calibri"/>
                          <a:cs typeface="Calibri"/>
                        </a:rPr>
                        <a:t>(Current &amp; Future State Defined (business) Solution diagram (DDAT), Data flows &amp; integration mapping)</a:t>
                      </a:r>
                      <a:endParaRPr lang="en-US" sz="800" i="1">
                        <a:latin typeface="Calibri"/>
                        <a:ea typeface="Calibri"/>
                        <a:cs typeface="Calibri"/>
                      </a:endParaRPr>
                    </a:p>
                  </a:txBody>
                  <a:tcPr marL="91416" marR="91416" marT="45708" marB="45708">
                    <a:lnR w="12700" cap="flat" cmpd="sng" algn="ctr">
                      <a:solidFill>
                        <a:schemeClr val="bg1"/>
                      </a:solidFill>
                      <a:prstDash val="solid"/>
                      <a:round/>
                      <a:headEnd type="none" w="med" len="med"/>
                      <a:tailEnd type="none" w="med" len="med"/>
                    </a:lnR>
                  </a:tcPr>
                </a:tc>
                <a:tc>
                  <a:txBody>
                    <a:bodyPr/>
                    <a:lstStyle/>
                    <a:p>
                      <a:pPr marL="0" marR="0" algn="ctr">
                        <a:spcBef>
                          <a:spcPts val="0"/>
                        </a:spcBef>
                        <a:spcAft>
                          <a:spcPts val="0"/>
                        </a:spcAft>
                      </a:pPr>
                      <a:r>
                        <a:rPr lang="en-US" sz="1100" b="1">
                          <a:solidFill>
                            <a:schemeClr val="bg1"/>
                          </a:solidFill>
                          <a:latin typeface="Calibri"/>
                          <a:ea typeface="Calibri"/>
                          <a:cs typeface="Calibri"/>
                        </a:rPr>
                        <a:t>TBD</a:t>
                      </a:r>
                      <a:endParaRPr lang="en-US" sz="1100" b="1">
                        <a:solidFill>
                          <a:schemeClr val="bg1"/>
                        </a:solidFill>
                        <a:latin typeface="Calibri" panose="020F0502020204030204" pitchFamily="34" charset="0"/>
                        <a:ea typeface="Calibri" panose="020F0502020204030204" pitchFamily="34" charset="0"/>
                        <a:cs typeface="Calibri" panose="020F0502020204030204" pitchFamily="34" charset="0"/>
                      </a:endParaRPr>
                    </a:p>
                  </a:txBody>
                  <a:tcPr marL="91416" marR="91416" marT="45708" marB="4570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BFBFBF"/>
                    </a:solidFill>
                  </a:tcPr>
                </a:tc>
                <a:extLst>
                  <a:ext uri="{0D108BD9-81ED-4DB2-BD59-A6C34878D82A}">
                    <a16:rowId xmlns:a16="http://schemas.microsoft.com/office/drawing/2014/main" val="3558021958"/>
                  </a:ext>
                </a:extLst>
              </a:tr>
              <a:tr h="403821">
                <a:tc>
                  <a:txBody>
                    <a:bodyPr/>
                    <a:lstStyle/>
                    <a:p>
                      <a:pPr lvl="0" algn="l">
                        <a:lnSpc>
                          <a:spcPct val="100000"/>
                        </a:lnSpc>
                        <a:spcBef>
                          <a:spcPts val="0"/>
                        </a:spcBef>
                        <a:spcAft>
                          <a:spcPts val="0"/>
                        </a:spcAft>
                        <a:buNone/>
                      </a:pPr>
                      <a:r>
                        <a:rPr lang="en-US" sz="1100" b="1" i="0" u="none" strike="noStrike" kern="1500" noProof="0">
                          <a:solidFill>
                            <a:srgbClr val="000000"/>
                          </a:solidFill>
                          <a:effectLst/>
                          <a:latin typeface="Calibri"/>
                          <a:ea typeface="Calibri"/>
                          <a:cs typeface="Calibri"/>
                        </a:rPr>
                        <a:t>Feature Definition</a:t>
                      </a:r>
                    </a:p>
                    <a:p>
                      <a:pPr lvl="0" algn="l">
                        <a:lnSpc>
                          <a:spcPct val="100000"/>
                        </a:lnSpc>
                        <a:spcBef>
                          <a:spcPts val="0"/>
                        </a:spcBef>
                        <a:spcAft>
                          <a:spcPts val="0"/>
                        </a:spcAft>
                        <a:buNone/>
                      </a:pPr>
                      <a:r>
                        <a:rPr lang="en-US" sz="800" b="0" i="1" u="none" strike="noStrike" kern="1500" noProof="0">
                          <a:solidFill>
                            <a:srgbClr val="000000"/>
                          </a:solidFill>
                          <a:effectLst/>
                          <a:latin typeface="Calibri"/>
                          <a:ea typeface="Calibri"/>
                          <a:cs typeface="Calibri"/>
                        </a:rPr>
                        <a:t>(Finalize feature list, acceptance criteria, MVP defined, success metrics &amp; feature value statements)</a:t>
                      </a:r>
                      <a:endParaRPr lang="en-US" sz="800" i="1">
                        <a:latin typeface="Calibri"/>
                        <a:ea typeface="Calibri"/>
                        <a:cs typeface="Calibri"/>
                      </a:endParaRPr>
                    </a:p>
                  </a:txBody>
                  <a:tcPr marL="91416" marR="91416" marT="45708" marB="45708">
                    <a:lnR w="12700" cap="flat" cmpd="sng" algn="ctr">
                      <a:solidFill>
                        <a:schemeClr val="bg1"/>
                      </a:solidFill>
                      <a:prstDash val="solid"/>
                      <a:round/>
                      <a:headEnd type="none" w="med" len="med"/>
                      <a:tailEnd type="none" w="med" len="med"/>
                    </a:lnR>
                  </a:tcPr>
                </a:tc>
                <a:tc>
                  <a:txBody>
                    <a:bodyPr/>
                    <a:lstStyle/>
                    <a:p>
                      <a:pPr marL="0" marR="0" algn="ctr">
                        <a:spcBef>
                          <a:spcPts val="0"/>
                        </a:spcBef>
                        <a:spcAft>
                          <a:spcPts val="0"/>
                        </a:spcAft>
                      </a:pPr>
                      <a:endParaRPr lang="en-US" sz="1100" b="1" strike="noStrike">
                        <a:solidFill>
                          <a:schemeClr val="bg1"/>
                        </a:solidFill>
                        <a:latin typeface="Calibri" panose="020F0502020204030204" pitchFamily="34" charset="0"/>
                        <a:ea typeface="Calibri" panose="020F0502020204030204" pitchFamily="34" charset="0"/>
                        <a:cs typeface="Calibri" panose="020F0502020204030204" pitchFamily="34" charset="0"/>
                      </a:endParaRPr>
                    </a:p>
                  </a:txBody>
                  <a:tcPr marL="91416" marR="91416" marT="45708" marB="4570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BFBFBF"/>
                    </a:solidFill>
                  </a:tcPr>
                </a:tc>
                <a:extLst>
                  <a:ext uri="{0D108BD9-81ED-4DB2-BD59-A6C34878D82A}">
                    <a16:rowId xmlns:a16="http://schemas.microsoft.com/office/drawing/2014/main" val="305201781"/>
                  </a:ext>
                </a:extLst>
              </a:tr>
              <a:tr h="384591">
                <a:tc>
                  <a:txBody>
                    <a:bodyPr/>
                    <a:lstStyle/>
                    <a:p>
                      <a:pPr lvl="0" algn="l">
                        <a:lnSpc>
                          <a:spcPct val="100000"/>
                        </a:lnSpc>
                        <a:spcBef>
                          <a:spcPts val="0"/>
                        </a:spcBef>
                        <a:spcAft>
                          <a:spcPts val="0"/>
                        </a:spcAft>
                        <a:buNone/>
                      </a:pPr>
                      <a:r>
                        <a:rPr lang="en-US" sz="1100" b="1" i="0" u="none" strike="noStrike" kern="1500" noProof="0">
                          <a:solidFill>
                            <a:srgbClr val="000000"/>
                          </a:solidFill>
                          <a:effectLst/>
                          <a:latin typeface="Calibri"/>
                          <a:ea typeface="Calibri"/>
                          <a:cs typeface="Calibri"/>
                        </a:rPr>
                        <a:t>Team Onboarding &amp; Commitments</a:t>
                      </a:r>
                    </a:p>
                    <a:p>
                      <a:pPr lvl="0" algn="l">
                        <a:lnSpc>
                          <a:spcPct val="100000"/>
                        </a:lnSpc>
                        <a:spcBef>
                          <a:spcPts val="0"/>
                        </a:spcBef>
                        <a:spcAft>
                          <a:spcPts val="0"/>
                        </a:spcAft>
                        <a:buNone/>
                      </a:pPr>
                      <a:r>
                        <a:rPr lang="en-US" sz="800" b="0" i="0" u="none" strike="noStrike" kern="1500" noProof="0">
                          <a:solidFill>
                            <a:srgbClr val="000000"/>
                          </a:solidFill>
                          <a:effectLst/>
                          <a:latin typeface="Calibri"/>
                          <a:ea typeface="Calibri"/>
                          <a:cs typeface="Calibri"/>
                        </a:rPr>
                        <a:t>(DDAT teams Identified, stakeholder list created, estimates collected, capacity aligned)</a:t>
                      </a:r>
                      <a:endParaRPr lang="en-US" sz="800" b="0">
                        <a:latin typeface="Calibri"/>
                        <a:ea typeface="Calibri"/>
                        <a:cs typeface="Calibri"/>
                      </a:endParaRPr>
                    </a:p>
                  </a:txBody>
                  <a:tcPr marL="91416" marR="91416" marT="45708" marB="45708">
                    <a:lnR w="12700" cap="flat" cmpd="sng" algn="ctr">
                      <a:solidFill>
                        <a:schemeClr val="bg1"/>
                      </a:solidFill>
                      <a:prstDash val="solid"/>
                      <a:round/>
                      <a:headEnd type="none" w="med" len="med"/>
                      <a:tailEnd type="none" w="med" len="med"/>
                    </a:lnR>
                  </a:tcPr>
                </a:tc>
                <a:tc>
                  <a:txBody>
                    <a:bodyPr/>
                    <a:lstStyle/>
                    <a:p>
                      <a:pPr lvl="0" algn="ctr">
                        <a:lnSpc>
                          <a:spcPct val="100000"/>
                        </a:lnSpc>
                        <a:spcBef>
                          <a:spcPts val="0"/>
                        </a:spcBef>
                        <a:spcAft>
                          <a:spcPts val="0"/>
                        </a:spcAft>
                        <a:buNone/>
                      </a:pPr>
                      <a:endParaRPr lang="en-US" sz="1100" b="1" i="0" u="none" strike="noStrike" noProof="0">
                        <a:solidFill>
                          <a:schemeClr val="bg1"/>
                        </a:solidFill>
                        <a:latin typeface="Calibri" panose="020F0502020204030204" pitchFamily="34" charset="0"/>
                        <a:ea typeface="Calibri" panose="020F0502020204030204" pitchFamily="34" charset="0"/>
                        <a:cs typeface="Calibri" panose="020F0502020204030204" pitchFamily="34" charset="0"/>
                      </a:endParaRPr>
                    </a:p>
                  </a:txBody>
                  <a:tcPr marL="91416" marR="91416" marT="45708" marB="4570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BFBFBF"/>
                    </a:solidFill>
                  </a:tcPr>
                </a:tc>
                <a:extLst>
                  <a:ext uri="{0D108BD9-81ED-4DB2-BD59-A6C34878D82A}">
                    <a16:rowId xmlns:a16="http://schemas.microsoft.com/office/drawing/2014/main" val="1697859723"/>
                  </a:ext>
                </a:extLst>
              </a:tr>
              <a:tr h="403821">
                <a:tc>
                  <a:txBody>
                    <a:bodyPr/>
                    <a:lstStyle/>
                    <a:p>
                      <a:pPr lvl="0" algn="l">
                        <a:lnSpc>
                          <a:spcPct val="100000"/>
                        </a:lnSpc>
                        <a:spcBef>
                          <a:spcPts val="0"/>
                        </a:spcBef>
                        <a:spcAft>
                          <a:spcPts val="0"/>
                        </a:spcAft>
                        <a:buNone/>
                      </a:pPr>
                      <a:r>
                        <a:rPr lang="en-US" sz="1100" b="1" i="0" u="none" strike="noStrike" kern="1500" noProof="0">
                          <a:solidFill>
                            <a:srgbClr val="000000"/>
                          </a:solidFill>
                          <a:effectLst/>
                          <a:latin typeface="Calibri"/>
                          <a:ea typeface="Calibri"/>
                          <a:cs typeface="Calibri"/>
                        </a:rPr>
                        <a:t>Estimation &amp; Delivery Commitments</a:t>
                      </a:r>
                    </a:p>
                    <a:p>
                      <a:pPr lvl="0" algn="l">
                        <a:lnSpc>
                          <a:spcPct val="100000"/>
                        </a:lnSpc>
                        <a:spcBef>
                          <a:spcPts val="0"/>
                        </a:spcBef>
                        <a:spcAft>
                          <a:spcPts val="0"/>
                        </a:spcAft>
                        <a:buNone/>
                      </a:pPr>
                      <a:r>
                        <a:rPr lang="en-US" sz="800" b="0" i="1" u="none" strike="noStrike" kern="1500" noProof="0">
                          <a:solidFill>
                            <a:srgbClr val="000000"/>
                          </a:solidFill>
                          <a:effectLst/>
                          <a:latin typeface="Calibri"/>
                          <a:ea typeface="Calibri"/>
                          <a:cs typeface="Calibri"/>
                        </a:rPr>
                        <a:t>(Estimates collected, capacity validated, risks &amp; assumptions documented, delivery timeline received)</a:t>
                      </a:r>
                      <a:endParaRPr lang="en-US" sz="800" i="1">
                        <a:latin typeface="Calibri"/>
                        <a:ea typeface="Calibri"/>
                        <a:cs typeface="Calibri"/>
                      </a:endParaRPr>
                    </a:p>
                  </a:txBody>
                  <a:tcPr marL="91416" marR="91416" marT="45708" marB="45708">
                    <a:lnR w="12700" cap="flat" cmpd="sng" algn="ctr">
                      <a:solidFill>
                        <a:schemeClr val="bg1"/>
                      </a:solidFill>
                      <a:prstDash val="solid"/>
                      <a:round/>
                      <a:headEnd type="none" w="med" len="med"/>
                      <a:tailEnd type="none" w="med" len="med"/>
                    </a:lnR>
                  </a:tcPr>
                </a:tc>
                <a:tc>
                  <a:txBody>
                    <a:bodyPr/>
                    <a:lstStyle/>
                    <a:p>
                      <a:pPr lvl="0" algn="ctr">
                        <a:lnSpc>
                          <a:spcPct val="100000"/>
                        </a:lnSpc>
                        <a:spcBef>
                          <a:spcPts val="0"/>
                        </a:spcBef>
                        <a:spcAft>
                          <a:spcPts val="0"/>
                        </a:spcAft>
                        <a:buNone/>
                      </a:pPr>
                      <a:endParaRPr lang="en-US" sz="1100" b="0" i="0" u="none" strike="noStrike" noProof="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marL="91416" marR="91416" marT="45708" marB="4570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BFBFBF"/>
                    </a:solidFill>
                  </a:tcPr>
                </a:tc>
                <a:extLst>
                  <a:ext uri="{0D108BD9-81ED-4DB2-BD59-A6C34878D82A}">
                    <a16:rowId xmlns:a16="http://schemas.microsoft.com/office/drawing/2014/main" val="3037338467"/>
                  </a:ext>
                </a:extLst>
              </a:tr>
              <a:tr h="336516">
                <a:tc>
                  <a:txBody>
                    <a:bodyPr/>
                    <a:lstStyle/>
                    <a:p>
                      <a:pPr lvl="0" algn="l">
                        <a:lnSpc>
                          <a:spcPct val="100000"/>
                        </a:lnSpc>
                        <a:spcBef>
                          <a:spcPts val="0"/>
                        </a:spcBef>
                        <a:spcAft>
                          <a:spcPts val="0"/>
                        </a:spcAft>
                        <a:buNone/>
                      </a:pPr>
                      <a:r>
                        <a:rPr lang="en-US" sz="1100" b="1" i="0" u="none" strike="noStrike" kern="1500" noProof="0">
                          <a:solidFill>
                            <a:srgbClr val="000000"/>
                          </a:solidFill>
                          <a:effectLst/>
                          <a:latin typeface="Calibri"/>
                          <a:ea typeface="Calibri"/>
                          <a:cs typeface="Calibri"/>
                        </a:rPr>
                        <a:t>Readiness &amp; Go / No Go Approval</a:t>
                      </a:r>
                      <a:endParaRPr lang="en-US" sz="1100" b="1">
                        <a:latin typeface="Calibri"/>
                        <a:ea typeface="Calibri"/>
                        <a:cs typeface="Calibri"/>
                      </a:endParaRPr>
                    </a:p>
                  </a:txBody>
                  <a:tcPr marL="91416" marR="91416" marT="45708" marB="45708">
                    <a:lnR w="12700" cap="flat" cmpd="sng" algn="ctr">
                      <a:solidFill>
                        <a:schemeClr val="bg1"/>
                      </a:solidFill>
                      <a:prstDash val="solid"/>
                      <a:round/>
                      <a:headEnd type="none" w="med" len="med"/>
                      <a:tailEnd type="none" w="med" len="med"/>
                    </a:lnR>
                  </a:tcPr>
                </a:tc>
                <a:tc>
                  <a:txBody>
                    <a:bodyPr/>
                    <a:lstStyle/>
                    <a:p>
                      <a:pPr lvl="0" algn="ctr">
                        <a:lnSpc>
                          <a:spcPct val="100000"/>
                        </a:lnSpc>
                        <a:spcBef>
                          <a:spcPts val="0"/>
                        </a:spcBef>
                        <a:spcAft>
                          <a:spcPts val="0"/>
                        </a:spcAft>
                        <a:buNone/>
                      </a:pPr>
                      <a:endParaRPr lang="en-US" sz="1100" b="1" i="0" u="none" strike="noStrike" noProof="0">
                        <a:solidFill>
                          <a:srgbClr val="FFFFFF"/>
                        </a:solidFill>
                        <a:latin typeface="Calibri" panose="020F0502020204030204" pitchFamily="34" charset="0"/>
                        <a:ea typeface="Calibri" panose="020F0502020204030204" pitchFamily="34" charset="0"/>
                        <a:cs typeface="Calibri" panose="020F0502020204030204" pitchFamily="34" charset="0"/>
                      </a:endParaRPr>
                    </a:p>
                  </a:txBody>
                  <a:tcPr marL="91416" marR="91416" marT="45708" marB="4570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BFBFBF"/>
                    </a:solidFill>
                  </a:tcPr>
                </a:tc>
                <a:extLst>
                  <a:ext uri="{0D108BD9-81ED-4DB2-BD59-A6C34878D82A}">
                    <a16:rowId xmlns:a16="http://schemas.microsoft.com/office/drawing/2014/main" val="116489092"/>
                  </a:ext>
                </a:extLst>
              </a:tr>
            </a:tbl>
          </a:graphicData>
        </a:graphic>
      </p:graphicFrame>
    </p:spTree>
    <p:extLst>
      <p:ext uri="{BB962C8B-B14F-4D97-AF65-F5344CB8AC3E}">
        <p14:creationId xmlns:p14="http://schemas.microsoft.com/office/powerpoint/2010/main" val="2081557546"/>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6029A-9351-AE6E-1F57-65F446AD00E0}"/>
              </a:ext>
            </a:extLst>
          </p:cNvPr>
          <p:cNvSpPr>
            <a:spLocks noGrp="1"/>
          </p:cNvSpPr>
          <p:nvPr>
            <p:ph type="title"/>
          </p:nvPr>
        </p:nvSpPr>
        <p:spPr>
          <a:xfrm>
            <a:off x="557783" y="263636"/>
            <a:ext cx="9665208" cy="381428"/>
          </a:xfrm>
        </p:spPr>
        <p:txBody>
          <a:bodyPr/>
          <a:lstStyle/>
          <a:p>
            <a:r>
              <a:rPr lang="en-US"/>
              <a:t>Delegation 360 MVP</a:t>
            </a:r>
          </a:p>
        </p:txBody>
      </p:sp>
      <p:sp>
        <p:nvSpPr>
          <p:cNvPr id="4" name="Cylinder 3">
            <a:extLst>
              <a:ext uri="{FF2B5EF4-FFF2-40B4-BE49-F238E27FC236}">
                <a16:creationId xmlns:a16="http://schemas.microsoft.com/office/drawing/2014/main" id="{CC05407D-4DC9-498E-A64C-0F5F76A028D3}"/>
              </a:ext>
            </a:extLst>
          </p:cNvPr>
          <p:cNvSpPr/>
          <p:nvPr/>
        </p:nvSpPr>
        <p:spPr>
          <a:xfrm>
            <a:off x="8975466" y="1490488"/>
            <a:ext cx="1305982" cy="1877112"/>
          </a:xfrm>
          <a:prstGeom prst="can">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392" tIns="45696" rIns="91392" bIns="45696" numCol="1" spcCol="0" rtlCol="0" fromWordArt="0" anchor="ctr" anchorCtr="0" forceAA="0" compatLnSpc="1">
            <a:prstTxWarp prst="textNoShape">
              <a:avLst/>
            </a:prstTxWarp>
            <a:noAutofit/>
          </a:bodyPr>
          <a:lstStyle/>
          <a:p>
            <a:pPr algn="ctr"/>
            <a:r>
              <a:rPr lang="en-US" sz="1050" b="1">
                <a:latin typeface="Open Sans Bold"/>
                <a:cs typeface="Open Sans Bold"/>
              </a:rPr>
              <a:t>Annex</a:t>
            </a:r>
          </a:p>
        </p:txBody>
      </p:sp>
      <p:sp>
        <p:nvSpPr>
          <p:cNvPr id="5" name="Rectangle 4">
            <a:extLst>
              <a:ext uri="{FF2B5EF4-FFF2-40B4-BE49-F238E27FC236}">
                <a16:creationId xmlns:a16="http://schemas.microsoft.com/office/drawing/2014/main" id="{DE18CEB4-C3EA-EE94-B3D6-681B1EE2AB95}"/>
              </a:ext>
            </a:extLst>
          </p:cNvPr>
          <p:cNvSpPr/>
          <p:nvPr/>
        </p:nvSpPr>
        <p:spPr>
          <a:xfrm>
            <a:off x="1876728" y="3808362"/>
            <a:ext cx="1237336" cy="550702"/>
          </a:xfrm>
          <a:prstGeom prst="rect">
            <a:avLst/>
          </a:prstGeom>
          <a:solidFill>
            <a:srgbClr val="0033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latin typeface="Open Sans Bold"/>
                <a:cs typeface="Open Sans Bold"/>
              </a:rPr>
              <a:t>Delegation</a:t>
            </a:r>
          </a:p>
          <a:p>
            <a:pPr algn="ctr"/>
            <a:r>
              <a:rPr lang="en-US" sz="1200" b="1">
                <a:latin typeface="Open Sans Bold"/>
                <a:cs typeface="Open Sans Bold"/>
              </a:rPr>
              <a:t>Inquiry</a:t>
            </a:r>
          </a:p>
        </p:txBody>
      </p:sp>
      <p:sp>
        <p:nvSpPr>
          <p:cNvPr id="6" name="TextBox 5">
            <a:extLst>
              <a:ext uri="{FF2B5EF4-FFF2-40B4-BE49-F238E27FC236}">
                <a16:creationId xmlns:a16="http://schemas.microsoft.com/office/drawing/2014/main" id="{AF525573-D494-6885-FDD3-3F87C15E62FA}"/>
              </a:ext>
            </a:extLst>
          </p:cNvPr>
          <p:cNvSpPr txBox="1"/>
          <p:nvPr/>
        </p:nvSpPr>
        <p:spPr>
          <a:xfrm>
            <a:off x="10158928" y="3685735"/>
            <a:ext cx="782061" cy="338466"/>
          </a:xfrm>
          <a:prstGeom prst="rect">
            <a:avLst/>
          </a:prstGeom>
          <a:noFill/>
        </p:spPr>
        <p:txBody>
          <a:bodyPr wrap="square" lIns="0" tIns="0" rIns="0" bIns="0" rtlCol="0">
            <a:spAutoFit/>
          </a:bodyPr>
          <a:lstStyle/>
          <a:p>
            <a:r>
              <a:rPr lang="en-US" sz="1100">
                <a:solidFill>
                  <a:schemeClr val="tx2"/>
                </a:solidFill>
                <a:highlight>
                  <a:srgbClr val="FFFF00"/>
                </a:highlight>
              </a:rPr>
              <a:t>AWS</a:t>
            </a:r>
          </a:p>
          <a:p>
            <a:r>
              <a:rPr lang="en-US" sz="1100">
                <a:solidFill>
                  <a:schemeClr val="tx2"/>
                </a:solidFill>
                <a:highlight>
                  <a:srgbClr val="FFFF00"/>
                </a:highlight>
              </a:rPr>
              <a:t>PostgreSQL</a:t>
            </a:r>
          </a:p>
        </p:txBody>
      </p:sp>
      <p:cxnSp>
        <p:nvCxnSpPr>
          <p:cNvPr id="7" name="Connector: Elbow 6">
            <a:extLst>
              <a:ext uri="{FF2B5EF4-FFF2-40B4-BE49-F238E27FC236}">
                <a16:creationId xmlns:a16="http://schemas.microsoft.com/office/drawing/2014/main" id="{21D176AD-721F-7D36-7EC0-76A09C97297D}"/>
              </a:ext>
            </a:extLst>
          </p:cNvPr>
          <p:cNvCxnSpPr>
            <a:cxnSpLocks/>
            <a:stCxn id="5" idx="3"/>
            <a:endCxn id="29" idx="1"/>
          </p:cNvCxnSpPr>
          <p:nvPr/>
        </p:nvCxnSpPr>
        <p:spPr>
          <a:xfrm flipV="1">
            <a:off x="3114065" y="3218768"/>
            <a:ext cx="3453357" cy="864946"/>
          </a:xfrm>
          <a:prstGeom prst="bentConnector3">
            <a:avLst>
              <a:gd name="adj1" fmla="val 50000"/>
            </a:avLst>
          </a:prstGeom>
          <a:ln w="12700" cmpd="sng">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649E3A44-4B13-DE16-F77B-0E597EDE51E4}"/>
              </a:ext>
            </a:extLst>
          </p:cNvPr>
          <p:cNvSpPr txBox="1"/>
          <p:nvPr/>
        </p:nvSpPr>
        <p:spPr>
          <a:xfrm>
            <a:off x="3398683" y="4558797"/>
            <a:ext cx="684305" cy="169233"/>
          </a:xfrm>
          <a:prstGeom prst="rect">
            <a:avLst/>
          </a:prstGeom>
          <a:noFill/>
        </p:spPr>
        <p:txBody>
          <a:bodyPr wrap="square" lIns="0" tIns="0" rIns="0" bIns="0" rtlCol="0">
            <a:spAutoFit/>
          </a:bodyPr>
          <a:lstStyle/>
          <a:p>
            <a:r>
              <a:rPr lang="en-US" sz="1100">
                <a:solidFill>
                  <a:schemeClr val="tx2"/>
                </a:solidFill>
                <a:highlight>
                  <a:srgbClr val="FFFF00"/>
                </a:highlight>
              </a:rPr>
              <a:t>Web/Java</a:t>
            </a:r>
          </a:p>
        </p:txBody>
      </p:sp>
      <p:sp>
        <p:nvSpPr>
          <p:cNvPr id="10" name="Rectangle 9">
            <a:extLst>
              <a:ext uri="{FF2B5EF4-FFF2-40B4-BE49-F238E27FC236}">
                <a16:creationId xmlns:a16="http://schemas.microsoft.com/office/drawing/2014/main" id="{CE801C27-20E9-BFF9-DCA2-D11A3406BF6C}"/>
              </a:ext>
            </a:extLst>
          </p:cNvPr>
          <p:cNvSpPr/>
          <p:nvPr/>
        </p:nvSpPr>
        <p:spPr bwMode="gray">
          <a:xfrm>
            <a:off x="8806190" y="963199"/>
            <a:ext cx="1648987" cy="2722537"/>
          </a:xfrm>
          <a:prstGeom prst="rect">
            <a:avLst/>
          </a:prstGeom>
          <a:noFill/>
          <a:ln>
            <a:solidFill>
              <a:srgbClr val="FF0000"/>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799" b="1">
              <a:solidFill>
                <a:srgbClr val="FF0000"/>
              </a:solidFill>
            </a:endParaRPr>
          </a:p>
        </p:txBody>
      </p:sp>
      <p:sp>
        <p:nvSpPr>
          <p:cNvPr id="11" name="TextBox 10">
            <a:extLst>
              <a:ext uri="{FF2B5EF4-FFF2-40B4-BE49-F238E27FC236}">
                <a16:creationId xmlns:a16="http://schemas.microsoft.com/office/drawing/2014/main" id="{EF290C1A-8699-411D-509F-99978B9DF77D}"/>
              </a:ext>
            </a:extLst>
          </p:cNvPr>
          <p:cNvSpPr txBox="1"/>
          <p:nvPr/>
        </p:nvSpPr>
        <p:spPr>
          <a:xfrm>
            <a:off x="8966426" y="980481"/>
            <a:ext cx="1237004" cy="430775"/>
          </a:xfrm>
          <a:prstGeom prst="rect">
            <a:avLst/>
          </a:prstGeom>
          <a:noFill/>
        </p:spPr>
        <p:txBody>
          <a:bodyPr wrap="square" lIns="0" tIns="0" rIns="0" bIns="0" rtlCol="0">
            <a:spAutoFit/>
          </a:bodyPr>
          <a:lstStyle/>
          <a:p>
            <a:pPr algn="ctr"/>
            <a:r>
              <a:rPr lang="en-US" sz="1400">
                <a:solidFill>
                  <a:srgbClr val="FF0000"/>
                </a:solidFill>
              </a:rPr>
              <a:t>Cloud Provider</a:t>
            </a:r>
          </a:p>
          <a:p>
            <a:pPr algn="ctr"/>
            <a:r>
              <a:rPr lang="en-US" sz="1400">
                <a:solidFill>
                  <a:srgbClr val="FF0000"/>
                </a:solidFill>
              </a:rPr>
              <a:t>Database</a:t>
            </a:r>
          </a:p>
        </p:txBody>
      </p:sp>
      <p:sp>
        <p:nvSpPr>
          <p:cNvPr id="14" name="Cylinder 13">
            <a:extLst>
              <a:ext uri="{FF2B5EF4-FFF2-40B4-BE49-F238E27FC236}">
                <a16:creationId xmlns:a16="http://schemas.microsoft.com/office/drawing/2014/main" id="{8DB4ADC3-F113-4F25-5EA5-E1BB2872D817}"/>
              </a:ext>
            </a:extLst>
          </p:cNvPr>
          <p:cNvSpPr/>
          <p:nvPr/>
        </p:nvSpPr>
        <p:spPr>
          <a:xfrm>
            <a:off x="9120226" y="2657191"/>
            <a:ext cx="979491" cy="445359"/>
          </a:xfrm>
          <a:prstGeom prst="can">
            <a:avLst/>
          </a:prstGeom>
          <a:solidFill>
            <a:srgbClr val="FF33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392" tIns="45696" rIns="91392" bIns="45696" numCol="1" spcCol="0" rtlCol="0" fromWordArt="0" anchor="ctr" anchorCtr="0" forceAA="0" compatLnSpc="1">
            <a:prstTxWarp prst="textNoShape">
              <a:avLst/>
            </a:prstTxWarp>
            <a:noAutofit/>
          </a:bodyPr>
          <a:lstStyle/>
          <a:p>
            <a:pPr algn="ctr"/>
            <a:r>
              <a:rPr lang="en-US" sz="1050" b="1">
                <a:latin typeface="Open Sans Bold"/>
                <a:cs typeface="Open Sans Bold"/>
              </a:rPr>
              <a:t>Delegation</a:t>
            </a:r>
          </a:p>
        </p:txBody>
      </p:sp>
      <p:grpSp>
        <p:nvGrpSpPr>
          <p:cNvPr id="15" name="Group 78">
            <a:extLst>
              <a:ext uri="{FF2B5EF4-FFF2-40B4-BE49-F238E27FC236}">
                <a16:creationId xmlns:a16="http://schemas.microsoft.com/office/drawing/2014/main" id="{DAF4E9AE-F3ED-E857-550E-2F3DC350CAC7}"/>
              </a:ext>
            </a:extLst>
          </p:cNvPr>
          <p:cNvGrpSpPr>
            <a:grpSpLocks/>
          </p:cNvGrpSpPr>
          <p:nvPr/>
        </p:nvGrpSpPr>
        <p:grpSpPr bwMode="auto">
          <a:xfrm>
            <a:off x="260054" y="2922652"/>
            <a:ext cx="465021" cy="499933"/>
            <a:chOff x="5620" y="1056"/>
            <a:chExt cx="293" cy="315"/>
          </a:xfrm>
        </p:grpSpPr>
        <p:sp>
          <p:nvSpPr>
            <p:cNvPr id="16" name="Text Box 79">
              <a:extLst>
                <a:ext uri="{FF2B5EF4-FFF2-40B4-BE49-F238E27FC236}">
                  <a16:creationId xmlns:a16="http://schemas.microsoft.com/office/drawing/2014/main" id="{D83EBF78-3C08-D64E-2910-A3FC06E672C9}"/>
                </a:ext>
              </a:extLst>
            </p:cNvPr>
            <p:cNvSpPr txBox="1">
              <a:spLocks noChangeArrowheads="1"/>
            </p:cNvSpPr>
            <p:nvPr/>
          </p:nvSpPr>
          <p:spPr bwMode="auto">
            <a:xfrm>
              <a:off x="5620" y="1216"/>
              <a:ext cx="293" cy="15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eaLnBrk="0" hangingPunct="0"/>
              <a:r>
                <a:rPr lang="en-US" sz="1000"/>
                <a:t>Staff</a:t>
              </a:r>
              <a:endParaRPr lang="en-US" sz="900"/>
            </a:p>
          </p:txBody>
        </p:sp>
        <p:grpSp>
          <p:nvGrpSpPr>
            <p:cNvPr id="17" name="Group 80">
              <a:extLst>
                <a:ext uri="{FF2B5EF4-FFF2-40B4-BE49-F238E27FC236}">
                  <a16:creationId xmlns:a16="http://schemas.microsoft.com/office/drawing/2014/main" id="{6FEBB01A-5CC7-731E-5AE3-F102C2F30699}"/>
                </a:ext>
              </a:extLst>
            </p:cNvPr>
            <p:cNvGrpSpPr>
              <a:grpSpLocks/>
            </p:cNvGrpSpPr>
            <p:nvPr/>
          </p:nvGrpSpPr>
          <p:grpSpPr bwMode="auto">
            <a:xfrm>
              <a:off x="5711" y="1056"/>
              <a:ext cx="60" cy="182"/>
              <a:chOff x="5525" y="2007"/>
              <a:chExt cx="60" cy="182"/>
            </a:xfrm>
          </p:grpSpPr>
          <p:sp>
            <p:nvSpPr>
              <p:cNvPr id="18" name="Line 81">
                <a:extLst>
                  <a:ext uri="{FF2B5EF4-FFF2-40B4-BE49-F238E27FC236}">
                    <a16:creationId xmlns:a16="http://schemas.microsoft.com/office/drawing/2014/main" id="{19654659-8F73-1C2D-F336-D44D290092DD}"/>
                  </a:ext>
                </a:extLst>
              </p:cNvPr>
              <p:cNvSpPr>
                <a:spLocks noChangeShapeType="1"/>
              </p:cNvSpPr>
              <p:nvPr/>
            </p:nvSpPr>
            <p:spPr bwMode="auto">
              <a:xfrm>
                <a:off x="5555" y="2067"/>
                <a:ext cx="0" cy="72"/>
              </a:xfrm>
              <a:prstGeom prst="line">
                <a:avLst/>
              </a:prstGeom>
              <a:noFill/>
              <a:ln w="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1799"/>
              </a:p>
            </p:txBody>
          </p:sp>
          <p:sp>
            <p:nvSpPr>
              <p:cNvPr id="19" name="Oval 82">
                <a:extLst>
                  <a:ext uri="{FF2B5EF4-FFF2-40B4-BE49-F238E27FC236}">
                    <a16:creationId xmlns:a16="http://schemas.microsoft.com/office/drawing/2014/main" id="{A40E4E5B-FB7A-7AAF-6AC9-83E811D06B92}"/>
                  </a:ext>
                </a:extLst>
              </p:cNvPr>
              <p:cNvSpPr>
                <a:spLocks noChangeArrowheads="1"/>
              </p:cNvSpPr>
              <p:nvPr/>
            </p:nvSpPr>
            <p:spPr bwMode="auto">
              <a:xfrm>
                <a:off x="5525" y="2007"/>
                <a:ext cx="60" cy="57"/>
              </a:xfrm>
              <a:prstGeom prst="ellipse">
                <a:avLst/>
              </a:prstGeom>
              <a:solidFill>
                <a:srgbClr val="FFFFFF"/>
              </a:solidFill>
              <a:ln w="0" algn="ctr">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1799"/>
              </a:p>
            </p:txBody>
          </p:sp>
          <p:sp>
            <p:nvSpPr>
              <p:cNvPr id="20" name="Line 83">
                <a:extLst>
                  <a:ext uri="{FF2B5EF4-FFF2-40B4-BE49-F238E27FC236}">
                    <a16:creationId xmlns:a16="http://schemas.microsoft.com/office/drawing/2014/main" id="{D0638100-81B1-B44A-9FA7-C505C7F6A2E9}"/>
                  </a:ext>
                </a:extLst>
              </p:cNvPr>
              <p:cNvSpPr>
                <a:spLocks noChangeShapeType="1"/>
              </p:cNvSpPr>
              <p:nvPr/>
            </p:nvSpPr>
            <p:spPr bwMode="auto">
              <a:xfrm>
                <a:off x="5529" y="2100"/>
                <a:ext cx="50" cy="0"/>
              </a:xfrm>
              <a:prstGeom prst="line">
                <a:avLst/>
              </a:prstGeom>
              <a:noFill/>
              <a:ln w="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1799"/>
              </a:p>
            </p:txBody>
          </p:sp>
          <p:sp>
            <p:nvSpPr>
              <p:cNvPr id="21" name="Line 84">
                <a:extLst>
                  <a:ext uri="{FF2B5EF4-FFF2-40B4-BE49-F238E27FC236}">
                    <a16:creationId xmlns:a16="http://schemas.microsoft.com/office/drawing/2014/main" id="{9E5FD87C-03DC-A5DD-9ED8-488989671A80}"/>
                  </a:ext>
                </a:extLst>
              </p:cNvPr>
              <p:cNvSpPr>
                <a:spLocks noChangeShapeType="1"/>
              </p:cNvSpPr>
              <p:nvPr/>
            </p:nvSpPr>
            <p:spPr bwMode="auto">
              <a:xfrm flipV="1">
                <a:off x="5532" y="2142"/>
                <a:ext cx="24" cy="47"/>
              </a:xfrm>
              <a:prstGeom prst="line">
                <a:avLst/>
              </a:prstGeom>
              <a:noFill/>
              <a:ln w="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1799"/>
              </a:p>
            </p:txBody>
          </p:sp>
          <p:sp>
            <p:nvSpPr>
              <p:cNvPr id="22" name="Line 85">
                <a:extLst>
                  <a:ext uri="{FF2B5EF4-FFF2-40B4-BE49-F238E27FC236}">
                    <a16:creationId xmlns:a16="http://schemas.microsoft.com/office/drawing/2014/main" id="{102A80CF-1023-4B68-6D01-94A3EC13775E}"/>
                  </a:ext>
                </a:extLst>
              </p:cNvPr>
              <p:cNvSpPr>
                <a:spLocks noChangeShapeType="1"/>
              </p:cNvSpPr>
              <p:nvPr/>
            </p:nvSpPr>
            <p:spPr bwMode="auto">
              <a:xfrm flipH="1" flipV="1">
                <a:off x="5556" y="2142"/>
                <a:ext cx="24" cy="46"/>
              </a:xfrm>
              <a:prstGeom prst="line">
                <a:avLst/>
              </a:prstGeom>
              <a:noFill/>
              <a:ln w="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1799"/>
              </a:p>
            </p:txBody>
          </p:sp>
        </p:grpSp>
      </p:grpSp>
      <p:sp>
        <p:nvSpPr>
          <p:cNvPr id="27" name="TextBox 26">
            <a:extLst>
              <a:ext uri="{FF2B5EF4-FFF2-40B4-BE49-F238E27FC236}">
                <a16:creationId xmlns:a16="http://schemas.microsoft.com/office/drawing/2014/main" id="{B7CEB50F-12BF-AC55-46DA-423BFB3F1D92}"/>
              </a:ext>
            </a:extLst>
          </p:cNvPr>
          <p:cNvSpPr txBox="1"/>
          <p:nvPr/>
        </p:nvSpPr>
        <p:spPr>
          <a:xfrm>
            <a:off x="9361627" y="1551495"/>
            <a:ext cx="533661" cy="215388"/>
          </a:xfrm>
          <a:prstGeom prst="rect">
            <a:avLst/>
          </a:prstGeom>
          <a:noFill/>
        </p:spPr>
        <p:txBody>
          <a:bodyPr wrap="square" lIns="0" tIns="0" rIns="0" bIns="0" rtlCol="0">
            <a:spAutoFit/>
          </a:bodyPr>
          <a:lstStyle/>
          <a:p>
            <a:r>
              <a:rPr lang="en-US" sz="1400">
                <a:solidFill>
                  <a:srgbClr val="FF0000"/>
                </a:solidFill>
              </a:rPr>
              <a:t>Annex</a:t>
            </a:r>
          </a:p>
        </p:txBody>
      </p:sp>
      <p:sp>
        <p:nvSpPr>
          <p:cNvPr id="29" name="Rectangle: Rounded Corners 28">
            <a:extLst>
              <a:ext uri="{FF2B5EF4-FFF2-40B4-BE49-F238E27FC236}">
                <a16:creationId xmlns:a16="http://schemas.microsoft.com/office/drawing/2014/main" id="{8E10968E-5F1D-038C-34B9-40091E72718C}"/>
              </a:ext>
            </a:extLst>
          </p:cNvPr>
          <p:cNvSpPr/>
          <p:nvPr/>
        </p:nvSpPr>
        <p:spPr>
          <a:xfrm>
            <a:off x="6567422" y="3020676"/>
            <a:ext cx="783829" cy="396184"/>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03">
              <a:defRPr/>
            </a:pPr>
            <a:r>
              <a:rPr lang="en-US" sz="1200" b="1">
                <a:solidFill>
                  <a:prstClr val="white"/>
                </a:solidFill>
                <a:latin typeface="Open Sans Bold"/>
                <a:cs typeface="Open Sans Bold"/>
                <a:sym typeface="Arial"/>
              </a:rPr>
              <a:t>Inquiry</a:t>
            </a:r>
          </a:p>
          <a:p>
            <a:pPr algn="ctr" defTabSz="914103">
              <a:defRPr/>
            </a:pPr>
            <a:r>
              <a:rPr lang="en-US" sz="1200" b="1">
                <a:solidFill>
                  <a:prstClr val="white"/>
                </a:solidFill>
                <a:latin typeface="Open Sans Bold"/>
                <a:cs typeface="Open Sans Bold"/>
                <a:sym typeface="Arial"/>
              </a:rPr>
              <a:t>API</a:t>
            </a:r>
          </a:p>
        </p:txBody>
      </p:sp>
      <p:sp>
        <p:nvSpPr>
          <p:cNvPr id="30" name="TextBox 29">
            <a:extLst>
              <a:ext uri="{FF2B5EF4-FFF2-40B4-BE49-F238E27FC236}">
                <a16:creationId xmlns:a16="http://schemas.microsoft.com/office/drawing/2014/main" id="{CBD225E8-CD75-8DE5-2B46-7DC6C3DF28FE}"/>
              </a:ext>
            </a:extLst>
          </p:cNvPr>
          <p:cNvSpPr txBox="1"/>
          <p:nvPr/>
        </p:nvSpPr>
        <p:spPr>
          <a:xfrm>
            <a:off x="7209437" y="3370707"/>
            <a:ext cx="356160" cy="153281"/>
          </a:xfrm>
          <a:prstGeom prst="rect">
            <a:avLst/>
          </a:prstGeom>
          <a:noFill/>
        </p:spPr>
        <p:txBody>
          <a:bodyPr wrap="none" lIns="0" tIns="0" rIns="0" bIns="0" rtlCol="0">
            <a:noAutofit/>
          </a:bodyPr>
          <a:lstStyle/>
          <a:p>
            <a:pPr defTabSz="456484" fontAlgn="base"/>
            <a:r>
              <a:rPr lang="en-US" sz="1000">
                <a:solidFill>
                  <a:schemeClr val="tx2"/>
                </a:solidFill>
                <a:highlight>
                  <a:srgbClr val="FFFF00"/>
                </a:highlight>
                <a:cs typeface="Open Sans Light"/>
              </a:rPr>
              <a:t>APIc</a:t>
            </a:r>
          </a:p>
        </p:txBody>
      </p:sp>
      <p:sp>
        <p:nvSpPr>
          <p:cNvPr id="31" name="Rectangle: Rounded Corners 30">
            <a:extLst>
              <a:ext uri="{FF2B5EF4-FFF2-40B4-BE49-F238E27FC236}">
                <a16:creationId xmlns:a16="http://schemas.microsoft.com/office/drawing/2014/main" id="{A9774E1B-6A3D-E33B-5BF1-821B72D37D21}"/>
              </a:ext>
            </a:extLst>
          </p:cNvPr>
          <p:cNvSpPr/>
          <p:nvPr/>
        </p:nvSpPr>
        <p:spPr>
          <a:xfrm>
            <a:off x="7700879" y="3018830"/>
            <a:ext cx="748793" cy="396184"/>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03">
              <a:defRPr/>
            </a:pPr>
            <a:r>
              <a:rPr lang="en-US" sz="1200" b="1">
                <a:solidFill>
                  <a:prstClr val="white"/>
                </a:solidFill>
                <a:latin typeface="Open Sans Bold"/>
                <a:cs typeface="Open Sans Bold"/>
                <a:sym typeface="Arial"/>
              </a:rPr>
              <a:t>Data</a:t>
            </a:r>
          </a:p>
          <a:p>
            <a:pPr algn="ctr" defTabSz="914103">
              <a:defRPr/>
            </a:pPr>
            <a:r>
              <a:rPr lang="en-US" sz="1200" b="1">
                <a:solidFill>
                  <a:prstClr val="white"/>
                </a:solidFill>
                <a:latin typeface="Open Sans Bold"/>
                <a:cs typeface="Open Sans Bold"/>
                <a:sym typeface="Arial"/>
              </a:rPr>
              <a:t>Access</a:t>
            </a:r>
          </a:p>
        </p:txBody>
      </p:sp>
      <p:cxnSp>
        <p:nvCxnSpPr>
          <p:cNvPr id="32" name="Straight Arrow Connector 31">
            <a:extLst>
              <a:ext uri="{FF2B5EF4-FFF2-40B4-BE49-F238E27FC236}">
                <a16:creationId xmlns:a16="http://schemas.microsoft.com/office/drawing/2014/main" id="{B3F735F6-FA1C-F421-D322-42D5FFFB4DBB}"/>
              </a:ext>
            </a:extLst>
          </p:cNvPr>
          <p:cNvCxnSpPr>
            <a:cxnSpLocks/>
            <a:stCxn id="29" idx="3"/>
            <a:endCxn id="31" idx="1"/>
          </p:cNvCxnSpPr>
          <p:nvPr/>
        </p:nvCxnSpPr>
        <p:spPr>
          <a:xfrm flipV="1">
            <a:off x="7351251" y="3216922"/>
            <a:ext cx="349628" cy="1846"/>
          </a:xfrm>
          <a:prstGeom prst="straightConnector1">
            <a:avLst/>
          </a:prstGeom>
          <a:ln w="12700" cmpd="sng">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35718F5E-D190-04B9-C8AB-A121114048E2}"/>
              </a:ext>
            </a:extLst>
          </p:cNvPr>
          <p:cNvSpPr txBox="1"/>
          <p:nvPr/>
        </p:nvSpPr>
        <p:spPr>
          <a:xfrm>
            <a:off x="8237484" y="3387258"/>
            <a:ext cx="324859" cy="153282"/>
          </a:xfrm>
          <a:prstGeom prst="rect">
            <a:avLst/>
          </a:prstGeom>
          <a:noFill/>
        </p:spPr>
        <p:txBody>
          <a:bodyPr wrap="none" lIns="0" tIns="0" rIns="0" bIns="0" rtlCol="0">
            <a:noAutofit/>
          </a:bodyPr>
          <a:lstStyle/>
          <a:p>
            <a:pPr defTabSz="456484" fontAlgn="base"/>
            <a:r>
              <a:rPr lang="en-US" sz="1000">
                <a:solidFill>
                  <a:schemeClr val="tx2"/>
                </a:solidFill>
                <a:highlight>
                  <a:srgbClr val="FFFF00"/>
                </a:highlight>
                <a:cs typeface="Open Sans Light"/>
              </a:rPr>
              <a:t>Java</a:t>
            </a:r>
          </a:p>
        </p:txBody>
      </p:sp>
      <p:sp>
        <p:nvSpPr>
          <p:cNvPr id="34" name="Cross 33">
            <a:extLst>
              <a:ext uri="{FF2B5EF4-FFF2-40B4-BE49-F238E27FC236}">
                <a16:creationId xmlns:a16="http://schemas.microsoft.com/office/drawing/2014/main" id="{2C155C82-DE4A-712A-16E6-BE67F024415A}"/>
              </a:ext>
            </a:extLst>
          </p:cNvPr>
          <p:cNvSpPr/>
          <p:nvPr/>
        </p:nvSpPr>
        <p:spPr>
          <a:xfrm>
            <a:off x="7239309" y="2905446"/>
            <a:ext cx="136763" cy="136763"/>
          </a:xfrm>
          <a:prstGeom prst="plus">
            <a:avLst>
              <a:gd name="adj" fmla="val 38955"/>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a:solidFill>
                <a:srgbClr val="00B050"/>
              </a:solidFill>
              <a:latin typeface="+mj-lt"/>
              <a:cs typeface="Open Sans Bold"/>
            </a:endParaRPr>
          </a:p>
        </p:txBody>
      </p:sp>
      <p:sp>
        <p:nvSpPr>
          <p:cNvPr id="35" name="Cross 34">
            <a:extLst>
              <a:ext uri="{FF2B5EF4-FFF2-40B4-BE49-F238E27FC236}">
                <a16:creationId xmlns:a16="http://schemas.microsoft.com/office/drawing/2014/main" id="{AD925460-931C-E64F-EEF3-C0863E07EDB8}"/>
              </a:ext>
            </a:extLst>
          </p:cNvPr>
          <p:cNvSpPr/>
          <p:nvPr/>
        </p:nvSpPr>
        <p:spPr>
          <a:xfrm>
            <a:off x="8344746" y="2955137"/>
            <a:ext cx="136763" cy="136763"/>
          </a:xfrm>
          <a:prstGeom prst="plus">
            <a:avLst>
              <a:gd name="adj" fmla="val 38955"/>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a:solidFill>
                <a:srgbClr val="00B050"/>
              </a:solidFill>
              <a:latin typeface="+mj-lt"/>
              <a:cs typeface="Open Sans Bold"/>
            </a:endParaRPr>
          </a:p>
        </p:txBody>
      </p:sp>
      <p:cxnSp>
        <p:nvCxnSpPr>
          <p:cNvPr id="36" name="Connector: Elbow 35">
            <a:extLst>
              <a:ext uri="{FF2B5EF4-FFF2-40B4-BE49-F238E27FC236}">
                <a16:creationId xmlns:a16="http://schemas.microsoft.com/office/drawing/2014/main" id="{40FDA5D4-EF6D-ED47-F427-283D2E8302BB}"/>
              </a:ext>
            </a:extLst>
          </p:cNvPr>
          <p:cNvCxnSpPr>
            <a:cxnSpLocks/>
            <a:stCxn id="31" idx="3"/>
            <a:endCxn id="14" idx="2"/>
          </p:cNvCxnSpPr>
          <p:nvPr/>
        </p:nvCxnSpPr>
        <p:spPr>
          <a:xfrm flipV="1">
            <a:off x="8449672" y="2879870"/>
            <a:ext cx="670554" cy="337052"/>
          </a:xfrm>
          <a:prstGeom prst="bentConnector3">
            <a:avLst>
              <a:gd name="adj1" fmla="val 50000"/>
            </a:avLst>
          </a:prstGeom>
          <a:ln w="12700" cmpd="sng">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39" name="Cylinder 38">
            <a:extLst>
              <a:ext uri="{FF2B5EF4-FFF2-40B4-BE49-F238E27FC236}">
                <a16:creationId xmlns:a16="http://schemas.microsoft.com/office/drawing/2014/main" id="{C4A4F78B-D241-2067-1C56-D6C55859B866}"/>
              </a:ext>
            </a:extLst>
          </p:cNvPr>
          <p:cNvSpPr/>
          <p:nvPr/>
        </p:nvSpPr>
        <p:spPr>
          <a:xfrm>
            <a:off x="7739823" y="3617312"/>
            <a:ext cx="628009" cy="577989"/>
          </a:xfrm>
          <a:prstGeom prst="can">
            <a:avLst/>
          </a:prstGeom>
          <a:solidFill>
            <a:srgbClr val="FF33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392" tIns="45696" rIns="91392" bIns="45696" numCol="1" spcCol="0" rtlCol="0" fromWordArt="0" anchor="ctr" anchorCtr="0" forceAA="0" compatLnSpc="1">
            <a:prstTxWarp prst="textNoShape">
              <a:avLst/>
            </a:prstTxWarp>
            <a:noAutofit/>
          </a:bodyPr>
          <a:lstStyle/>
          <a:p>
            <a:pPr algn="ctr"/>
            <a:r>
              <a:rPr lang="en-US" sz="1050" b="1">
                <a:latin typeface="Open Sans Bold"/>
                <a:cs typeface="Open Sans Bold"/>
              </a:rPr>
              <a:t>EPDB</a:t>
            </a:r>
          </a:p>
        </p:txBody>
      </p:sp>
      <p:cxnSp>
        <p:nvCxnSpPr>
          <p:cNvPr id="40" name="Connector: Elbow 39">
            <a:extLst>
              <a:ext uri="{FF2B5EF4-FFF2-40B4-BE49-F238E27FC236}">
                <a16:creationId xmlns:a16="http://schemas.microsoft.com/office/drawing/2014/main" id="{E02F6020-A582-B4F2-F50F-6A2B61DAB5A8}"/>
              </a:ext>
            </a:extLst>
          </p:cNvPr>
          <p:cNvCxnSpPr>
            <a:cxnSpLocks/>
            <a:stCxn id="41" idx="3"/>
            <a:endCxn id="39" idx="3"/>
          </p:cNvCxnSpPr>
          <p:nvPr/>
        </p:nvCxnSpPr>
        <p:spPr>
          <a:xfrm flipV="1">
            <a:off x="7758535" y="4195302"/>
            <a:ext cx="295293" cy="398773"/>
          </a:xfrm>
          <a:prstGeom prst="bentConnector2">
            <a:avLst/>
          </a:prstGeom>
          <a:ln w="12700" cmpd="sng">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41" name="Rectangle: Rounded Corners 40">
            <a:extLst>
              <a:ext uri="{FF2B5EF4-FFF2-40B4-BE49-F238E27FC236}">
                <a16:creationId xmlns:a16="http://schemas.microsoft.com/office/drawing/2014/main" id="{DA387FA3-8966-9EA7-713A-A127F5A74B21}"/>
              </a:ext>
            </a:extLst>
          </p:cNvPr>
          <p:cNvSpPr/>
          <p:nvPr/>
        </p:nvSpPr>
        <p:spPr>
          <a:xfrm>
            <a:off x="7116967" y="4395983"/>
            <a:ext cx="641568" cy="396184"/>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03">
              <a:defRPr/>
            </a:pPr>
            <a:r>
              <a:rPr lang="en-US" sz="1200" b="1">
                <a:solidFill>
                  <a:prstClr val="white"/>
                </a:solidFill>
                <a:latin typeface="Open Sans Bold"/>
                <a:cs typeface="Open Sans Bold"/>
                <a:sym typeface="Arial"/>
              </a:rPr>
              <a:t>API</a:t>
            </a:r>
          </a:p>
        </p:txBody>
      </p:sp>
      <p:cxnSp>
        <p:nvCxnSpPr>
          <p:cNvPr id="42" name="Connector: Elbow 41">
            <a:extLst>
              <a:ext uri="{FF2B5EF4-FFF2-40B4-BE49-F238E27FC236}">
                <a16:creationId xmlns:a16="http://schemas.microsoft.com/office/drawing/2014/main" id="{5B11BE04-A43A-DEB1-07E4-0396288509A9}"/>
              </a:ext>
            </a:extLst>
          </p:cNvPr>
          <p:cNvCxnSpPr>
            <a:cxnSpLocks/>
            <a:stCxn id="5" idx="3"/>
            <a:endCxn id="41" idx="1"/>
          </p:cNvCxnSpPr>
          <p:nvPr/>
        </p:nvCxnSpPr>
        <p:spPr>
          <a:xfrm>
            <a:off x="3114065" y="4083713"/>
            <a:ext cx="4002902" cy="510361"/>
          </a:xfrm>
          <a:prstGeom prst="bentConnector3">
            <a:avLst>
              <a:gd name="adj1" fmla="val 50000"/>
            </a:avLst>
          </a:prstGeom>
          <a:ln w="12700" cmpd="sng">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BC5A8998-3423-401A-5CB7-D9E299A83524}"/>
              </a:ext>
            </a:extLst>
          </p:cNvPr>
          <p:cNvSpPr txBox="1"/>
          <p:nvPr/>
        </p:nvSpPr>
        <p:spPr>
          <a:xfrm>
            <a:off x="8116891" y="4127670"/>
            <a:ext cx="714753" cy="338466"/>
          </a:xfrm>
          <a:prstGeom prst="rect">
            <a:avLst/>
          </a:prstGeom>
          <a:noFill/>
        </p:spPr>
        <p:txBody>
          <a:bodyPr wrap="square" lIns="0" tIns="0" rIns="0" bIns="0" rtlCol="0">
            <a:spAutoFit/>
          </a:bodyPr>
          <a:lstStyle/>
          <a:p>
            <a:r>
              <a:rPr lang="en-US" sz="1100">
                <a:solidFill>
                  <a:schemeClr val="tx2"/>
                </a:solidFill>
                <a:highlight>
                  <a:srgbClr val="FFFF00"/>
                </a:highlight>
              </a:rPr>
              <a:t>Mainframe</a:t>
            </a:r>
          </a:p>
          <a:p>
            <a:r>
              <a:rPr lang="en-US" sz="1100">
                <a:solidFill>
                  <a:schemeClr val="tx2"/>
                </a:solidFill>
                <a:highlight>
                  <a:srgbClr val="FFFF00"/>
                </a:highlight>
              </a:rPr>
              <a:t>DB2</a:t>
            </a:r>
          </a:p>
        </p:txBody>
      </p:sp>
      <p:sp>
        <p:nvSpPr>
          <p:cNvPr id="13" name="Cross 12">
            <a:extLst>
              <a:ext uri="{FF2B5EF4-FFF2-40B4-BE49-F238E27FC236}">
                <a16:creationId xmlns:a16="http://schemas.microsoft.com/office/drawing/2014/main" id="{363FB18D-6ECA-7FB5-CAC7-2C065C365145}"/>
              </a:ext>
            </a:extLst>
          </p:cNvPr>
          <p:cNvSpPr/>
          <p:nvPr/>
        </p:nvSpPr>
        <p:spPr>
          <a:xfrm>
            <a:off x="9989156" y="2603171"/>
            <a:ext cx="197426" cy="197426"/>
          </a:xfrm>
          <a:prstGeom prst="plus">
            <a:avLst>
              <a:gd name="adj" fmla="val 38955"/>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a:solidFill>
                <a:srgbClr val="00B050"/>
              </a:solidFill>
              <a:latin typeface="+mj-lt"/>
              <a:cs typeface="Open Sans Bold"/>
            </a:endParaRPr>
          </a:p>
        </p:txBody>
      </p:sp>
      <p:sp>
        <p:nvSpPr>
          <p:cNvPr id="50" name="Rectangle 49">
            <a:extLst>
              <a:ext uri="{FF2B5EF4-FFF2-40B4-BE49-F238E27FC236}">
                <a16:creationId xmlns:a16="http://schemas.microsoft.com/office/drawing/2014/main" id="{6079C98B-2E9A-0FE8-AA72-0FAA274F4CDF}"/>
              </a:ext>
            </a:extLst>
          </p:cNvPr>
          <p:cNvSpPr/>
          <p:nvPr/>
        </p:nvSpPr>
        <p:spPr>
          <a:xfrm>
            <a:off x="2227124" y="5119189"/>
            <a:ext cx="916131" cy="445359"/>
          </a:xfrm>
          <a:prstGeom prst="rect">
            <a:avLst/>
          </a:prstGeom>
          <a:solidFill>
            <a:srgbClr val="0033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a:latin typeface="Open Sans Bold"/>
                <a:cs typeface="Open Sans Bold"/>
              </a:rPr>
              <a:t>Archer</a:t>
            </a:r>
          </a:p>
        </p:txBody>
      </p:sp>
      <p:cxnSp>
        <p:nvCxnSpPr>
          <p:cNvPr id="51" name="Connector: Elbow 50">
            <a:extLst>
              <a:ext uri="{FF2B5EF4-FFF2-40B4-BE49-F238E27FC236}">
                <a16:creationId xmlns:a16="http://schemas.microsoft.com/office/drawing/2014/main" id="{D3D5A51C-09C5-EDE7-FC47-045A0B6ABB66}"/>
              </a:ext>
            </a:extLst>
          </p:cNvPr>
          <p:cNvCxnSpPr>
            <a:cxnSpLocks/>
            <a:stCxn id="16" idx="3"/>
            <a:endCxn id="50" idx="1"/>
          </p:cNvCxnSpPr>
          <p:nvPr/>
        </p:nvCxnSpPr>
        <p:spPr>
          <a:xfrm>
            <a:off x="725074" y="3299586"/>
            <a:ext cx="1502049" cy="2042283"/>
          </a:xfrm>
          <a:prstGeom prst="bentConnector3">
            <a:avLst>
              <a:gd name="adj1" fmla="val 50000"/>
            </a:avLst>
          </a:prstGeom>
          <a:ln w="38100">
            <a:solidFill>
              <a:srgbClr val="FFC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5" name="Connector: Elbow 54">
            <a:extLst>
              <a:ext uri="{FF2B5EF4-FFF2-40B4-BE49-F238E27FC236}">
                <a16:creationId xmlns:a16="http://schemas.microsoft.com/office/drawing/2014/main" id="{10F0AC4B-0CD2-1890-750A-655478AD0752}"/>
              </a:ext>
            </a:extLst>
          </p:cNvPr>
          <p:cNvCxnSpPr>
            <a:cxnSpLocks/>
            <a:stCxn id="50" idx="0"/>
            <a:endCxn id="119" idx="2"/>
          </p:cNvCxnSpPr>
          <p:nvPr/>
        </p:nvCxnSpPr>
        <p:spPr>
          <a:xfrm rot="5400000" flipH="1" flipV="1">
            <a:off x="2484616" y="4742475"/>
            <a:ext cx="577289" cy="176141"/>
          </a:xfrm>
          <a:prstGeom prst="bentConnector3">
            <a:avLst>
              <a:gd name="adj1" fmla="val 50000"/>
            </a:avLst>
          </a:prstGeom>
          <a:ln w="12700" cmpd="sng">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60" name="Cylinder 59">
            <a:extLst>
              <a:ext uri="{FF2B5EF4-FFF2-40B4-BE49-F238E27FC236}">
                <a16:creationId xmlns:a16="http://schemas.microsoft.com/office/drawing/2014/main" id="{2E0DAC93-BB5F-614F-A160-BD8FD0B8D91E}"/>
              </a:ext>
            </a:extLst>
          </p:cNvPr>
          <p:cNvSpPr/>
          <p:nvPr/>
        </p:nvSpPr>
        <p:spPr>
          <a:xfrm>
            <a:off x="4259483" y="5058682"/>
            <a:ext cx="640293" cy="586737"/>
          </a:xfrm>
          <a:prstGeom prst="can">
            <a:avLst/>
          </a:prstGeom>
          <a:solidFill>
            <a:srgbClr val="FF33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392" tIns="45696" rIns="91392" bIns="45696" numCol="1" spcCol="0" rtlCol="0" fromWordArt="0" anchor="ctr" anchorCtr="0" forceAA="0" compatLnSpc="1">
            <a:prstTxWarp prst="textNoShape">
              <a:avLst/>
            </a:prstTxWarp>
            <a:noAutofit/>
          </a:bodyPr>
          <a:lstStyle/>
          <a:p>
            <a:pPr algn="ctr"/>
            <a:r>
              <a:rPr lang="en-US" sz="1050" b="1">
                <a:latin typeface="Open Sans Bold"/>
                <a:cs typeface="Open Sans Bold"/>
              </a:rPr>
              <a:t>Archer</a:t>
            </a:r>
          </a:p>
          <a:p>
            <a:pPr algn="ctr"/>
            <a:r>
              <a:rPr lang="en-US" sz="1050" b="1">
                <a:latin typeface="Open Sans Bold"/>
                <a:cs typeface="Open Sans Bold"/>
              </a:rPr>
              <a:t>Data</a:t>
            </a:r>
          </a:p>
        </p:txBody>
      </p:sp>
      <p:cxnSp>
        <p:nvCxnSpPr>
          <p:cNvPr id="65" name="Connector: Elbow 64">
            <a:extLst>
              <a:ext uri="{FF2B5EF4-FFF2-40B4-BE49-F238E27FC236}">
                <a16:creationId xmlns:a16="http://schemas.microsoft.com/office/drawing/2014/main" id="{F145C4AC-B7CD-8800-31DC-B0DCFA646A25}"/>
              </a:ext>
            </a:extLst>
          </p:cNvPr>
          <p:cNvCxnSpPr>
            <a:cxnSpLocks/>
            <a:stCxn id="16" idx="3"/>
            <a:endCxn id="38" idx="1"/>
          </p:cNvCxnSpPr>
          <p:nvPr/>
        </p:nvCxnSpPr>
        <p:spPr>
          <a:xfrm flipV="1">
            <a:off x="725075" y="3053067"/>
            <a:ext cx="1109704" cy="246519"/>
          </a:xfrm>
          <a:prstGeom prst="bentConnector3">
            <a:avLst>
              <a:gd name="adj1" fmla="val 50000"/>
            </a:avLst>
          </a:prstGeom>
          <a:ln w="38100">
            <a:solidFill>
              <a:srgbClr val="FFC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1" name="TextBox 70">
            <a:extLst>
              <a:ext uri="{FF2B5EF4-FFF2-40B4-BE49-F238E27FC236}">
                <a16:creationId xmlns:a16="http://schemas.microsoft.com/office/drawing/2014/main" id="{F071C3EA-0843-39AC-6463-972056B1FCB1}"/>
              </a:ext>
            </a:extLst>
          </p:cNvPr>
          <p:cNvSpPr txBox="1"/>
          <p:nvPr/>
        </p:nvSpPr>
        <p:spPr>
          <a:xfrm>
            <a:off x="7624567" y="4692372"/>
            <a:ext cx="356160" cy="153281"/>
          </a:xfrm>
          <a:prstGeom prst="rect">
            <a:avLst/>
          </a:prstGeom>
          <a:noFill/>
        </p:spPr>
        <p:txBody>
          <a:bodyPr wrap="none" lIns="0" tIns="0" rIns="0" bIns="0" rtlCol="0">
            <a:noAutofit/>
          </a:bodyPr>
          <a:lstStyle/>
          <a:p>
            <a:pPr defTabSz="456484" fontAlgn="base"/>
            <a:r>
              <a:rPr lang="en-US" sz="1000">
                <a:solidFill>
                  <a:schemeClr val="tx2"/>
                </a:solidFill>
                <a:highlight>
                  <a:srgbClr val="FFFF00"/>
                </a:highlight>
                <a:cs typeface="Open Sans Light"/>
              </a:rPr>
              <a:t>APIc</a:t>
            </a:r>
          </a:p>
        </p:txBody>
      </p:sp>
      <p:cxnSp>
        <p:nvCxnSpPr>
          <p:cNvPr id="72" name="Connector: Elbow 71">
            <a:extLst>
              <a:ext uri="{FF2B5EF4-FFF2-40B4-BE49-F238E27FC236}">
                <a16:creationId xmlns:a16="http://schemas.microsoft.com/office/drawing/2014/main" id="{F4E8D1DC-0E4C-3AFD-540A-A79847E4FA9F}"/>
              </a:ext>
            </a:extLst>
          </p:cNvPr>
          <p:cNvCxnSpPr>
            <a:cxnSpLocks/>
            <a:stCxn id="50" idx="3"/>
            <a:endCxn id="60" idx="2"/>
          </p:cNvCxnSpPr>
          <p:nvPr/>
        </p:nvCxnSpPr>
        <p:spPr>
          <a:xfrm>
            <a:off x="3143255" y="5341869"/>
            <a:ext cx="1116228" cy="10181"/>
          </a:xfrm>
          <a:prstGeom prst="bentConnector3">
            <a:avLst>
              <a:gd name="adj1" fmla="val 50000"/>
            </a:avLst>
          </a:prstGeom>
          <a:ln w="12700" cmpd="sng">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90" name="Rectangle: Rounded Corners 89">
            <a:extLst>
              <a:ext uri="{FF2B5EF4-FFF2-40B4-BE49-F238E27FC236}">
                <a16:creationId xmlns:a16="http://schemas.microsoft.com/office/drawing/2014/main" id="{54326F86-95FC-354B-D7F5-D4B90981076C}"/>
              </a:ext>
            </a:extLst>
          </p:cNvPr>
          <p:cNvSpPr/>
          <p:nvPr/>
        </p:nvSpPr>
        <p:spPr>
          <a:xfrm>
            <a:off x="5678741" y="5133608"/>
            <a:ext cx="1610310" cy="450690"/>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03">
              <a:defRPr/>
            </a:pPr>
            <a:r>
              <a:rPr lang="en-US" sz="1200" b="1">
                <a:solidFill>
                  <a:prstClr val="white"/>
                </a:solidFill>
                <a:latin typeface="Open Sans Bold"/>
                <a:cs typeface="Open Sans Bold"/>
                <a:sym typeface="Arial"/>
              </a:rPr>
              <a:t>Daily Delegation</a:t>
            </a:r>
          </a:p>
          <a:p>
            <a:pPr algn="ctr" defTabSz="914103">
              <a:defRPr/>
            </a:pPr>
            <a:r>
              <a:rPr lang="en-US" sz="1200" b="1">
                <a:solidFill>
                  <a:prstClr val="white"/>
                </a:solidFill>
                <a:latin typeface="Open Sans Bold"/>
                <a:cs typeface="Open Sans Bold"/>
                <a:sym typeface="Arial"/>
              </a:rPr>
              <a:t>Update &amp; Load</a:t>
            </a:r>
          </a:p>
        </p:txBody>
      </p:sp>
      <p:cxnSp>
        <p:nvCxnSpPr>
          <p:cNvPr id="91" name="Connector: Elbow 90">
            <a:extLst>
              <a:ext uri="{FF2B5EF4-FFF2-40B4-BE49-F238E27FC236}">
                <a16:creationId xmlns:a16="http://schemas.microsoft.com/office/drawing/2014/main" id="{B4A47A07-F7EC-4CA6-3ADD-7EDA6ADA6492}"/>
              </a:ext>
            </a:extLst>
          </p:cNvPr>
          <p:cNvCxnSpPr>
            <a:cxnSpLocks/>
            <a:stCxn id="90" idx="1"/>
            <a:endCxn id="60" idx="4"/>
          </p:cNvCxnSpPr>
          <p:nvPr/>
        </p:nvCxnSpPr>
        <p:spPr>
          <a:xfrm rot="10800000">
            <a:off x="4899778" y="5352052"/>
            <a:ext cx="778964" cy="6903"/>
          </a:xfrm>
          <a:prstGeom prst="bentConnector3">
            <a:avLst>
              <a:gd name="adj1" fmla="val 50000"/>
            </a:avLst>
          </a:prstGeom>
          <a:ln w="12700" cmpd="sng">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4" name="Connector: Elbow 93">
            <a:extLst>
              <a:ext uri="{FF2B5EF4-FFF2-40B4-BE49-F238E27FC236}">
                <a16:creationId xmlns:a16="http://schemas.microsoft.com/office/drawing/2014/main" id="{E0552760-6A81-1392-FC41-F71F0EA3F42A}"/>
              </a:ext>
            </a:extLst>
          </p:cNvPr>
          <p:cNvCxnSpPr>
            <a:cxnSpLocks/>
            <a:stCxn id="14" idx="3"/>
            <a:endCxn id="90" idx="3"/>
          </p:cNvCxnSpPr>
          <p:nvPr/>
        </p:nvCxnSpPr>
        <p:spPr>
          <a:xfrm rot="5400000">
            <a:off x="7321309" y="3070291"/>
            <a:ext cx="2256404" cy="2320921"/>
          </a:xfrm>
          <a:prstGeom prst="bentConnector2">
            <a:avLst/>
          </a:prstGeom>
          <a:ln w="12700" cmpd="sng">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100" name="Cylinder 99">
            <a:extLst>
              <a:ext uri="{FF2B5EF4-FFF2-40B4-BE49-F238E27FC236}">
                <a16:creationId xmlns:a16="http://schemas.microsoft.com/office/drawing/2014/main" id="{8D9E2458-4713-C18C-127D-1B169AF55DC2}"/>
              </a:ext>
            </a:extLst>
          </p:cNvPr>
          <p:cNvSpPr/>
          <p:nvPr/>
        </p:nvSpPr>
        <p:spPr>
          <a:xfrm>
            <a:off x="6350379" y="3599527"/>
            <a:ext cx="628009" cy="577989"/>
          </a:xfrm>
          <a:prstGeom prst="can">
            <a:avLst/>
          </a:prstGeom>
          <a:solidFill>
            <a:srgbClr val="FF33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392" tIns="45696" rIns="91392" bIns="45696" numCol="1" spcCol="0" rtlCol="0" fromWordArt="0" anchor="ctr" anchorCtr="0" forceAA="0" compatLnSpc="1">
            <a:prstTxWarp prst="textNoShape">
              <a:avLst/>
            </a:prstTxWarp>
            <a:noAutofit/>
          </a:bodyPr>
          <a:lstStyle/>
          <a:p>
            <a:pPr algn="ctr"/>
            <a:r>
              <a:rPr lang="en-US" sz="1050" b="1">
                <a:latin typeface="Open Sans Bold"/>
                <a:cs typeface="Open Sans Bold"/>
              </a:rPr>
              <a:t>SCM</a:t>
            </a:r>
          </a:p>
        </p:txBody>
      </p:sp>
      <p:sp>
        <p:nvSpPr>
          <p:cNvPr id="101" name="TextBox 100">
            <a:extLst>
              <a:ext uri="{FF2B5EF4-FFF2-40B4-BE49-F238E27FC236}">
                <a16:creationId xmlns:a16="http://schemas.microsoft.com/office/drawing/2014/main" id="{7112F6EB-6F7A-8C5C-3597-6675758DDB03}"/>
              </a:ext>
            </a:extLst>
          </p:cNvPr>
          <p:cNvSpPr txBox="1"/>
          <p:nvPr/>
        </p:nvSpPr>
        <p:spPr>
          <a:xfrm>
            <a:off x="6476941" y="4033856"/>
            <a:ext cx="714753" cy="338466"/>
          </a:xfrm>
          <a:prstGeom prst="rect">
            <a:avLst/>
          </a:prstGeom>
          <a:noFill/>
        </p:spPr>
        <p:txBody>
          <a:bodyPr wrap="square" lIns="0" tIns="0" rIns="0" bIns="0" rtlCol="0">
            <a:spAutoFit/>
          </a:bodyPr>
          <a:lstStyle/>
          <a:p>
            <a:r>
              <a:rPr lang="en-US" sz="1100">
                <a:solidFill>
                  <a:schemeClr val="tx2"/>
                </a:solidFill>
                <a:highlight>
                  <a:srgbClr val="FFFF00"/>
                </a:highlight>
              </a:rPr>
              <a:t>Mainframe</a:t>
            </a:r>
          </a:p>
          <a:p>
            <a:r>
              <a:rPr lang="en-US" sz="1100">
                <a:solidFill>
                  <a:schemeClr val="tx2"/>
                </a:solidFill>
                <a:highlight>
                  <a:srgbClr val="FFFF00"/>
                </a:highlight>
              </a:rPr>
              <a:t>DB2</a:t>
            </a:r>
          </a:p>
        </p:txBody>
      </p:sp>
      <p:cxnSp>
        <p:nvCxnSpPr>
          <p:cNvPr id="102" name="Connector: Elbow 101">
            <a:extLst>
              <a:ext uri="{FF2B5EF4-FFF2-40B4-BE49-F238E27FC236}">
                <a16:creationId xmlns:a16="http://schemas.microsoft.com/office/drawing/2014/main" id="{675CF14C-0490-A72C-7630-005C791C41BE}"/>
              </a:ext>
            </a:extLst>
          </p:cNvPr>
          <p:cNvCxnSpPr>
            <a:cxnSpLocks/>
            <a:stCxn id="41" idx="0"/>
            <a:endCxn id="100" idx="4"/>
          </p:cNvCxnSpPr>
          <p:nvPr/>
        </p:nvCxnSpPr>
        <p:spPr>
          <a:xfrm rot="16200000" flipV="1">
            <a:off x="6954340" y="3912571"/>
            <a:ext cx="507461" cy="459363"/>
          </a:xfrm>
          <a:prstGeom prst="bentConnector2">
            <a:avLst/>
          </a:prstGeom>
          <a:ln w="12700" cmpd="sng">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117" name="Cross 116">
            <a:extLst>
              <a:ext uri="{FF2B5EF4-FFF2-40B4-BE49-F238E27FC236}">
                <a16:creationId xmlns:a16="http://schemas.microsoft.com/office/drawing/2014/main" id="{792D44A8-74E8-5300-308D-59E0CBA001EF}"/>
              </a:ext>
            </a:extLst>
          </p:cNvPr>
          <p:cNvSpPr/>
          <p:nvPr/>
        </p:nvSpPr>
        <p:spPr>
          <a:xfrm>
            <a:off x="7193934" y="5102411"/>
            <a:ext cx="136763" cy="136763"/>
          </a:xfrm>
          <a:prstGeom prst="plus">
            <a:avLst>
              <a:gd name="adj" fmla="val 38955"/>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a:solidFill>
                <a:srgbClr val="00B050"/>
              </a:solidFill>
              <a:latin typeface="+mj-lt"/>
              <a:cs typeface="Open Sans Bold"/>
            </a:endParaRPr>
          </a:p>
        </p:txBody>
      </p:sp>
      <p:sp>
        <p:nvSpPr>
          <p:cNvPr id="119" name="Rectangle 118">
            <a:extLst>
              <a:ext uri="{FF2B5EF4-FFF2-40B4-BE49-F238E27FC236}">
                <a16:creationId xmlns:a16="http://schemas.microsoft.com/office/drawing/2014/main" id="{404FF707-D5B3-2A0A-792A-5A7E5072E0F7}"/>
              </a:ext>
            </a:extLst>
          </p:cNvPr>
          <p:cNvSpPr/>
          <p:nvPr/>
        </p:nvSpPr>
        <p:spPr>
          <a:xfrm>
            <a:off x="1669302" y="736345"/>
            <a:ext cx="2384057" cy="3805555"/>
          </a:xfrm>
          <a:prstGeom prst="rect">
            <a:avLst/>
          </a:prstGeom>
          <a:noFill/>
          <a:ln>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b="1">
              <a:latin typeface="Open Sans Bold"/>
              <a:cs typeface="Open Sans Bold"/>
            </a:endParaRPr>
          </a:p>
        </p:txBody>
      </p:sp>
      <p:sp>
        <p:nvSpPr>
          <p:cNvPr id="120" name="TextBox 119">
            <a:extLst>
              <a:ext uri="{FF2B5EF4-FFF2-40B4-BE49-F238E27FC236}">
                <a16:creationId xmlns:a16="http://schemas.microsoft.com/office/drawing/2014/main" id="{A7D6046F-667D-CC8A-4630-D19E04C31DF3}"/>
              </a:ext>
            </a:extLst>
          </p:cNvPr>
          <p:cNvSpPr txBox="1"/>
          <p:nvPr/>
        </p:nvSpPr>
        <p:spPr>
          <a:xfrm>
            <a:off x="1856110" y="1684644"/>
            <a:ext cx="1933743" cy="215388"/>
          </a:xfrm>
          <a:prstGeom prst="rect">
            <a:avLst/>
          </a:prstGeom>
          <a:noFill/>
        </p:spPr>
        <p:txBody>
          <a:bodyPr wrap="square" lIns="0" tIns="0" rIns="0" bIns="0" rtlCol="0" anchor="t">
            <a:spAutoFit/>
          </a:bodyPr>
          <a:lstStyle/>
          <a:p>
            <a:r>
              <a:rPr lang="en-US" sz="1400">
                <a:solidFill>
                  <a:srgbClr val="003366"/>
                </a:solidFill>
              </a:rPr>
              <a:t>D360 App</a:t>
            </a:r>
            <a:endParaRPr lang="en-US"/>
          </a:p>
        </p:txBody>
      </p:sp>
      <p:sp>
        <p:nvSpPr>
          <p:cNvPr id="137" name="Rectangle 136">
            <a:extLst>
              <a:ext uri="{FF2B5EF4-FFF2-40B4-BE49-F238E27FC236}">
                <a16:creationId xmlns:a16="http://schemas.microsoft.com/office/drawing/2014/main" id="{2B35C548-CC42-08E6-0407-B290EDD90149}"/>
              </a:ext>
            </a:extLst>
          </p:cNvPr>
          <p:cNvSpPr/>
          <p:nvPr/>
        </p:nvSpPr>
        <p:spPr>
          <a:xfrm>
            <a:off x="1873611" y="2946670"/>
            <a:ext cx="1237336" cy="550702"/>
          </a:xfrm>
          <a:prstGeom prst="rect">
            <a:avLst/>
          </a:prstGeom>
          <a:solidFill>
            <a:srgbClr val="0033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latin typeface="Open Sans Bold"/>
                <a:cs typeface="Open Sans Bold"/>
              </a:rPr>
              <a:t>Delegation</a:t>
            </a:r>
          </a:p>
          <a:p>
            <a:pPr algn="ctr"/>
            <a:r>
              <a:rPr lang="en-US" sz="1200" b="1">
                <a:latin typeface="Open Sans Bold"/>
                <a:cs typeface="Open Sans Bold"/>
              </a:rPr>
              <a:t>Maintenance</a:t>
            </a:r>
          </a:p>
        </p:txBody>
      </p:sp>
      <p:sp>
        <p:nvSpPr>
          <p:cNvPr id="138" name="Rectangle 137">
            <a:extLst>
              <a:ext uri="{FF2B5EF4-FFF2-40B4-BE49-F238E27FC236}">
                <a16:creationId xmlns:a16="http://schemas.microsoft.com/office/drawing/2014/main" id="{81CBFF8F-D573-13AD-C791-C3912C85FD8C}"/>
              </a:ext>
            </a:extLst>
          </p:cNvPr>
          <p:cNvSpPr/>
          <p:nvPr/>
        </p:nvSpPr>
        <p:spPr>
          <a:xfrm>
            <a:off x="1874109" y="2162242"/>
            <a:ext cx="1237336" cy="550702"/>
          </a:xfrm>
          <a:prstGeom prst="rect">
            <a:avLst/>
          </a:prstGeom>
          <a:solidFill>
            <a:srgbClr val="0033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latin typeface="Open Sans Bold"/>
                <a:cs typeface="Open Sans Bold"/>
              </a:rPr>
              <a:t>Delegation</a:t>
            </a:r>
          </a:p>
          <a:p>
            <a:pPr algn="ctr"/>
            <a:r>
              <a:rPr lang="en-US" sz="1200" b="1">
                <a:latin typeface="Open Sans Bold"/>
                <a:cs typeface="Open Sans Bold"/>
              </a:rPr>
              <a:t>Compliance</a:t>
            </a:r>
          </a:p>
          <a:p>
            <a:pPr algn="ctr"/>
            <a:r>
              <a:rPr lang="en-US" sz="1200" b="1">
                <a:latin typeface="Open Sans Bold"/>
                <a:cs typeface="Open Sans Bold"/>
              </a:rPr>
              <a:t>Management</a:t>
            </a:r>
          </a:p>
        </p:txBody>
      </p:sp>
      <p:sp>
        <p:nvSpPr>
          <p:cNvPr id="159" name="Rectangle: Rounded Corners 158">
            <a:extLst>
              <a:ext uri="{FF2B5EF4-FFF2-40B4-BE49-F238E27FC236}">
                <a16:creationId xmlns:a16="http://schemas.microsoft.com/office/drawing/2014/main" id="{75AB9A55-A69E-AE50-818D-EA780EFA13B6}"/>
              </a:ext>
            </a:extLst>
          </p:cNvPr>
          <p:cNvSpPr/>
          <p:nvPr/>
        </p:nvSpPr>
        <p:spPr>
          <a:xfrm>
            <a:off x="6233193" y="2355791"/>
            <a:ext cx="1256839" cy="396184"/>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03">
              <a:defRPr/>
            </a:pPr>
            <a:r>
              <a:rPr lang="en-US" sz="1200" b="1">
                <a:solidFill>
                  <a:prstClr val="white"/>
                </a:solidFill>
                <a:latin typeface="Open Sans Bold"/>
                <a:cs typeface="Open Sans Bold"/>
                <a:sym typeface="Arial"/>
              </a:rPr>
              <a:t>Maintenance</a:t>
            </a:r>
          </a:p>
          <a:p>
            <a:pPr algn="ctr" defTabSz="914103">
              <a:defRPr/>
            </a:pPr>
            <a:r>
              <a:rPr lang="en-US" sz="1200" b="1">
                <a:solidFill>
                  <a:prstClr val="white"/>
                </a:solidFill>
                <a:latin typeface="Open Sans Bold"/>
                <a:cs typeface="Open Sans Bold"/>
                <a:sym typeface="Arial"/>
              </a:rPr>
              <a:t>API</a:t>
            </a:r>
          </a:p>
        </p:txBody>
      </p:sp>
      <p:sp>
        <p:nvSpPr>
          <p:cNvPr id="160" name="TextBox 159">
            <a:extLst>
              <a:ext uri="{FF2B5EF4-FFF2-40B4-BE49-F238E27FC236}">
                <a16:creationId xmlns:a16="http://schemas.microsoft.com/office/drawing/2014/main" id="{D65A3E97-9C01-8DFB-02AA-A4D6FD1BAC42}"/>
              </a:ext>
            </a:extLst>
          </p:cNvPr>
          <p:cNvSpPr txBox="1"/>
          <p:nvPr/>
        </p:nvSpPr>
        <p:spPr>
          <a:xfrm>
            <a:off x="7348217" y="2705822"/>
            <a:ext cx="356160" cy="153281"/>
          </a:xfrm>
          <a:prstGeom prst="rect">
            <a:avLst/>
          </a:prstGeom>
          <a:noFill/>
        </p:spPr>
        <p:txBody>
          <a:bodyPr wrap="none" lIns="0" tIns="0" rIns="0" bIns="0" rtlCol="0">
            <a:noAutofit/>
          </a:bodyPr>
          <a:lstStyle/>
          <a:p>
            <a:pPr defTabSz="456484" fontAlgn="base"/>
            <a:r>
              <a:rPr lang="en-US" sz="1000">
                <a:solidFill>
                  <a:schemeClr val="tx2"/>
                </a:solidFill>
                <a:highlight>
                  <a:srgbClr val="FFFF00"/>
                </a:highlight>
                <a:cs typeface="Open Sans Light"/>
              </a:rPr>
              <a:t>APIc</a:t>
            </a:r>
          </a:p>
        </p:txBody>
      </p:sp>
      <p:sp>
        <p:nvSpPr>
          <p:cNvPr id="161" name="Cross 160">
            <a:extLst>
              <a:ext uri="{FF2B5EF4-FFF2-40B4-BE49-F238E27FC236}">
                <a16:creationId xmlns:a16="http://schemas.microsoft.com/office/drawing/2014/main" id="{37A70F42-124D-7FCB-158C-0D4E2CB9BC12}"/>
              </a:ext>
            </a:extLst>
          </p:cNvPr>
          <p:cNvSpPr/>
          <p:nvPr/>
        </p:nvSpPr>
        <p:spPr>
          <a:xfrm>
            <a:off x="7378089" y="2240561"/>
            <a:ext cx="136763" cy="136763"/>
          </a:xfrm>
          <a:prstGeom prst="plus">
            <a:avLst>
              <a:gd name="adj" fmla="val 38955"/>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a:solidFill>
                <a:srgbClr val="00B050"/>
              </a:solidFill>
              <a:latin typeface="+mj-lt"/>
              <a:cs typeface="Open Sans Bold"/>
            </a:endParaRPr>
          </a:p>
        </p:txBody>
      </p:sp>
      <p:cxnSp>
        <p:nvCxnSpPr>
          <p:cNvPr id="162" name="Connector: Elbow 161">
            <a:extLst>
              <a:ext uri="{FF2B5EF4-FFF2-40B4-BE49-F238E27FC236}">
                <a16:creationId xmlns:a16="http://schemas.microsoft.com/office/drawing/2014/main" id="{369CC883-6DFF-3A59-CDC5-9597678473B5}"/>
              </a:ext>
            </a:extLst>
          </p:cNvPr>
          <p:cNvCxnSpPr>
            <a:cxnSpLocks/>
            <a:stCxn id="137" idx="3"/>
            <a:endCxn id="159" idx="1"/>
          </p:cNvCxnSpPr>
          <p:nvPr/>
        </p:nvCxnSpPr>
        <p:spPr>
          <a:xfrm flipV="1">
            <a:off x="3110947" y="2553883"/>
            <a:ext cx="3122246" cy="668138"/>
          </a:xfrm>
          <a:prstGeom prst="bentConnector3">
            <a:avLst>
              <a:gd name="adj1" fmla="val 50000"/>
            </a:avLst>
          </a:prstGeom>
          <a:ln w="12700" cmpd="sng">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65" name="Connector: Elbow 164">
            <a:extLst>
              <a:ext uri="{FF2B5EF4-FFF2-40B4-BE49-F238E27FC236}">
                <a16:creationId xmlns:a16="http://schemas.microsoft.com/office/drawing/2014/main" id="{A8EB0769-0802-8E97-4FC7-A27FD7E31E3F}"/>
              </a:ext>
            </a:extLst>
          </p:cNvPr>
          <p:cNvCxnSpPr>
            <a:cxnSpLocks/>
            <a:stCxn id="159" idx="3"/>
            <a:endCxn id="173" idx="1"/>
          </p:cNvCxnSpPr>
          <p:nvPr/>
        </p:nvCxnSpPr>
        <p:spPr>
          <a:xfrm>
            <a:off x="7490032" y="2553883"/>
            <a:ext cx="359224" cy="16408"/>
          </a:xfrm>
          <a:prstGeom prst="bentConnector3">
            <a:avLst>
              <a:gd name="adj1" fmla="val 50000"/>
            </a:avLst>
          </a:prstGeom>
          <a:ln w="12700" cmpd="sng">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73" name="Rectangle: Rounded Corners 172">
            <a:extLst>
              <a:ext uri="{FF2B5EF4-FFF2-40B4-BE49-F238E27FC236}">
                <a16:creationId xmlns:a16="http://schemas.microsoft.com/office/drawing/2014/main" id="{2FD58B4B-8AE6-8967-2262-F105A9CEF270}"/>
              </a:ext>
            </a:extLst>
          </p:cNvPr>
          <p:cNvSpPr/>
          <p:nvPr/>
        </p:nvSpPr>
        <p:spPr>
          <a:xfrm>
            <a:off x="7849256" y="2372199"/>
            <a:ext cx="748793" cy="396184"/>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03">
              <a:defRPr/>
            </a:pPr>
            <a:r>
              <a:rPr lang="en-US" sz="1200" b="1">
                <a:solidFill>
                  <a:prstClr val="white"/>
                </a:solidFill>
                <a:latin typeface="Open Sans Bold"/>
                <a:cs typeface="Open Sans Bold"/>
                <a:sym typeface="Arial"/>
              </a:rPr>
              <a:t>Data</a:t>
            </a:r>
          </a:p>
          <a:p>
            <a:pPr algn="ctr" defTabSz="914103">
              <a:defRPr/>
            </a:pPr>
            <a:r>
              <a:rPr lang="en-US" sz="1200" b="1">
                <a:solidFill>
                  <a:prstClr val="white"/>
                </a:solidFill>
                <a:latin typeface="Open Sans Bold"/>
                <a:cs typeface="Open Sans Bold"/>
                <a:sym typeface="Arial"/>
              </a:rPr>
              <a:t>Access</a:t>
            </a:r>
          </a:p>
        </p:txBody>
      </p:sp>
      <p:sp>
        <p:nvSpPr>
          <p:cNvPr id="174" name="TextBox 173">
            <a:extLst>
              <a:ext uri="{FF2B5EF4-FFF2-40B4-BE49-F238E27FC236}">
                <a16:creationId xmlns:a16="http://schemas.microsoft.com/office/drawing/2014/main" id="{4CE13284-E215-1000-8753-7E920469BE51}"/>
              </a:ext>
            </a:extLst>
          </p:cNvPr>
          <p:cNvSpPr txBox="1"/>
          <p:nvPr/>
        </p:nvSpPr>
        <p:spPr>
          <a:xfrm>
            <a:off x="8385861" y="2740626"/>
            <a:ext cx="324859" cy="153282"/>
          </a:xfrm>
          <a:prstGeom prst="rect">
            <a:avLst/>
          </a:prstGeom>
          <a:noFill/>
        </p:spPr>
        <p:txBody>
          <a:bodyPr wrap="none" lIns="0" tIns="0" rIns="0" bIns="0" rtlCol="0">
            <a:noAutofit/>
          </a:bodyPr>
          <a:lstStyle/>
          <a:p>
            <a:pPr defTabSz="456484" fontAlgn="base"/>
            <a:r>
              <a:rPr lang="en-US" sz="1000">
                <a:solidFill>
                  <a:schemeClr val="tx2"/>
                </a:solidFill>
                <a:highlight>
                  <a:srgbClr val="FFFF00"/>
                </a:highlight>
                <a:cs typeface="Open Sans Light"/>
              </a:rPr>
              <a:t>Java</a:t>
            </a:r>
          </a:p>
        </p:txBody>
      </p:sp>
      <p:sp>
        <p:nvSpPr>
          <p:cNvPr id="175" name="Cross 174">
            <a:extLst>
              <a:ext uri="{FF2B5EF4-FFF2-40B4-BE49-F238E27FC236}">
                <a16:creationId xmlns:a16="http://schemas.microsoft.com/office/drawing/2014/main" id="{29A59053-54ED-3524-5742-5B530E135405}"/>
              </a:ext>
            </a:extLst>
          </p:cNvPr>
          <p:cNvSpPr/>
          <p:nvPr/>
        </p:nvSpPr>
        <p:spPr>
          <a:xfrm>
            <a:off x="8481509" y="2246788"/>
            <a:ext cx="136763" cy="136763"/>
          </a:xfrm>
          <a:prstGeom prst="plus">
            <a:avLst>
              <a:gd name="adj" fmla="val 38955"/>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a:solidFill>
                <a:srgbClr val="00B050"/>
              </a:solidFill>
              <a:latin typeface="+mj-lt"/>
              <a:cs typeface="Open Sans Bold"/>
            </a:endParaRPr>
          </a:p>
        </p:txBody>
      </p:sp>
      <p:cxnSp>
        <p:nvCxnSpPr>
          <p:cNvPr id="177" name="Connector: Elbow 176">
            <a:extLst>
              <a:ext uri="{FF2B5EF4-FFF2-40B4-BE49-F238E27FC236}">
                <a16:creationId xmlns:a16="http://schemas.microsoft.com/office/drawing/2014/main" id="{436A28BE-1513-A410-F34E-BF491A88221E}"/>
              </a:ext>
            </a:extLst>
          </p:cNvPr>
          <p:cNvCxnSpPr>
            <a:cxnSpLocks/>
            <a:stCxn id="173" idx="3"/>
            <a:endCxn id="14" idx="2"/>
          </p:cNvCxnSpPr>
          <p:nvPr/>
        </p:nvCxnSpPr>
        <p:spPr>
          <a:xfrm>
            <a:off x="8598049" y="2570291"/>
            <a:ext cx="522177" cy="309579"/>
          </a:xfrm>
          <a:prstGeom prst="bentConnector3">
            <a:avLst>
              <a:gd name="adj1" fmla="val 50000"/>
            </a:avLst>
          </a:prstGeom>
          <a:ln w="12700" cmpd="sng">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83" name="Cylinder 182">
            <a:extLst>
              <a:ext uri="{FF2B5EF4-FFF2-40B4-BE49-F238E27FC236}">
                <a16:creationId xmlns:a16="http://schemas.microsoft.com/office/drawing/2014/main" id="{C3509FA5-92B4-2BB2-27E4-BAF3ABDD9585}"/>
              </a:ext>
            </a:extLst>
          </p:cNvPr>
          <p:cNvSpPr/>
          <p:nvPr/>
        </p:nvSpPr>
        <p:spPr>
          <a:xfrm>
            <a:off x="9095182" y="1984693"/>
            <a:ext cx="979491" cy="445359"/>
          </a:xfrm>
          <a:prstGeom prst="can">
            <a:avLst/>
          </a:prstGeom>
          <a:solidFill>
            <a:srgbClr val="FF33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392" tIns="45696" rIns="91392" bIns="45696" numCol="1" spcCol="0" rtlCol="0" fromWordArt="0" anchor="ctr" anchorCtr="0" forceAA="0" compatLnSpc="1">
            <a:prstTxWarp prst="textNoShape">
              <a:avLst/>
            </a:prstTxWarp>
            <a:noAutofit/>
          </a:bodyPr>
          <a:lstStyle/>
          <a:p>
            <a:pPr algn="ctr"/>
            <a:r>
              <a:rPr lang="en-US" sz="1050" b="1">
                <a:latin typeface="Open Sans Bold"/>
                <a:cs typeface="Open Sans Bold"/>
              </a:rPr>
              <a:t>Delegation</a:t>
            </a:r>
          </a:p>
          <a:p>
            <a:pPr algn="ctr"/>
            <a:r>
              <a:rPr lang="en-US" sz="1050" b="1">
                <a:latin typeface="Open Sans Bold"/>
                <a:cs typeface="Open Sans Bold"/>
              </a:rPr>
              <a:t>Compliance</a:t>
            </a:r>
          </a:p>
        </p:txBody>
      </p:sp>
      <p:sp>
        <p:nvSpPr>
          <p:cNvPr id="184" name="Cross 183">
            <a:extLst>
              <a:ext uri="{FF2B5EF4-FFF2-40B4-BE49-F238E27FC236}">
                <a16:creationId xmlns:a16="http://schemas.microsoft.com/office/drawing/2014/main" id="{CED7B47C-FA5A-988B-B81F-1C54073ACA82}"/>
              </a:ext>
            </a:extLst>
          </p:cNvPr>
          <p:cNvSpPr/>
          <p:nvPr/>
        </p:nvSpPr>
        <p:spPr>
          <a:xfrm>
            <a:off x="9964112" y="1930674"/>
            <a:ext cx="197426" cy="197426"/>
          </a:xfrm>
          <a:prstGeom prst="plus">
            <a:avLst>
              <a:gd name="adj" fmla="val 38955"/>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a:solidFill>
                <a:srgbClr val="00B050"/>
              </a:solidFill>
              <a:latin typeface="+mj-lt"/>
              <a:cs typeface="Open Sans Bold"/>
            </a:endParaRPr>
          </a:p>
        </p:txBody>
      </p:sp>
      <p:sp>
        <p:nvSpPr>
          <p:cNvPr id="189" name="Rectangle: Rounded Corners 188">
            <a:extLst>
              <a:ext uri="{FF2B5EF4-FFF2-40B4-BE49-F238E27FC236}">
                <a16:creationId xmlns:a16="http://schemas.microsoft.com/office/drawing/2014/main" id="{FA0860D7-C87B-6C1D-B140-D0957BC1EA36}"/>
              </a:ext>
            </a:extLst>
          </p:cNvPr>
          <p:cNvSpPr/>
          <p:nvPr/>
        </p:nvSpPr>
        <p:spPr>
          <a:xfrm>
            <a:off x="5898931" y="1356093"/>
            <a:ext cx="1591101" cy="56840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03">
              <a:defRPr/>
            </a:pPr>
            <a:r>
              <a:rPr lang="en-US" sz="1200" b="1">
                <a:solidFill>
                  <a:prstClr val="white"/>
                </a:solidFill>
                <a:latin typeface="Open Sans Bold"/>
                <a:cs typeface="Open Sans Bold"/>
                <a:sym typeface="Arial"/>
              </a:rPr>
              <a:t>Del Compliance</a:t>
            </a:r>
          </a:p>
          <a:p>
            <a:pPr algn="ctr" defTabSz="914103">
              <a:defRPr/>
            </a:pPr>
            <a:r>
              <a:rPr lang="en-US" sz="1200" b="1">
                <a:solidFill>
                  <a:prstClr val="white"/>
                </a:solidFill>
                <a:latin typeface="Open Sans Bold"/>
                <a:cs typeface="Open Sans Bold"/>
                <a:sym typeface="Arial"/>
              </a:rPr>
              <a:t>Maintenance</a:t>
            </a:r>
          </a:p>
          <a:p>
            <a:pPr algn="ctr" defTabSz="914103">
              <a:defRPr/>
            </a:pPr>
            <a:r>
              <a:rPr lang="en-US" sz="1200" b="1">
                <a:solidFill>
                  <a:prstClr val="white"/>
                </a:solidFill>
                <a:latin typeface="Open Sans Bold"/>
                <a:cs typeface="Open Sans Bold"/>
                <a:sym typeface="Arial"/>
              </a:rPr>
              <a:t>API</a:t>
            </a:r>
          </a:p>
        </p:txBody>
      </p:sp>
      <p:sp>
        <p:nvSpPr>
          <p:cNvPr id="190" name="TextBox 189">
            <a:extLst>
              <a:ext uri="{FF2B5EF4-FFF2-40B4-BE49-F238E27FC236}">
                <a16:creationId xmlns:a16="http://schemas.microsoft.com/office/drawing/2014/main" id="{861A01E0-778E-E4FF-59EC-7FA28FC87959}"/>
              </a:ext>
            </a:extLst>
          </p:cNvPr>
          <p:cNvSpPr txBox="1"/>
          <p:nvPr/>
        </p:nvSpPr>
        <p:spPr>
          <a:xfrm>
            <a:off x="7348217" y="1878347"/>
            <a:ext cx="356160" cy="153281"/>
          </a:xfrm>
          <a:prstGeom prst="rect">
            <a:avLst/>
          </a:prstGeom>
          <a:noFill/>
        </p:spPr>
        <p:txBody>
          <a:bodyPr wrap="none" lIns="0" tIns="0" rIns="0" bIns="0" rtlCol="0">
            <a:noAutofit/>
          </a:bodyPr>
          <a:lstStyle/>
          <a:p>
            <a:pPr defTabSz="456484" fontAlgn="base"/>
            <a:r>
              <a:rPr lang="en-US" sz="1000">
                <a:solidFill>
                  <a:schemeClr val="tx2"/>
                </a:solidFill>
                <a:highlight>
                  <a:srgbClr val="FFFF00"/>
                </a:highlight>
                <a:cs typeface="Open Sans Light"/>
              </a:rPr>
              <a:t>APIc</a:t>
            </a:r>
          </a:p>
        </p:txBody>
      </p:sp>
      <p:sp>
        <p:nvSpPr>
          <p:cNvPr id="191" name="Cross 190">
            <a:extLst>
              <a:ext uri="{FF2B5EF4-FFF2-40B4-BE49-F238E27FC236}">
                <a16:creationId xmlns:a16="http://schemas.microsoft.com/office/drawing/2014/main" id="{B7EE81E8-CFBB-3CC8-925E-2DFADBDDE7EF}"/>
              </a:ext>
            </a:extLst>
          </p:cNvPr>
          <p:cNvSpPr/>
          <p:nvPr/>
        </p:nvSpPr>
        <p:spPr>
          <a:xfrm>
            <a:off x="7319135" y="1257542"/>
            <a:ext cx="136763" cy="136763"/>
          </a:xfrm>
          <a:prstGeom prst="plus">
            <a:avLst>
              <a:gd name="adj" fmla="val 38955"/>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a:solidFill>
                <a:srgbClr val="00B050"/>
              </a:solidFill>
              <a:latin typeface="+mj-lt"/>
              <a:cs typeface="Open Sans Bold"/>
            </a:endParaRPr>
          </a:p>
        </p:txBody>
      </p:sp>
      <p:cxnSp>
        <p:nvCxnSpPr>
          <p:cNvPr id="192" name="Connector: Elbow 191">
            <a:extLst>
              <a:ext uri="{FF2B5EF4-FFF2-40B4-BE49-F238E27FC236}">
                <a16:creationId xmlns:a16="http://schemas.microsoft.com/office/drawing/2014/main" id="{41A7611C-F2F3-88CD-0AEF-EB3F32A94CF1}"/>
              </a:ext>
            </a:extLst>
          </p:cNvPr>
          <p:cNvCxnSpPr>
            <a:cxnSpLocks/>
            <a:stCxn id="189" idx="3"/>
            <a:endCxn id="193" idx="1"/>
          </p:cNvCxnSpPr>
          <p:nvPr/>
        </p:nvCxnSpPr>
        <p:spPr>
          <a:xfrm>
            <a:off x="7490032" y="1640297"/>
            <a:ext cx="359224" cy="102519"/>
          </a:xfrm>
          <a:prstGeom prst="bentConnector3">
            <a:avLst>
              <a:gd name="adj1" fmla="val 50000"/>
            </a:avLst>
          </a:prstGeom>
          <a:ln w="12700" cmpd="sng">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93" name="Rectangle: Rounded Corners 192">
            <a:extLst>
              <a:ext uri="{FF2B5EF4-FFF2-40B4-BE49-F238E27FC236}">
                <a16:creationId xmlns:a16="http://schemas.microsoft.com/office/drawing/2014/main" id="{E6954040-71A2-9228-FB37-E8790A87A26B}"/>
              </a:ext>
            </a:extLst>
          </p:cNvPr>
          <p:cNvSpPr/>
          <p:nvPr/>
        </p:nvSpPr>
        <p:spPr>
          <a:xfrm>
            <a:off x="7849256" y="1544724"/>
            <a:ext cx="748793" cy="396184"/>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03">
              <a:defRPr/>
            </a:pPr>
            <a:r>
              <a:rPr lang="en-US" sz="1200" b="1">
                <a:solidFill>
                  <a:prstClr val="white"/>
                </a:solidFill>
                <a:latin typeface="Open Sans Bold"/>
                <a:cs typeface="Open Sans Bold"/>
                <a:sym typeface="Arial"/>
              </a:rPr>
              <a:t>Data</a:t>
            </a:r>
          </a:p>
          <a:p>
            <a:pPr algn="ctr" defTabSz="914103">
              <a:defRPr/>
            </a:pPr>
            <a:r>
              <a:rPr lang="en-US" sz="1200" b="1">
                <a:solidFill>
                  <a:prstClr val="white"/>
                </a:solidFill>
                <a:latin typeface="Open Sans Bold"/>
                <a:cs typeface="Open Sans Bold"/>
                <a:sym typeface="Arial"/>
              </a:rPr>
              <a:t>Access</a:t>
            </a:r>
          </a:p>
        </p:txBody>
      </p:sp>
      <p:sp>
        <p:nvSpPr>
          <p:cNvPr id="194" name="TextBox 193">
            <a:extLst>
              <a:ext uri="{FF2B5EF4-FFF2-40B4-BE49-F238E27FC236}">
                <a16:creationId xmlns:a16="http://schemas.microsoft.com/office/drawing/2014/main" id="{D138B474-739F-3752-B2DF-87E27834AA59}"/>
              </a:ext>
            </a:extLst>
          </p:cNvPr>
          <p:cNvSpPr txBox="1"/>
          <p:nvPr/>
        </p:nvSpPr>
        <p:spPr>
          <a:xfrm>
            <a:off x="8385861" y="1913152"/>
            <a:ext cx="324859" cy="153282"/>
          </a:xfrm>
          <a:prstGeom prst="rect">
            <a:avLst/>
          </a:prstGeom>
          <a:noFill/>
        </p:spPr>
        <p:txBody>
          <a:bodyPr wrap="none" lIns="0" tIns="0" rIns="0" bIns="0" rtlCol="0">
            <a:noAutofit/>
          </a:bodyPr>
          <a:lstStyle/>
          <a:p>
            <a:pPr defTabSz="456484" fontAlgn="base"/>
            <a:r>
              <a:rPr lang="en-US" sz="1000">
                <a:solidFill>
                  <a:schemeClr val="tx2"/>
                </a:solidFill>
                <a:highlight>
                  <a:srgbClr val="FFFF00"/>
                </a:highlight>
                <a:cs typeface="Open Sans Light"/>
              </a:rPr>
              <a:t>Java</a:t>
            </a:r>
          </a:p>
        </p:txBody>
      </p:sp>
      <p:sp>
        <p:nvSpPr>
          <p:cNvPr id="195" name="Cross 194">
            <a:extLst>
              <a:ext uri="{FF2B5EF4-FFF2-40B4-BE49-F238E27FC236}">
                <a16:creationId xmlns:a16="http://schemas.microsoft.com/office/drawing/2014/main" id="{A83FC855-2C56-1E3C-3515-5C4EA6033AED}"/>
              </a:ext>
            </a:extLst>
          </p:cNvPr>
          <p:cNvSpPr/>
          <p:nvPr/>
        </p:nvSpPr>
        <p:spPr>
          <a:xfrm>
            <a:off x="8481509" y="1419313"/>
            <a:ext cx="136763" cy="136763"/>
          </a:xfrm>
          <a:prstGeom prst="plus">
            <a:avLst>
              <a:gd name="adj" fmla="val 38955"/>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a:solidFill>
                <a:srgbClr val="00B050"/>
              </a:solidFill>
              <a:latin typeface="+mj-lt"/>
              <a:cs typeface="Open Sans Bold"/>
            </a:endParaRPr>
          </a:p>
        </p:txBody>
      </p:sp>
      <p:cxnSp>
        <p:nvCxnSpPr>
          <p:cNvPr id="196" name="Connector: Elbow 195">
            <a:extLst>
              <a:ext uri="{FF2B5EF4-FFF2-40B4-BE49-F238E27FC236}">
                <a16:creationId xmlns:a16="http://schemas.microsoft.com/office/drawing/2014/main" id="{54EA09C9-9245-958A-E0A0-CA6304D3E494}"/>
              </a:ext>
            </a:extLst>
          </p:cNvPr>
          <p:cNvCxnSpPr>
            <a:cxnSpLocks/>
            <a:stCxn id="138" idx="3"/>
            <a:endCxn id="189" idx="1"/>
          </p:cNvCxnSpPr>
          <p:nvPr/>
        </p:nvCxnSpPr>
        <p:spPr>
          <a:xfrm flipV="1">
            <a:off x="3111445" y="1640297"/>
            <a:ext cx="2787486" cy="797296"/>
          </a:xfrm>
          <a:prstGeom prst="bentConnector3">
            <a:avLst>
              <a:gd name="adj1" fmla="val 50000"/>
            </a:avLst>
          </a:prstGeom>
          <a:ln w="12700" cmpd="sng">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99" name="Connector: Elbow 198">
            <a:extLst>
              <a:ext uri="{FF2B5EF4-FFF2-40B4-BE49-F238E27FC236}">
                <a16:creationId xmlns:a16="http://schemas.microsoft.com/office/drawing/2014/main" id="{F106A381-A5D2-6B25-406D-DDA30CA98462}"/>
              </a:ext>
            </a:extLst>
          </p:cNvPr>
          <p:cNvCxnSpPr>
            <a:cxnSpLocks/>
            <a:stCxn id="193" idx="3"/>
            <a:endCxn id="183" idx="2"/>
          </p:cNvCxnSpPr>
          <p:nvPr/>
        </p:nvCxnSpPr>
        <p:spPr>
          <a:xfrm>
            <a:off x="8598049" y="1742817"/>
            <a:ext cx="497134" cy="464556"/>
          </a:xfrm>
          <a:prstGeom prst="bentConnector3">
            <a:avLst>
              <a:gd name="adj1" fmla="val 50000"/>
            </a:avLst>
          </a:prstGeom>
          <a:ln w="12700" cmpd="sng">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 name="Rectangle: Rounded Corners 2">
            <a:extLst>
              <a:ext uri="{FF2B5EF4-FFF2-40B4-BE49-F238E27FC236}">
                <a16:creationId xmlns:a16="http://schemas.microsoft.com/office/drawing/2014/main" id="{1E09EE4B-4FFB-AAD3-6A57-5CE20AEEFBAE}"/>
              </a:ext>
            </a:extLst>
          </p:cNvPr>
          <p:cNvSpPr/>
          <p:nvPr/>
        </p:nvSpPr>
        <p:spPr bwMode="gray">
          <a:xfrm>
            <a:off x="8072958" y="36446"/>
            <a:ext cx="1648987" cy="814323"/>
          </a:xfrm>
          <a:prstGeom prst="roundRect">
            <a:avLst/>
          </a:prstGeom>
          <a:solidFill>
            <a:srgbClr val="CC0000"/>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799" b="1">
                <a:solidFill>
                  <a:schemeClr val="bg1"/>
                </a:solidFill>
              </a:rPr>
              <a:t>Feed to GCP BQ</a:t>
            </a:r>
          </a:p>
          <a:p>
            <a:pPr algn="ctr"/>
            <a:r>
              <a:rPr lang="en-US" sz="1799" b="1">
                <a:solidFill>
                  <a:schemeClr val="bg1"/>
                </a:solidFill>
              </a:rPr>
              <a:t>Sourcing</a:t>
            </a:r>
          </a:p>
        </p:txBody>
      </p:sp>
      <p:sp>
        <p:nvSpPr>
          <p:cNvPr id="24" name="Cylinder 23">
            <a:extLst>
              <a:ext uri="{FF2B5EF4-FFF2-40B4-BE49-F238E27FC236}">
                <a16:creationId xmlns:a16="http://schemas.microsoft.com/office/drawing/2014/main" id="{25CC3476-7F7F-7389-F64E-88EC1B4B743C}"/>
              </a:ext>
            </a:extLst>
          </p:cNvPr>
          <p:cNvSpPr/>
          <p:nvPr/>
        </p:nvSpPr>
        <p:spPr>
          <a:xfrm>
            <a:off x="6248500" y="172354"/>
            <a:ext cx="640293" cy="586737"/>
          </a:xfrm>
          <a:prstGeom prst="can">
            <a:avLst/>
          </a:prstGeom>
          <a:solidFill>
            <a:srgbClr val="FF33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392" tIns="45696" rIns="91392" bIns="45696" numCol="1" spcCol="0" rtlCol="0" fromWordArt="0" anchor="ctr" anchorCtr="0" forceAA="0" compatLnSpc="1">
            <a:prstTxWarp prst="textNoShape">
              <a:avLst/>
            </a:prstTxWarp>
            <a:noAutofit/>
          </a:bodyPr>
          <a:lstStyle/>
          <a:p>
            <a:pPr algn="ctr"/>
            <a:r>
              <a:rPr lang="en-US" sz="1050" b="1">
                <a:latin typeface="Open Sans Bold"/>
                <a:cs typeface="Open Sans Bold"/>
              </a:rPr>
              <a:t>IABoR</a:t>
            </a:r>
          </a:p>
        </p:txBody>
      </p:sp>
      <p:sp>
        <p:nvSpPr>
          <p:cNvPr id="25" name="Cylinder 24">
            <a:extLst>
              <a:ext uri="{FF2B5EF4-FFF2-40B4-BE49-F238E27FC236}">
                <a16:creationId xmlns:a16="http://schemas.microsoft.com/office/drawing/2014/main" id="{EF7C49FE-1ADD-CB62-75FD-5738E71EA7B5}"/>
              </a:ext>
            </a:extLst>
          </p:cNvPr>
          <p:cNvSpPr/>
          <p:nvPr/>
        </p:nvSpPr>
        <p:spPr>
          <a:xfrm>
            <a:off x="7035136" y="172354"/>
            <a:ext cx="640293" cy="586737"/>
          </a:xfrm>
          <a:prstGeom prst="can">
            <a:avLst/>
          </a:prstGeom>
          <a:solidFill>
            <a:srgbClr val="FF33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392" tIns="45696" rIns="91392" bIns="45696" numCol="1" spcCol="0" rtlCol="0" fromWordArt="0" anchor="ctr" anchorCtr="0" forceAA="0" compatLnSpc="1">
            <a:prstTxWarp prst="textNoShape">
              <a:avLst/>
            </a:prstTxWarp>
            <a:noAutofit/>
          </a:bodyPr>
          <a:lstStyle/>
          <a:p>
            <a:pPr algn="ctr"/>
            <a:r>
              <a:rPr lang="en-US" sz="1050" b="1">
                <a:latin typeface="Open Sans Bold"/>
                <a:cs typeface="Open Sans Bold"/>
              </a:rPr>
              <a:t>OBoR</a:t>
            </a:r>
          </a:p>
        </p:txBody>
      </p:sp>
      <p:sp>
        <p:nvSpPr>
          <p:cNvPr id="26" name="TextBox 25">
            <a:extLst>
              <a:ext uri="{FF2B5EF4-FFF2-40B4-BE49-F238E27FC236}">
                <a16:creationId xmlns:a16="http://schemas.microsoft.com/office/drawing/2014/main" id="{C99A3B27-18EF-8E6A-F9D6-36526986DF9B}"/>
              </a:ext>
            </a:extLst>
          </p:cNvPr>
          <p:cNvSpPr txBox="1"/>
          <p:nvPr/>
        </p:nvSpPr>
        <p:spPr>
          <a:xfrm>
            <a:off x="1685009" y="736375"/>
            <a:ext cx="2268412" cy="215444"/>
          </a:xfrm>
          <a:prstGeom prst="rect">
            <a:avLst/>
          </a:prstGeom>
          <a:noFill/>
        </p:spPr>
        <p:txBody>
          <a:bodyPr wrap="square" lIns="0" tIns="0" rIns="0" bIns="0" rtlCol="0" anchor="t">
            <a:spAutoFit/>
          </a:bodyPr>
          <a:lstStyle/>
          <a:p>
            <a:r>
              <a:rPr lang="en-US" sz="1400">
                <a:solidFill>
                  <a:srgbClr val="003366"/>
                </a:solidFill>
              </a:rPr>
              <a:t>CVS Health Appian Org</a:t>
            </a:r>
            <a:endParaRPr lang="en-US"/>
          </a:p>
        </p:txBody>
      </p:sp>
      <p:sp>
        <p:nvSpPr>
          <p:cNvPr id="38" name="Rectangle 37">
            <a:extLst>
              <a:ext uri="{FF2B5EF4-FFF2-40B4-BE49-F238E27FC236}">
                <a16:creationId xmlns:a16="http://schemas.microsoft.com/office/drawing/2014/main" id="{3C442548-2E08-E640-FDCA-DDE7848EA801}"/>
              </a:ext>
            </a:extLst>
          </p:cNvPr>
          <p:cNvSpPr/>
          <p:nvPr/>
        </p:nvSpPr>
        <p:spPr>
          <a:xfrm>
            <a:off x="1834779" y="1664653"/>
            <a:ext cx="2126418" cy="2776827"/>
          </a:xfrm>
          <a:prstGeom prst="rect">
            <a:avLst/>
          </a:prstGeom>
          <a:noFill/>
          <a:ln>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b="1">
              <a:latin typeface="Open Sans Bold"/>
              <a:cs typeface="Open Sans Bold"/>
            </a:endParaRPr>
          </a:p>
        </p:txBody>
      </p:sp>
      <p:sp>
        <p:nvSpPr>
          <p:cNvPr id="8" name="Cross 7">
            <a:extLst>
              <a:ext uri="{FF2B5EF4-FFF2-40B4-BE49-F238E27FC236}">
                <a16:creationId xmlns:a16="http://schemas.microsoft.com/office/drawing/2014/main" id="{A4D38541-2269-CDC3-6D07-221940AB8CB9}"/>
              </a:ext>
            </a:extLst>
          </p:cNvPr>
          <p:cNvSpPr/>
          <p:nvPr/>
        </p:nvSpPr>
        <p:spPr>
          <a:xfrm>
            <a:off x="3792363" y="1644102"/>
            <a:ext cx="197426" cy="197426"/>
          </a:xfrm>
          <a:prstGeom prst="plus">
            <a:avLst>
              <a:gd name="adj" fmla="val 38955"/>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a:solidFill>
                <a:srgbClr val="00B050"/>
              </a:solidFill>
              <a:latin typeface="+mj-lt"/>
              <a:cs typeface="Open Sans Bold"/>
            </a:endParaRPr>
          </a:p>
        </p:txBody>
      </p:sp>
      <p:grpSp>
        <p:nvGrpSpPr>
          <p:cNvPr id="12" name="Group 11">
            <a:extLst>
              <a:ext uri="{FF2B5EF4-FFF2-40B4-BE49-F238E27FC236}">
                <a16:creationId xmlns:a16="http://schemas.microsoft.com/office/drawing/2014/main" id="{733D6119-426A-BE5F-EFB7-058855EAC0D5}"/>
              </a:ext>
            </a:extLst>
          </p:cNvPr>
          <p:cNvGrpSpPr/>
          <p:nvPr/>
        </p:nvGrpSpPr>
        <p:grpSpPr>
          <a:xfrm>
            <a:off x="1800339" y="1021174"/>
            <a:ext cx="1756022" cy="349043"/>
            <a:chOff x="1829522" y="1089268"/>
            <a:chExt cx="1756022" cy="349043"/>
          </a:xfrm>
        </p:grpSpPr>
        <p:sp>
          <p:nvSpPr>
            <p:cNvPr id="52" name="Rectangle 51">
              <a:extLst>
                <a:ext uri="{FF2B5EF4-FFF2-40B4-BE49-F238E27FC236}">
                  <a16:creationId xmlns:a16="http://schemas.microsoft.com/office/drawing/2014/main" id="{1F5B3F21-83EE-7421-1649-DB38AC1DD60C}"/>
                </a:ext>
              </a:extLst>
            </p:cNvPr>
            <p:cNvSpPr/>
            <p:nvPr/>
          </p:nvSpPr>
          <p:spPr>
            <a:xfrm>
              <a:off x="1829522" y="1089268"/>
              <a:ext cx="842361" cy="349043"/>
            </a:xfrm>
            <a:prstGeom prst="rect">
              <a:avLst/>
            </a:prstGeom>
            <a:noFill/>
            <a:ln>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b="1">
                <a:latin typeface="Open Sans Bold"/>
                <a:cs typeface="Open Sans Bold"/>
              </a:endParaRPr>
            </a:p>
          </p:txBody>
        </p:sp>
        <p:sp>
          <p:nvSpPr>
            <p:cNvPr id="53" name="TextBox 52">
              <a:extLst>
                <a:ext uri="{FF2B5EF4-FFF2-40B4-BE49-F238E27FC236}">
                  <a16:creationId xmlns:a16="http://schemas.microsoft.com/office/drawing/2014/main" id="{C7A9B329-690E-4727-3745-3B8A24EC5A2D}"/>
                </a:ext>
              </a:extLst>
            </p:cNvPr>
            <p:cNvSpPr txBox="1"/>
            <p:nvPr/>
          </p:nvSpPr>
          <p:spPr>
            <a:xfrm>
              <a:off x="1843726" y="1154565"/>
              <a:ext cx="1741818" cy="215388"/>
            </a:xfrm>
            <a:prstGeom prst="rect">
              <a:avLst/>
            </a:prstGeom>
            <a:noFill/>
          </p:spPr>
          <p:txBody>
            <a:bodyPr wrap="square" lIns="0" tIns="0" rIns="0" bIns="0" rtlCol="0" anchor="t">
              <a:spAutoFit/>
            </a:bodyPr>
            <a:lstStyle/>
            <a:p>
              <a:r>
                <a:rPr lang="en-US" sz="1400">
                  <a:solidFill>
                    <a:srgbClr val="003366"/>
                  </a:solidFill>
                </a:rPr>
                <a:t>P360 App</a:t>
              </a:r>
              <a:endParaRPr lang="en-US"/>
            </a:p>
          </p:txBody>
        </p:sp>
      </p:grpSp>
      <p:grpSp>
        <p:nvGrpSpPr>
          <p:cNvPr id="23" name="Group 22">
            <a:extLst>
              <a:ext uri="{FF2B5EF4-FFF2-40B4-BE49-F238E27FC236}">
                <a16:creationId xmlns:a16="http://schemas.microsoft.com/office/drawing/2014/main" id="{3156EB30-E972-4658-0099-EE97C8E62D91}"/>
              </a:ext>
            </a:extLst>
          </p:cNvPr>
          <p:cNvGrpSpPr/>
          <p:nvPr/>
        </p:nvGrpSpPr>
        <p:grpSpPr>
          <a:xfrm>
            <a:off x="2899559" y="1021173"/>
            <a:ext cx="1756022" cy="349043"/>
            <a:chOff x="1829522" y="1089268"/>
            <a:chExt cx="1756022" cy="349043"/>
          </a:xfrm>
        </p:grpSpPr>
        <p:sp>
          <p:nvSpPr>
            <p:cNvPr id="28" name="Rectangle 27">
              <a:extLst>
                <a:ext uri="{FF2B5EF4-FFF2-40B4-BE49-F238E27FC236}">
                  <a16:creationId xmlns:a16="http://schemas.microsoft.com/office/drawing/2014/main" id="{015FBF9B-E890-1CFB-BF4F-72D28D5CB053}"/>
                </a:ext>
              </a:extLst>
            </p:cNvPr>
            <p:cNvSpPr/>
            <p:nvPr/>
          </p:nvSpPr>
          <p:spPr>
            <a:xfrm>
              <a:off x="1829522" y="1089268"/>
              <a:ext cx="842361" cy="349043"/>
            </a:xfrm>
            <a:prstGeom prst="rect">
              <a:avLst/>
            </a:prstGeom>
            <a:noFill/>
            <a:ln>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b="1">
                <a:latin typeface="Open Sans Bold"/>
                <a:cs typeface="Open Sans Bold"/>
              </a:endParaRPr>
            </a:p>
          </p:txBody>
        </p:sp>
        <p:sp>
          <p:nvSpPr>
            <p:cNvPr id="37" name="TextBox 36">
              <a:extLst>
                <a:ext uri="{FF2B5EF4-FFF2-40B4-BE49-F238E27FC236}">
                  <a16:creationId xmlns:a16="http://schemas.microsoft.com/office/drawing/2014/main" id="{2FA5CE24-6FE7-BCED-ED9A-949D39368E6E}"/>
                </a:ext>
              </a:extLst>
            </p:cNvPr>
            <p:cNvSpPr txBox="1"/>
            <p:nvPr/>
          </p:nvSpPr>
          <p:spPr>
            <a:xfrm>
              <a:off x="1843726" y="1154565"/>
              <a:ext cx="1741818" cy="215388"/>
            </a:xfrm>
            <a:prstGeom prst="rect">
              <a:avLst/>
            </a:prstGeom>
            <a:noFill/>
          </p:spPr>
          <p:txBody>
            <a:bodyPr wrap="square" lIns="0" tIns="0" rIns="0" bIns="0" rtlCol="0" anchor="t">
              <a:spAutoFit/>
            </a:bodyPr>
            <a:lstStyle/>
            <a:p>
              <a:r>
                <a:rPr lang="en-US" sz="1400">
                  <a:solidFill>
                    <a:srgbClr val="003366"/>
                  </a:solidFill>
                </a:rPr>
                <a:t>PDRE App</a:t>
              </a:r>
              <a:endParaRPr lang="en-US"/>
            </a:p>
          </p:txBody>
        </p:sp>
      </p:grpSp>
    </p:spTree>
    <p:extLst>
      <p:ext uri="{BB962C8B-B14F-4D97-AF65-F5344CB8AC3E}">
        <p14:creationId xmlns:p14="http://schemas.microsoft.com/office/powerpoint/2010/main" val="42825902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9EEB84-C9B5-9470-50EB-4074194F9AF3}"/>
              </a:ext>
            </a:extLst>
          </p:cNvPr>
          <p:cNvSpPr>
            <a:spLocks noGrp="1"/>
          </p:cNvSpPr>
          <p:nvPr>
            <p:ph type="title"/>
          </p:nvPr>
        </p:nvSpPr>
        <p:spPr>
          <a:xfrm>
            <a:off x="557783" y="332278"/>
            <a:ext cx="9665208" cy="425474"/>
          </a:xfrm>
        </p:spPr>
        <p:txBody>
          <a:bodyPr/>
          <a:lstStyle/>
          <a:p>
            <a:r>
              <a:rPr lang="en-US"/>
              <a:t>Delegation 360 MVP Conceptual Data Model</a:t>
            </a:r>
          </a:p>
        </p:txBody>
      </p:sp>
      <p:sp>
        <p:nvSpPr>
          <p:cNvPr id="4" name="Rectangle 3">
            <a:extLst>
              <a:ext uri="{FF2B5EF4-FFF2-40B4-BE49-F238E27FC236}">
                <a16:creationId xmlns:a16="http://schemas.microsoft.com/office/drawing/2014/main" id="{763711D8-113D-1FB2-BBFC-1A7481C7FF09}"/>
              </a:ext>
            </a:extLst>
          </p:cNvPr>
          <p:cNvSpPr/>
          <p:nvPr/>
        </p:nvSpPr>
        <p:spPr>
          <a:xfrm>
            <a:off x="3507609" y="1975910"/>
            <a:ext cx="909413" cy="579524"/>
          </a:xfrm>
          <a:prstGeom prst="rect">
            <a:avLst/>
          </a:prstGeom>
          <a:solidFill>
            <a:srgbClr val="FF33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696" rIns="0" bIns="45696" numCol="1" spcCol="0" rtlCol="0" fromWordArt="0" anchor="ctr" anchorCtr="0" forceAA="0" compatLnSpc="1">
            <a:prstTxWarp prst="textNoShape">
              <a:avLst/>
            </a:prstTxWarp>
            <a:noAutofit/>
          </a:bodyPr>
          <a:lstStyle/>
          <a:p>
            <a:pPr algn="ctr"/>
            <a:r>
              <a:rPr lang="en-US" sz="1000">
                <a:latin typeface="Open Sans Bold"/>
                <a:cs typeface="Open Sans Bold"/>
              </a:rPr>
              <a:t>Delegate</a:t>
            </a:r>
          </a:p>
        </p:txBody>
      </p:sp>
      <p:sp>
        <p:nvSpPr>
          <p:cNvPr id="5" name="Rectangle 4">
            <a:extLst>
              <a:ext uri="{FF2B5EF4-FFF2-40B4-BE49-F238E27FC236}">
                <a16:creationId xmlns:a16="http://schemas.microsoft.com/office/drawing/2014/main" id="{17B1FB85-4498-C490-90AE-F5CF999123A0}"/>
              </a:ext>
            </a:extLst>
          </p:cNvPr>
          <p:cNvSpPr/>
          <p:nvPr/>
        </p:nvSpPr>
        <p:spPr>
          <a:xfrm>
            <a:off x="5626688" y="1975911"/>
            <a:ext cx="909413" cy="579524"/>
          </a:xfrm>
          <a:prstGeom prst="rect">
            <a:avLst/>
          </a:prstGeom>
          <a:solidFill>
            <a:srgbClr val="FF33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696" rIns="0" bIns="45696" numCol="1" spcCol="0" rtlCol="0" fromWordArt="0" anchor="ctr" anchorCtr="0" forceAA="0" compatLnSpc="1">
            <a:prstTxWarp prst="textNoShape">
              <a:avLst/>
            </a:prstTxWarp>
            <a:noAutofit/>
          </a:bodyPr>
          <a:lstStyle/>
          <a:p>
            <a:pPr algn="ctr"/>
            <a:r>
              <a:rPr lang="en-US" sz="1000">
                <a:latin typeface="Open Sans Bold"/>
                <a:cs typeface="Open Sans Bold"/>
              </a:rPr>
              <a:t>Delegation</a:t>
            </a:r>
          </a:p>
        </p:txBody>
      </p:sp>
      <p:sp>
        <p:nvSpPr>
          <p:cNvPr id="7" name="TextBox 6">
            <a:extLst>
              <a:ext uri="{FF2B5EF4-FFF2-40B4-BE49-F238E27FC236}">
                <a16:creationId xmlns:a16="http://schemas.microsoft.com/office/drawing/2014/main" id="{3A132A41-4AE4-D36F-887D-2FF4C8D65C91}"/>
              </a:ext>
            </a:extLst>
          </p:cNvPr>
          <p:cNvSpPr txBox="1"/>
          <p:nvPr/>
        </p:nvSpPr>
        <p:spPr>
          <a:xfrm>
            <a:off x="3962315" y="2555433"/>
            <a:ext cx="1796288" cy="600008"/>
          </a:xfrm>
          <a:prstGeom prst="rect">
            <a:avLst/>
          </a:prstGeom>
          <a:noFill/>
        </p:spPr>
        <p:txBody>
          <a:bodyPr wrap="square" rtlCol="0">
            <a:spAutoFit/>
          </a:bodyPr>
          <a:lstStyle/>
          <a:p>
            <a:r>
              <a:rPr lang="en-US" sz="1100"/>
              <a:t>Id</a:t>
            </a:r>
          </a:p>
          <a:p>
            <a:r>
              <a:rPr lang="en-US" sz="1100"/>
              <a:t>Name</a:t>
            </a:r>
          </a:p>
          <a:p>
            <a:r>
              <a:rPr lang="en-US" sz="1100"/>
              <a:t>etc.</a:t>
            </a:r>
          </a:p>
        </p:txBody>
      </p:sp>
      <p:cxnSp>
        <p:nvCxnSpPr>
          <p:cNvPr id="8" name="Straight Connector 7">
            <a:extLst>
              <a:ext uri="{FF2B5EF4-FFF2-40B4-BE49-F238E27FC236}">
                <a16:creationId xmlns:a16="http://schemas.microsoft.com/office/drawing/2014/main" id="{6C1CE571-97E8-45CC-C6D1-142D8CE454D2}"/>
              </a:ext>
            </a:extLst>
          </p:cNvPr>
          <p:cNvCxnSpPr>
            <a:cxnSpLocks/>
          </p:cNvCxnSpPr>
          <p:nvPr/>
        </p:nvCxnSpPr>
        <p:spPr>
          <a:xfrm>
            <a:off x="4417023" y="2265672"/>
            <a:ext cx="1209666" cy="1"/>
          </a:xfrm>
          <a:prstGeom prst="line">
            <a:avLst/>
          </a:prstGeom>
          <a:ln w="12700" cmpd="sng">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AF2BB608-96E8-5793-9D7B-AF046F346AA7}"/>
              </a:ext>
            </a:extLst>
          </p:cNvPr>
          <p:cNvSpPr txBox="1"/>
          <p:nvPr/>
        </p:nvSpPr>
        <p:spPr>
          <a:xfrm>
            <a:off x="3526251" y="2566128"/>
            <a:ext cx="574641" cy="261542"/>
          </a:xfrm>
          <a:prstGeom prst="rect">
            <a:avLst/>
          </a:prstGeom>
          <a:noFill/>
        </p:spPr>
        <p:txBody>
          <a:bodyPr wrap="square" rtlCol="0">
            <a:spAutoFit/>
          </a:bodyPr>
          <a:lstStyle/>
          <a:p>
            <a:pPr algn="ctr"/>
            <a:r>
              <a:rPr lang="en-US" sz="1100" b="1">
                <a:solidFill>
                  <a:srgbClr val="FF0000"/>
                </a:solidFill>
                <a:latin typeface="Bell MT" panose="02020503060305020303" pitchFamily="18" charset="0"/>
              </a:rPr>
              <a:t>(I)</a:t>
            </a:r>
          </a:p>
        </p:txBody>
      </p:sp>
      <p:sp>
        <p:nvSpPr>
          <p:cNvPr id="10" name="TextBox 9">
            <a:extLst>
              <a:ext uri="{FF2B5EF4-FFF2-40B4-BE49-F238E27FC236}">
                <a16:creationId xmlns:a16="http://schemas.microsoft.com/office/drawing/2014/main" id="{8741885C-CA76-5638-43DF-A152914CBB8C}"/>
              </a:ext>
            </a:extLst>
          </p:cNvPr>
          <p:cNvSpPr txBox="1"/>
          <p:nvPr/>
        </p:nvSpPr>
        <p:spPr>
          <a:xfrm>
            <a:off x="5956961" y="2547740"/>
            <a:ext cx="575257" cy="261542"/>
          </a:xfrm>
          <a:prstGeom prst="rect">
            <a:avLst/>
          </a:prstGeom>
          <a:noFill/>
        </p:spPr>
        <p:txBody>
          <a:bodyPr wrap="square" rtlCol="0">
            <a:spAutoFit/>
          </a:bodyPr>
          <a:lstStyle/>
          <a:p>
            <a:pPr algn="ctr"/>
            <a:r>
              <a:rPr lang="en-US" sz="1100" b="1">
                <a:solidFill>
                  <a:srgbClr val="FF0000"/>
                </a:solidFill>
                <a:latin typeface="Bell MT" panose="02020503060305020303" pitchFamily="18" charset="0"/>
              </a:rPr>
              <a:t>(I)</a:t>
            </a:r>
          </a:p>
        </p:txBody>
      </p:sp>
      <p:sp>
        <p:nvSpPr>
          <p:cNvPr id="11" name="Rectangle 10">
            <a:extLst>
              <a:ext uri="{FF2B5EF4-FFF2-40B4-BE49-F238E27FC236}">
                <a16:creationId xmlns:a16="http://schemas.microsoft.com/office/drawing/2014/main" id="{2CF35C7A-02B5-11D6-5438-C0CCBC1B4EFF}"/>
              </a:ext>
            </a:extLst>
          </p:cNvPr>
          <p:cNvSpPr/>
          <p:nvPr/>
        </p:nvSpPr>
        <p:spPr>
          <a:xfrm>
            <a:off x="1486329" y="3258424"/>
            <a:ext cx="909413" cy="579524"/>
          </a:xfrm>
          <a:prstGeom prst="rect">
            <a:avLst/>
          </a:prstGeom>
          <a:solidFill>
            <a:srgbClr val="FF33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696" rIns="0" bIns="45696" numCol="1" spcCol="0" rtlCol="0" fromWordArt="0" anchor="ctr" anchorCtr="0" forceAA="0" compatLnSpc="1">
            <a:prstTxWarp prst="textNoShape">
              <a:avLst/>
            </a:prstTxWarp>
            <a:noAutofit/>
          </a:bodyPr>
          <a:lstStyle/>
          <a:p>
            <a:pPr algn="ctr"/>
            <a:r>
              <a:rPr lang="en-US" sz="1000">
                <a:latin typeface="Open Sans Bold"/>
                <a:cs typeface="Open Sans Bold"/>
              </a:rPr>
              <a:t>Compliance</a:t>
            </a:r>
          </a:p>
          <a:p>
            <a:pPr algn="ctr"/>
            <a:r>
              <a:rPr lang="en-US" sz="1000">
                <a:latin typeface="Open Sans Bold"/>
                <a:cs typeface="Open Sans Bold"/>
              </a:rPr>
              <a:t>Topic</a:t>
            </a:r>
          </a:p>
        </p:txBody>
      </p:sp>
      <p:cxnSp>
        <p:nvCxnSpPr>
          <p:cNvPr id="12" name="Connector: Elbow 11">
            <a:extLst>
              <a:ext uri="{FF2B5EF4-FFF2-40B4-BE49-F238E27FC236}">
                <a16:creationId xmlns:a16="http://schemas.microsoft.com/office/drawing/2014/main" id="{3A0DE2BA-64C3-D3B0-0294-CD5BB831CF09}"/>
              </a:ext>
            </a:extLst>
          </p:cNvPr>
          <p:cNvCxnSpPr>
            <a:cxnSpLocks/>
          </p:cNvCxnSpPr>
          <p:nvPr/>
        </p:nvCxnSpPr>
        <p:spPr>
          <a:xfrm rot="5400000">
            <a:off x="4680099" y="2310749"/>
            <a:ext cx="1156609" cy="1645982"/>
          </a:xfrm>
          <a:prstGeom prst="bentConnector2">
            <a:avLst/>
          </a:prstGeom>
          <a:ln w="12700" cmpd="sng">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C3424596-2977-CFB8-1DAF-00321896297D}"/>
              </a:ext>
            </a:extLst>
          </p:cNvPr>
          <p:cNvSpPr/>
          <p:nvPr/>
        </p:nvSpPr>
        <p:spPr>
          <a:xfrm>
            <a:off x="5617039" y="795463"/>
            <a:ext cx="909413" cy="579524"/>
          </a:xfrm>
          <a:prstGeom prst="rect">
            <a:avLst/>
          </a:prstGeom>
          <a:solidFill>
            <a:srgbClr val="FF33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696" rIns="0" bIns="45696" numCol="1" spcCol="0" rtlCol="0" fromWordArt="0" anchor="ctr" anchorCtr="0" forceAA="0" compatLnSpc="1">
            <a:prstTxWarp prst="textNoShape">
              <a:avLst/>
            </a:prstTxWarp>
            <a:noAutofit/>
          </a:bodyPr>
          <a:lstStyle/>
          <a:p>
            <a:pPr algn="ctr"/>
            <a:r>
              <a:rPr lang="en-US" sz="1000">
                <a:latin typeface="Open Sans Bold"/>
                <a:cs typeface="Open Sans Bold"/>
              </a:rPr>
              <a:t>Delegation</a:t>
            </a:r>
          </a:p>
          <a:p>
            <a:pPr algn="ctr"/>
            <a:r>
              <a:rPr lang="en-US" sz="1000">
                <a:latin typeface="Open Sans Bold"/>
                <a:cs typeface="Open Sans Bold"/>
              </a:rPr>
              <a:t>Type</a:t>
            </a:r>
          </a:p>
        </p:txBody>
      </p:sp>
      <p:sp>
        <p:nvSpPr>
          <p:cNvPr id="22" name="TextBox 21">
            <a:extLst>
              <a:ext uri="{FF2B5EF4-FFF2-40B4-BE49-F238E27FC236}">
                <a16:creationId xmlns:a16="http://schemas.microsoft.com/office/drawing/2014/main" id="{33D14FE5-7B51-2EBE-E22E-A3933A939714}"/>
              </a:ext>
            </a:extLst>
          </p:cNvPr>
          <p:cNvSpPr txBox="1"/>
          <p:nvPr/>
        </p:nvSpPr>
        <p:spPr>
          <a:xfrm>
            <a:off x="6254125" y="1404481"/>
            <a:ext cx="1796288" cy="430775"/>
          </a:xfrm>
          <a:prstGeom prst="rect">
            <a:avLst/>
          </a:prstGeom>
          <a:noFill/>
        </p:spPr>
        <p:txBody>
          <a:bodyPr wrap="square" rtlCol="0">
            <a:spAutoFit/>
          </a:bodyPr>
          <a:lstStyle/>
          <a:p>
            <a:r>
              <a:rPr lang="en-US" sz="1100"/>
              <a:t>Code (Clinical, Claims)</a:t>
            </a:r>
          </a:p>
          <a:p>
            <a:r>
              <a:rPr lang="en-US" sz="1100"/>
              <a:t>Description</a:t>
            </a:r>
          </a:p>
        </p:txBody>
      </p:sp>
      <p:sp>
        <p:nvSpPr>
          <p:cNvPr id="23" name="TextBox 22">
            <a:extLst>
              <a:ext uri="{FF2B5EF4-FFF2-40B4-BE49-F238E27FC236}">
                <a16:creationId xmlns:a16="http://schemas.microsoft.com/office/drawing/2014/main" id="{A1D71E15-FCA7-901F-26AF-D39BC296E7D1}"/>
              </a:ext>
            </a:extLst>
          </p:cNvPr>
          <p:cNvSpPr txBox="1"/>
          <p:nvPr/>
        </p:nvSpPr>
        <p:spPr>
          <a:xfrm>
            <a:off x="6081395" y="1410379"/>
            <a:ext cx="358662" cy="261542"/>
          </a:xfrm>
          <a:prstGeom prst="rect">
            <a:avLst/>
          </a:prstGeom>
          <a:noFill/>
        </p:spPr>
        <p:txBody>
          <a:bodyPr wrap="square" rtlCol="0">
            <a:spAutoFit/>
          </a:bodyPr>
          <a:lstStyle/>
          <a:p>
            <a:r>
              <a:rPr lang="en-US" sz="1100" b="1">
                <a:solidFill>
                  <a:srgbClr val="FF0000"/>
                </a:solidFill>
                <a:latin typeface="Bell MT" panose="02020503060305020303" pitchFamily="18" charset="0"/>
              </a:rPr>
              <a:t>(I)</a:t>
            </a:r>
            <a:endParaRPr lang="en-US" sz="1100">
              <a:latin typeface="Bell MT" panose="02020503060305020303" pitchFamily="18" charset="0"/>
            </a:endParaRPr>
          </a:p>
        </p:txBody>
      </p:sp>
      <p:cxnSp>
        <p:nvCxnSpPr>
          <p:cNvPr id="25" name="Connector: Elbow 24">
            <a:extLst>
              <a:ext uri="{FF2B5EF4-FFF2-40B4-BE49-F238E27FC236}">
                <a16:creationId xmlns:a16="http://schemas.microsoft.com/office/drawing/2014/main" id="{F4FF71F4-C606-284E-FE25-D227A6C75AE7}"/>
              </a:ext>
            </a:extLst>
          </p:cNvPr>
          <p:cNvCxnSpPr>
            <a:cxnSpLocks/>
          </p:cNvCxnSpPr>
          <p:nvPr/>
        </p:nvCxnSpPr>
        <p:spPr>
          <a:xfrm>
            <a:off x="5951757" y="1334998"/>
            <a:ext cx="19648" cy="640912"/>
          </a:xfrm>
          <a:prstGeom prst="bentConnector3">
            <a:avLst>
              <a:gd name="adj1" fmla="val 50000"/>
            </a:avLst>
          </a:prstGeom>
          <a:ln w="12700" cmpd="sng">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0C8B0569-FD06-0CA2-3B62-1E3E98687DC0}"/>
              </a:ext>
            </a:extLst>
          </p:cNvPr>
          <p:cNvSpPr txBox="1"/>
          <p:nvPr/>
        </p:nvSpPr>
        <p:spPr>
          <a:xfrm>
            <a:off x="6333782" y="2555433"/>
            <a:ext cx="1796288" cy="938475"/>
          </a:xfrm>
          <a:prstGeom prst="rect">
            <a:avLst/>
          </a:prstGeom>
          <a:noFill/>
        </p:spPr>
        <p:txBody>
          <a:bodyPr wrap="square" rtlCol="0">
            <a:spAutoFit/>
          </a:bodyPr>
          <a:lstStyle/>
          <a:p>
            <a:r>
              <a:rPr lang="en-US" sz="1100"/>
              <a:t>Id</a:t>
            </a:r>
          </a:p>
          <a:p>
            <a:r>
              <a:rPr lang="en-US" sz="1100"/>
              <a:t>FK Del Type Code</a:t>
            </a:r>
          </a:p>
          <a:p>
            <a:r>
              <a:rPr lang="en-US" sz="1100"/>
              <a:t>Effective Date</a:t>
            </a:r>
          </a:p>
          <a:p>
            <a:r>
              <a:rPr lang="en-US" sz="1100"/>
              <a:t>Expiration Date</a:t>
            </a:r>
          </a:p>
          <a:p>
            <a:r>
              <a:rPr lang="en-US" sz="1100"/>
              <a:t>etc.</a:t>
            </a:r>
          </a:p>
        </p:txBody>
      </p:sp>
      <p:sp>
        <p:nvSpPr>
          <p:cNvPr id="33" name="Rectangle 32">
            <a:extLst>
              <a:ext uri="{FF2B5EF4-FFF2-40B4-BE49-F238E27FC236}">
                <a16:creationId xmlns:a16="http://schemas.microsoft.com/office/drawing/2014/main" id="{27FD92B5-FB25-D7C1-7AEA-5DF3B2319E13}"/>
              </a:ext>
            </a:extLst>
          </p:cNvPr>
          <p:cNvSpPr/>
          <p:nvPr/>
        </p:nvSpPr>
        <p:spPr>
          <a:xfrm>
            <a:off x="3525998" y="4664025"/>
            <a:ext cx="909413" cy="579524"/>
          </a:xfrm>
          <a:prstGeom prst="rect">
            <a:avLst/>
          </a:prstGeom>
          <a:solidFill>
            <a:srgbClr val="FF33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696" rIns="0" bIns="45696" numCol="1" spcCol="0" rtlCol="0" fromWordArt="0" anchor="ctr" anchorCtr="0" forceAA="0" compatLnSpc="1">
            <a:prstTxWarp prst="textNoShape">
              <a:avLst/>
            </a:prstTxWarp>
            <a:noAutofit/>
          </a:bodyPr>
          <a:lstStyle/>
          <a:p>
            <a:pPr algn="ctr"/>
            <a:r>
              <a:rPr lang="en-US" sz="1000">
                <a:latin typeface="Open Sans Bold"/>
                <a:cs typeface="Open Sans Bold"/>
              </a:rPr>
              <a:t>Compliance</a:t>
            </a:r>
          </a:p>
          <a:p>
            <a:pPr algn="ctr"/>
            <a:r>
              <a:rPr lang="en-US" sz="1000">
                <a:latin typeface="Open Sans Bold"/>
                <a:cs typeface="Open Sans Bold"/>
              </a:rPr>
              <a:t>Event</a:t>
            </a:r>
          </a:p>
        </p:txBody>
      </p:sp>
      <p:cxnSp>
        <p:nvCxnSpPr>
          <p:cNvPr id="34" name="Straight Connector 33">
            <a:extLst>
              <a:ext uri="{FF2B5EF4-FFF2-40B4-BE49-F238E27FC236}">
                <a16:creationId xmlns:a16="http://schemas.microsoft.com/office/drawing/2014/main" id="{FDFF60B7-534C-3254-6D5F-1234D62E01AF}"/>
              </a:ext>
            </a:extLst>
          </p:cNvPr>
          <p:cNvCxnSpPr>
            <a:cxnSpLocks/>
          </p:cNvCxnSpPr>
          <p:nvPr/>
        </p:nvCxnSpPr>
        <p:spPr>
          <a:xfrm>
            <a:off x="3940710" y="3797960"/>
            <a:ext cx="0" cy="846071"/>
          </a:xfrm>
          <a:prstGeom prst="line">
            <a:avLst/>
          </a:prstGeom>
          <a:ln w="12700" cmpd="sng">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2" name="Rectangle 41">
            <a:extLst>
              <a:ext uri="{FF2B5EF4-FFF2-40B4-BE49-F238E27FC236}">
                <a16:creationId xmlns:a16="http://schemas.microsoft.com/office/drawing/2014/main" id="{FF34BEB4-5E96-BA67-0544-F197748A8293}"/>
              </a:ext>
            </a:extLst>
          </p:cNvPr>
          <p:cNvSpPr/>
          <p:nvPr/>
        </p:nvSpPr>
        <p:spPr>
          <a:xfrm>
            <a:off x="3525998" y="3258424"/>
            <a:ext cx="909413" cy="579524"/>
          </a:xfrm>
          <a:prstGeom prst="rect">
            <a:avLst/>
          </a:prstGeom>
          <a:solidFill>
            <a:srgbClr val="FF33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696" rIns="0" bIns="45696" numCol="1" spcCol="0" rtlCol="0" fromWordArt="0" anchor="ctr" anchorCtr="0" forceAA="0" compatLnSpc="1">
            <a:prstTxWarp prst="textNoShape">
              <a:avLst/>
            </a:prstTxWarp>
            <a:noAutofit/>
          </a:bodyPr>
          <a:lstStyle/>
          <a:p>
            <a:pPr algn="ctr"/>
            <a:r>
              <a:rPr lang="en-US" sz="1000">
                <a:latin typeface="Open Sans Bold"/>
                <a:cs typeface="Open Sans Bold"/>
              </a:rPr>
              <a:t>Delegation</a:t>
            </a:r>
          </a:p>
          <a:p>
            <a:pPr algn="ctr"/>
            <a:r>
              <a:rPr lang="en-US" sz="1000">
                <a:latin typeface="Open Sans Bold"/>
                <a:cs typeface="Open Sans Bold"/>
              </a:rPr>
              <a:t>Compliance</a:t>
            </a:r>
          </a:p>
          <a:p>
            <a:pPr algn="ctr"/>
            <a:r>
              <a:rPr lang="en-US" sz="1000">
                <a:latin typeface="Open Sans Bold"/>
                <a:cs typeface="Open Sans Bold"/>
              </a:rPr>
              <a:t>Topic</a:t>
            </a:r>
          </a:p>
        </p:txBody>
      </p:sp>
      <p:cxnSp>
        <p:nvCxnSpPr>
          <p:cNvPr id="43" name="Straight Connector 42">
            <a:extLst>
              <a:ext uri="{FF2B5EF4-FFF2-40B4-BE49-F238E27FC236}">
                <a16:creationId xmlns:a16="http://schemas.microsoft.com/office/drawing/2014/main" id="{C0033CC4-2940-AAA9-E17C-49008BFCA27E}"/>
              </a:ext>
            </a:extLst>
          </p:cNvPr>
          <p:cNvCxnSpPr>
            <a:cxnSpLocks/>
          </p:cNvCxnSpPr>
          <p:nvPr/>
        </p:nvCxnSpPr>
        <p:spPr>
          <a:xfrm>
            <a:off x="2395743" y="3548186"/>
            <a:ext cx="1130256" cy="0"/>
          </a:xfrm>
          <a:prstGeom prst="line">
            <a:avLst/>
          </a:prstGeom>
          <a:ln w="12700" cmpd="sng">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3" name="Rectangle 52">
            <a:extLst>
              <a:ext uri="{FF2B5EF4-FFF2-40B4-BE49-F238E27FC236}">
                <a16:creationId xmlns:a16="http://schemas.microsoft.com/office/drawing/2014/main" id="{FF084AE1-2CB0-8CDB-584D-A82DEDDBD539}"/>
              </a:ext>
            </a:extLst>
          </p:cNvPr>
          <p:cNvSpPr/>
          <p:nvPr/>
        </p:nvSpPr>
        <p:spPr>
          <a:xfrm>
            <a:off x="5658177" y="4664025"/>
            <a:ext cx="909413" cy="579524"/>
          </a:xfrm>
          <a:prstGeom prst="rect">
            <a:avLst/>
          </a:prstGeom>
          <a:solidFill>
            <a:srgbClr val="FF33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696" rIns="0" bIns="45696" numCol="1" spcCol="0" rtlCol="0" fromWordArt="0" anchor="ctr" anchorCtr="0" forceAA="0" compatLnSpc="1">
            <a:prstTxWarp prst="textNoShape">
              <a:avLst/>
            </a:prstTxWarp>
            <a:noAutofit/>
          </a:bodyPr>
          <a:lstStyle/>
          <a:p>
            <a:pPr algn="ctr"/>
            <a:r>
              <a:rPr lang="en-US" sz="1000">
                <a:latin typeface="Open Sans Bold"/>
                <a:cs typeface="Open Sans Bold"/>
              </a:rPr>
              <a:t>Compliance</a:t>
            </a:r>
          </a:p>
          <a:p>
            <a:pPr algn="ctr"/>
            <a:r>
              <a:rPr lang="en-US" sz="1000">
                <a:latin typeface="Open Sans Bold"/>
                <a:cs typeface="Open Sans Bold"/>
              </a:rPr>
              <a:t>Attachment</a:t>
            </a:r>
          </a:p>
        </p:txBody>
      </p:sp>
      <p:cxnSp>
        <p:nvCxnSpPr>
          <p:cNvPr id="54" name="Straight Connector 53">
            <a:extLst>
              <a:ext uri="{FF2B5EF4-FFF2-40B4-BE49-F238E27FC236}">
                <a16:creationId xmlns:a16="http://schemas.microsoft.com/office/drawing/2014/main" id="{F8616A5F-7FF5-3E09-94AB-73C418D9B983}"/>
              </a:ext>
            </a:extLst>
          </p:cNvPr>
          <p:cNvCxnSpPr>
            <a:cxnSpLocks/>
          </p:cNvCxnSpPr>
          <p:nvPr/>
        </p:nvCxnSpPr>
        <p:spPr>
          <a:xfrm>
            <a:off x="4435413" y="4953787"/>
            <a:ext cx="1222766" cy="0"/>
          </a:xfrm>
          <a:prstGeom prst="line">
            <a:avLst/>
          </a:prstGeom>
          <a:ln w="12700" cmpd="sng">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7" name="TextBox 56">
            <a:extLst>
              <a:ext uri="{FF2B5EF4-FFF2-40B4-BE49-F238E27FC236}">
                <a16:creationId xmlns:a16="http://schemas.microsoft.com/office/drawing/2014/main" id="{598D895F-6107-0386-D983-4426BCD410BF}"/>
              </a:ext>
            </a:extLst>
          </p:cNvPr>
          <p:cNvSpPr txBox="1"/>
          <p:nvPr/>
        </p:nvSpPr>
        <p:spPr>
          <a:xfrm>
            <a:off x="1924019" y="3837947"/>
            <a:ext cx="1294420" cy="1784639"/>
          </a:xfrm>
          <a:prstGeom prst="rect">
            <a:avLst/>
          </a:prstGeom>
          <a:noFill/>
        </p:spPr>
        <p:txBody>
          <a:bodyPr wrap="square" rtlCol="0">
            <a:spAutoFit/>
          </a:bodyPr>
          <a:lstStyle/>
          <a:p>
            <a:r>
              <a:rPr lang="en-US" sz="1100"/>
              <a:t>Id</a:t>
            </a:r>
          </a:p>
          <a:p>
            <a:r>
              <a:rPr lang="en-US" sz="1100"/>
              <a:t>Name</a:t>
            </a:r>
          </a:p>
          <a:p>
            <a:r>
              <a:rPr lang="en-US" sz="1100"/>
              <a:t>Description</a:t>
            </a:r>
          </a:p>
          <a:p>
            <a:r>
              <a:rPr lang="en-US" sz="1100"/>
              <a:t>Due Date</a:t>
            </a:r>
          </a:p>
          <a:p>
            <a:r>
              <a:rPr lang="en-US" sz="1100"/>
              <a:t>Status</a:t>
            </a:r>
          </a:p>
          <a:p>
            <a:r>
              <a:rPr lang="en-US" sz="1100"/>
              <a:t>Completion Date</a:t>
            </a:r>
          </a:p>
          <a:p>
            <a:r>
              <a:rPr lang="en-US" sz="1100"/>
              <a:t>Initial Reply Due Date</a:t>
            </a:r>
          </a:p>
          <a:p>
            <a:r>
              <a:rPr lang="en-US" sz="1100"/>
              <a:t>Requestor</a:t>
            </a:r>
          </a:p>
          <a:p>
            <a:r>
              <a:rPr lang="en-US" sz="1100"/>
              <a:t>Requestor email</a:t>
            </a:r>
          </a:p>
        </p:txBody>
      </p:sp>
      <p:sp>
        <p:nvSpPr>
          <p:cNvPr id="61" name="TextBox 60">
            <a:extLst>
              <a:ext uri="{FF2B5EF4-FFF2-40B4-BE49-F238E27FC236}">
                <a16:creationId xmlns:a16="http://schemas.microsoft.com/office/drawing/2014/main" id="{56B5975A-9B49-C6FB-C973-5EEEBE727610}"/>
              </a:ext>
            </a:extLst>
          </p:cNvPr>
          <p:cNvSpPr txBox="1"/>
          <p:nvPr/>
        </p:nvSpPr>
        <p:spPr>
          <a:xfrm>
            <a:off x="5956961" y="2893900"/>
            <a:ext cx="574641" cy="261542"/>
          </a:xfrm>
          <a:prstGeom prst="rect">
            <a:avLst/>
          </a:prstGeom>
          <a:noFill/>
        </p:spPr>
        <p:txBody>
          <a:bodyPr wrap="square" rtlCol="0">
            <a:spAutoFit/>
          </a:bodyPr>
          <a:lstStyle/>
          <a:p>
            <a:pPr algn="ctr"/>
            <a:r>
              <a:rPr lang="en-US" sz="1100" b="1">
                <a:solidFill>
                  <a:srgbClr val="FF0000"/>
                </a:solidFill>
                <a:latin typeface="Bell MT" panose="02020503060305020303" pitchFamily="18" charset="0"/>
              </a:rPr>
              <a:t>(I)</a:t>
            </a:r>
          </a:p>
        </p:txBody>
      </p:sp>
      <p:sp>
        <p:nvSpPr>
          <p:cNvPr id="64" name="TextBox 63">
            <a:extLst>
              <a:ext uri="{FF2B5EF4-FFF2-40B4-BE49-F238E27FC236}">
                <a16:creationId xmlns:a16="http://schemas.microsoft.com/office/drawing/2014/main" id="{C7577F48-E95D-01AA-04FE-A58EE541CE82}"/>
              </a:ext>
            </a:extLst>
          </p:cNvPr>
          <p:cNvSpPr txBox="1"/>
          <p:nvPr/>
        </p:nvSpPr>
        <p:spPr>
          <a:xfrm>
            <a:off x="1589245" y="3830254"/>
            <a:ext cx="334773" cy="261542"/>
          </a:xfrm>
          <a:prstGeom prst="rect">
            <a:avLst/>
          </a:prstGeom>
          <a:noFill/>
        </p:spPr>
        <p:txBody>
          <a:bodyPr wrap="square" rtlCol="0">
            <a:spAutoFit/>
          </a:bodyPr>
          <a:lstStyle/>
          <a:p>
            <a:pPr algn="ctr"/>
            <a:r>
              <a:rPr lang="en-US" sz="1100" b="1">
                <a:solidFill>
                  <a:srgbClr val="FF0000"/>
                </a:solidFill>
                <a:latin typeface="Bell MT" panose="02020503060305020303" pitchFamily="18" charset="0"/>
              </a:rPr>
              <a:t>(I)</a:t>
            </a:r>
          </a:p>
        </p:txBody>
      </p:sp>
      <p:sp>
        <p:nvSpPr>
          <p:cNvPr id="65" name="TextBox 64">
            <a:extLst>
              <a:ext uri="{FF2B5EF4-FFF2-40B4-BE49-F238E27FC236}">
                <a16:creationId xmlns:a16="http://schemas.microsoft.com/office/drawing/2014/main" id="{BB83395D-B341-9CE9-EE6D-6CCE157E9D33}"/>
              </a:ext>
            </a:extLst>
          </p:cNvPr>
          <p:cNvSpPr txBox="1"/>
          <p:nvPr/>
        </p:nvSpPr>
        <p:spPr>
          <a:xfrm>
            <a:off x="4348696" y="3806102"/>
            <a:ext cx="1396198" cy="1276940"/>
          </a:xfrm>
          <a:prstGeom prst="rect">
            <a:avLst/>
          </a:prstGeom>
          <a:noFill/>
        </p:spPr>
        <p:txBody>
          <a:bodyPr wrap="square" rtlCol="0">
            <a:spAutoFit/>
          </a:bodyPr>
          <a:lstStyle/>
          <a:p>
            <a:r>
              <a:rPr lang="en-US" sz="1100"/>
              <a:t>FK Topic Id</a:t>
            </a:r>
          </a:p>
          <a:p>
            <a:r>
              <a:rPr lang="en-US" sz="1100"/>
              <a:t>FK Delegation Id</a:t>
            </a:r>
          </a:p>
          <a:p>
            <a:r>
              <a:rPr lang="en-US" sz="1100"/>
              <a:t>FK Delegation Eff </a:t>
            </a:r>
          </a:p>
          <a:p>
            <a:r>
              <a:rPr lang="en-US" sz="1100"/>
              <a:t>Status</a:t>
            </a:r>
          </a:p>
          <a:p>
            <a:r>
              <a:rPr lang="en-US" sz="1100"/>
              <a:t>Completion Date</a:t>
            </a:r>
          </a:p>
          <a:p>
            <a:r>
              <a:rPr lang="en-US" sz="1100"/>
              <a:t>Description</a:t>
            </a:r>
          </a:p>
          <a:p>
            <a:r>
              <a:rPr lang="en-US" sz="1100"/>
              <a:t>etc.</a:t>
            </a:r>
          </a:p>
        </p:txBody>
      </p:sp>
      <p:sp>
        <p:nvSpPr>
          <p:cNvPr id="66" name="TextBox 65">
            <a:extLst>
              <a:ext uri="{FF2B5EF4-FFF2-40B4-BE49-F238E27FC236}">
                <a16:creationId xmlns:a16="http://schemas.microsoft.com/office/drawing/2014/main" id="{407AB29C-5C89-A4DE-B501-8899FCABA0D3}"/>
              </a:ext>
            </a:extLst>
          </p:cNvPr>
          <p:cNvSpPr txBox="1"/>
          <p:nvPr/>
        </p:nvSpPr>
        <p:spPr>
          <a:xfrm>
            <a:off x="3893990" y="3798408"/>
            <a:ext cx="574641" cy="261542"/>
          </a:xfrm>
          <a:prstGeom prst="rect">
            <a:avLst/>
          </a:prstGeom>
          <a:noFill/>
        </p:spPr>
        <p:txBody>
          <a:bodyPr wrap="square" rtlCol="0">
            <a:spAutoFit/>
          </a:bodyPr>
          <a:lstStyle/>
          <a:p>
            <a:pPr algn="ctr"/>
            <a:r>
              <a:rPr lang="en-US" sz="1100" b="1">
                <a:solidFill>
                  <a:srgbClr val="FF0000"/>
                </a:solidFill>
                <a:latin typeface="Bell MT" panose="02020503060305020303" pitchFamily="18" charset="0"/>
              </a:rPr>
              <a:t>(I)</a:t>
            </a:r>
          </a:p>
        </p:txBody>
      </p:sp>
      <p:sp>
        <p:nvSpPr>
          <p:cNvPr id="72" name="TextBox 71">
            <a:extLst>
              <a:ext uri="{FF2B5EF4-FFF2-40B4-BE49-F238E27FC236}">
                <a16:creationId xmlns:a16="http://schemas.microsoft.com/office/drawing/2014/main" id="{E9ADE558-04EB-0EC0-7A1B-6F6BC5C37637}"/>
              </a:ext>
            </a:extLst>
          </p:cNvPr>
          <p:cNvSpPr txBox="1"/>
          <p:nvPr/>
        </p:nvSpPr>
        <p:spPr>
          <a:xfrm>
            <a:off x="3893990" y="3979334"/>
            <a:ext cx="574641" cy="261542"/>
          </a:xfrm>
          <a:prstGeom prst="rect">
            <a:avLst/>
          </a:prstGeom>
          <a:noFill/>
        </p:spPr>
        <p:txBody>
          <a:bodyPr wrap="square" rtlCol="0">
            <a:spAutoFit/>
          </a:bodyPr>
          <a:lstStyle/>
          <a:p>
            <a:pPr algn="ctr"/>
            <a:r>
              <a:rPr lang="en-US" sz="1100" b="1">
                <a:solidFill>
                  <a:srgbClr val="FF0000"/>
                </a:solidFill>
                <a:latin typeface="Bell MT" panose="02020503060305020303" pitchFamily="18" charset="0"/>
              </a:rPr>
              <a:t>(I)</a:t>
            </a:r>
          </a:p>
        </p:txBody>
      </p:sp>
      <p:sp>
        <p:nvSpPr>
          <p:cNvPr id="73" name="TextBox 72">
            <a:extLst>
              <a:ext uri="{FF2B5EF4-FFF2-40B4-BE49-F238E27FC236}">
                <a16:creationId xmlns:a16="http://schemas.microsoft.com/office/drawing/2014/main" id="{D6313BC3-AC6F-6FFF-E12E-D8FD0A7FF711}"/>
              </a:ext>
            </a:extLst>
          </p:cNvPr>
          <p:cNvSpPr txBox="1"/>
          <p:nvPr/>
        </p:nvSpPr>
        <p:spPr>
          <a:xfrm>
            <a:off x="3893990" y="4134206"/>
            <a:ext cx="574641" cy="261542"/>
          </a:xfrm>
          <a:prstGeom prst="rect">
            <a:avLst/>
          </a:prstGeom>
          <a:noFill/>
        </p:spPr>
        <p:txBody>
          <a:bodyPr wrap="square" rtlCol="0">
            <a:spAutoFit/>
          </a:bodyPr>
          <a:lstStyle/>
          <a:p>
            <a:pPr algn="ctr"/>
            <a:r>
              <a:rPr lang="en-US" sz="1100" b="1">
                <a:solidFill>
                  <a:srgbClr val="FF0000"/>
                </a:solidFill>
                <a:latin typeface="Bell MT" panose="02020503060305020303" pitchFamily="18" charset="0"/>
              </a:rPr>
              <a:t>(I)</a:t>
            </a:r>
          </a:p>
        </p:txBody>
      </p:sp>
      <p:sp>
        <p:nvSpPr>
          <p:cNvPr id="78" name="TextBox 77">
            <a:extLst>
              <a:ext uri="{FF2B5EF4-FFF2-40B4-BE49-F238E27FC236}">
                <a16:creationId xmlns:a16="http://schemas.microsoft.com/office/drawing/2014/main" id="{7DCC668B-10C2-F62E-8835-1147A3C5C3CD}"/>
              </a:ext>
            </a:extLst>
          </p:cNvPr>
          <p:cNvSpPr txBox="1"/>
          <p:nvPr/>
        </p:nvSpPr>
        <p:spPr>
          <a:xfrm>
            <a:off x="4100892" y="5276479"/>
            <a:ext cx="1856153" cy="1456170"/>
          </a:xfrm>
          <a:prstGeom prst="rect">
            <a:avLst/>
          </a:prstGeom>
          <a:solidFill>
            <a:schemeClr val="bg1"/>
          </a:solidFill>
        </p:spPr>
        <p:txBody>
          <a:bodyPr wrap="square" rtlCol="0">
            <a:spAutoFit/>
          </a:bodyPr>
          <a:lstStyle/>
          <a:p>
            <a:r>
              <a:rPr lang="en-US" sz="1100"/>
              <a:t>FK Topic Id</a:t>
            </a:r>
          </a:p>
          <a:p>
            <a:r>
              <a:rPr lang="en-US" sz="1100"/>
              <a:t>FK Delegation Id</a:t>
            </a:r>
          </a:p>
          <a:p>
            <a:r>
              <a:rPr lang="en-US" sz="1100"/>
              <a:t>FK Delegation Eff </a:t>
            </a:r>
          </a:p>
          <a:p>
            <a:r>
              <a:rPr lang="en-US" sz="1100"/>
              <a:t>Date</a:t>
            </a:r>
          </a:p>
          <a:p>
            <a:r>
              <a:rPr lang="en-US" sz="1100"/>
              <a:t>Email Address</a:t>
            </a:r>
          </a:p>
          <a:p>
            <a:r>
              <a:rPr lang="en-US" sz="1100"/>
              <a:t>Type</a:t>
            </a:r>
          </a:p>
          <a:p>
            <a:r>
              <a:rPr lang="en-US" sz="1100"/>
              <a:t>Description</a:t>
            </a:r>
          </a:p>
          <a:p>
            <a:r>
              <a:rPr lang="en-US" sz="1100"/>
              <a:t>etc.</a:t>
            </a:r>
          </a:p>
        </p:txBody>
      </p:sp>
      <p:sp>
        <p:nvSpPr>
          <p:cNvPr id="79" name="TextBox 78">
            <a:extLst>
              <a:ext uri="{FF2B5EF4-FFF2-40B4-BE49-F238E27FC236}">
                <a16:creationId xmlns:a16="http://schemas.microsoft.com/office/drawing/2014/main" id="{4D1CB719-874F-5554-9350-A9DE07AC4D9B}"/>
              </a:ext>
            </a:extLst>
          </p:cNvPr>
          <p:cNvSpPr txBox="1"/>
          <p:nvPr/>
        </p:nvSpPr>
        <p:spPr>
          <a:xfrm>
            <a:off x="3646185" y="5278783"/>
            <a:ext cx="574641" cy="261542"/>
          </a:xfrm>
          <a:prstGeom prst="rect">
            <a:avLst/>
          </a:prstGeom>
          <a:noFill/>
        </p:spPr>
        <p:txBody>
          <a:bodyPr wrap="square" rtlCol="0">
            <a:spAutoFit/>
          </a:bodyPr>
          <a:lstStyle/>
          <a:p>
            <a:pPr algn="ctr"/>
            <a:r>
              <a:rPr lang="en-US" sz="1100" b="1">
                <a:solidFill>
                  <a:srgbClr val="FF0000"/>
                </a:solidFill>
                <a:latin typeface="Bell MT" panose="02020503060305020303" pitchFamily="18" charset="0"/>
              </a:rPr>
              <a:t>(I)</a:t>
            </a:r>
          </a:p>
        </p:txBody>
      </p:sp>
      <p:sp>
        <p:nvSpPr>
          <p:cNvPr id="80" name="TextBox 79">
            <a:extLst>
              <a:ext uri="{FF2B5EF4-FFF2-40B4-BE49-F238E27FC236}">
                <a16:creationId xmlns:a16="http://schemas.microsoft.com/office/drawing/2014/main" id="{00747B91-37BB-3DD3-6076-9363851ABFE9}"/>
              </a:ext>
            </a:extLst>
          </p:cNvPr>
          <p:cNvSpPr txBox="1"/>
          <p:nvPr/>
        </p:nvSpPr>
        <p:spPr>
          <a:xfrm>
            <a:off x="3646185" y="5459709"/>
            <a:ext cx="574641" cy="261542"/>
          </a:xfrm>
          <a:prstGeom prst="rect">
            <a:avLst/>
          </a:prstGeom>
          <a:noFill/>
        </p:spPr>
        <p:txBody>
          <a:bodyPr wrap="square" rtlCol="0">
            <a:spAutoFit/>
          </a:bodyPr>
          <a:lstStyle/>
          <a:p>
            <a:pPr algn="ctr"/>
            <a:r>
              <a:rPr lang="en-US" sz="1100" b="1">
                <a:solidFill>
                  <a:srgbClr val="FF0000"/>
                </a:solidFill>
                <a:latin typeface="Bell MT" panose="02020503060305020303" pitchFamily="18" charset="0"/>
              </a:rPr>
              <a:t>(I)</a:t>
            </a:r>
          </a:p>
        </p:txBody>
      </p:sp>
      <p:sp>
        <p:nvSpPr>
          <p:cNvPr id="81" name="TextBox 80">
            <a:extLst>
              <a:ext uri="{FF2B5EF4-FFF2-40B4-BE49-F238E27FC236}">
                <a16:creationId xmlns:a16="http://schemas.microsoft.com/office/drawing/2014/main" id="{FF6BD7DA-540B-00FB-4CFE-193ED3B54778}"/>
              </a:ext>
            </a:extLst>
          </p:cNvPr>
          <p:cNvSpPr txBox="1"/>
          <p:nvPr/>
        </p:nvSpPr>
        <p:spPr>
          <a:xfrm>
            <a:off x="3646185" y="5614580"/>
            <a:ext cx="574641" cy="261542"/>
          </a:xfrm>
          <a:prstGeom prst="rect">
            <a:avLst/>
          </a:prstGeom>
          <a:noFill/>
        </p:spPr>
        <p:txBody>
          <a:bodyPr wrap="square" rtlCol="0">
            <a:spAutoFit/>
          </a:bodyPr>
          <a:lstStyle/>
          <a:p>
            <a:pPr algn="ctr"/>
            <a:r>
              <a:rPr lang="en-US" sz="1100" b="1">
                <a:solidFill>
                  <a:srgbClr val="FF0000"/>
                </a:solidFill>
                <a:latin typeface="Bell MT" panose="02020503060305020303" pitchFamily="18" charset="0"/>
              </a:rPr>
              <a:t>(I)</a:t>
            </a:r>
          </a:p>
        </p:txBody>
      </p:sp>
      <p:sp>
        <p:nvSpPr>
          <p:cNvPr id="82" name="TextBox 81">
            <a:extLst>
              <a:ext uri="{FF2B5EF4-FFF2-40B4-BE49-F238E27FC236}">
                <a16:creationId xmlns:a16="http://schemas.microsoft.com/office/drawing/2014/main" id="{6746B34F-F97F-E953-FDAB-4C9BB7C2B2FB}"/>
              </a:ext>
            </a:extLst>
          </p:cNvPr>
          <p:cNvSpPr txBox="1"/>
          <p:nvPr/>
        </p:nvSpPr>
        <p:spPr>
          <a:xfrm>
            <a:off x="3646185" y="5784117"/>
            <a:ext cx="574641" cy="261542"/>
          </a:xfrm>
          <a:prstGeom prst="rect">
            <a:avLst/>
          </a:prstGeom>
          <a:noFill/>
        </p:spPr>
        <p:txBody>
          <a:bodyPr wrap="square" rtlCol="0">
            <a:spAutoFit/>
          </a:bodyPr>
          <a:lstStyle/>
          <a:p>
            <a:pPr algn="ctr"/>
            <a:r>
              <a:rPr lang="en-US" sz="1100" b="1">
                <a:solidFill>
                  <a:srgbClr val="FF0000"/>
                </a:solidFill>
                <a:latin typeface="Bell MT" panose="02020503060305020303" pitchFamily="18" charset="0"/>
              </a:rPr>
              <a:t>(I)</a:t>
            </a:r>
          </a:p>
        </p:txBody>
      </p:sp>
      <p:sp>
        <p:nvSpPr>
          <p:cNvPr id="86" name="TextBox 85">
            <a:extLst>
              <a:ext uri="{FF2B5EF4-FFF2-40B4-BE49-F238E27FC236}">
                <a16:creationId xmlns:a16="http://schemas.microsoft.com/office/drawing/2014/main" id="{D226761B-3D75-7B61-D055-03CF2E1A9F3D}"/>
              </a:ext>
            </a:extLst>
          </p:cNvPr>
          <p:cNvSpPr txBox="1"/>
          <p:nvPr/>
        </p:nvSpPr>
        <p:spPr>
          <a:xfrm>
            <a:off x="6293608" y="5286476"/>
            <a:ext cx="1396198" cy="938475"/>
          </a:xfrm>
          <a:prstGeom prst="rect">
            <a:avLst/>
          </a:prstGeom>
          <a:solidFill>
            <a:schemeClr val="bg1"/>
          </a:solidFill>
        </p:spPr>
        <p:txBody>
          <a:bodyPr wrap="square" rtlCol="0">
            <a:spAutoFit/>
          </a:bodyPr>
          <a:lstStyle/>
          <a:p>
            <a:r>
              <a:rPr lang="en-US" sz="1100"/>
              <a:t>FK Topic Id</a:t>
            </a:r>
          </a:p>
          <a:p>
            <a:r>
              <a:rPr lang="en-US" sz="1100"/>
              <a:t>FK Delegation Id</a:t>
            </a:r>
          </a:p>
          <a:p>
            <a:r>
              <a:rPr lang="en-US" sz="1100"/>
              <a:t>FK Delegation Eff </a:t>
            </a:r>
          </a:p>
          <a:p>
            <a:r>
              <a:rPr lang="en-US" sz="1100"/>
              <a:t>Date</a:t>
            </a:r>
          </a:p>
          <a:p>
            <a:r>
              <a:rPr lang="en-US" sz="1100"/>
              <a:t>File</a:t>
            </a:r>
          </a:p>
        </p:txBody>
      </p:sp>
      <p:sp>
        <p:nvSpPr>
          <p:cNvPr id="87" name="TextBox 86">
            <a:extLst>
              <a:ext uri="{FF2B5EF4-FFF2-40B4-BE49-F238E27FC236}">
                <a16:creationId xmlns:a16="http://schemas.microsoft.com/office/drawing/2014/main" id="{9564048B-CF34-9C9C-4E43-43B3132DFB81}"/>
              </a:ext>
            </a:extLst>
          </p:cNvPr>
          <p:cNvSpPr txBox="1"/>
          <p:nvPr/>
        </p:nvSpPr>
        <p:spPr>
          <a:xfrm>
            <a:off x="5838903" y="5278783"/>
            <a:ext cx="574641" cy="261542"/>
          </a:xfrm>
          <a:prstGeom prst="rect">
            <a:avLst/>
          </a:prstGeom>
          <a:noFill/>
        </p:spPr>
        <p:txBody>
          <a:bodyPr wrap="square" rtlCol="0">
            <a:spAutoFit/>
          </a:bodyPr>
          <a:lstStyle/>
          <a:p>
            <a:pPr algn="ctr"/>
            <a:r>
              <a:rPr lang="en-US" sz="1100" b="1">
                <a:solidFill>
                  <a:srgbClr val="FF0000"/>
                </a:solidFill>
                <a:latin typeface="Bell MT" panose="02020503060305020303" pitchFamily="18" charset="0"/>
              </a:rPr>
              <a:t>(I)</a:t>
            </a:r>
          </a:p>
        </p:txBody>
      </p:sp>
      <p:sp>
        <p:nvSpPr>
          <p:cNvPr id="88" name="TextBox 87">
            <a:extLst>
              <a:ext uri="{FF2B5EF4-FFF2-40B4-BE49-F238E27FC236}">
                <a16:creationId xmlns:a16="http://schemas.microsoft.com/office/drawing/2014/main" id="{BCD722D9-B259-1E87-9D0C-BE43D3A5C49C}"/>
              </a:ext>
            </a:extLst>
          </p:cNvPr>
          <p:cNvSpPr txBox="1"/>
          <p:nvPr/>
        </p:nvSpPr>
        <p:spPr>
          <a:xfrm>
            <a:off x="5838903" y="5459709"/>
            <a:ext cx="574641" cy="261542"/>
          </a:xfrm>
          <a:prstGeom prst="rect">
            <a:avLst/>
          </a:prstGeom>
          <a:noFill/>
        </p:spPr>
        <p:txBody>
          <a:bodyPr wrap="square" rtlCol="0">
            <a:spAutoFit/>
          </a:bodyPr>
          <a:lstStyle/>
          <a:p>
            <a:pPr algn="ctr"/>
            <a:r>
              <a:rPr lang="en-US" sz="1100" b="1">
                <a:solidFill>
                  <a:srgbClr val="FF0000"/>
                </a:solidFill>
                <a:latin typeface="Bell MT" panose="02020503060305020303" pitchFamily="18" charset="0"/>
              </a:rPr>
              <a:t>(I)</a:t>
            </a:r>
          </a:p>
        </p:txBody>
      </p:sp>
      <p:sp>
        <p:nvSpPr>
          <p:cNvPr id="89" name="TextBox 88">
            <a:extLst>
              <a:ext uri="{FF2B5EF4-FFF2-40B4-BE49-F238E27FC236}">
                <a16:creationId xmlns:a16="http://schemas.microsoft.com/office/drawing/2014/main" id="{BA764B2C-21F3-8B46-EC31-DE5633D3B173}"/>
              </a:ext>
            </a:extLst>
          </p:cNvPr>
          <p:cNvSpPr txBox="1"/>
          <p:nvPr/>
        </p:nvSpPr>
        <p:spPr>
          <a:xfrm>
            <a:off x="5838903" y="5614580"/>
            <a:ext cx="574641" cy="261542"/>
          </a:xfrm>
          <a:prstGeom prst="rect">
            <a:avLst/>
          </a:prstGeom>
          <a:noFill/>
        </p:spPr>
        <p:txBody>
          <a:bodyPr wrap="square" rtlCol="0">
            <a:spAutoFit/>
          </a:bodyPr>
          <a:lstStyle/>
          <a:p>
            <a:pPr algn="ctr"/>
            <a:r>
              <a:rPr lang="en-US" sz="1100" b="1">
                <a:solidFill>
                  <a:srgbClr val="FF0000"/>
                </a:solidFill>
                <a:latin typeface="Bell MT" panose="02020503060305020303" pitchFamily="18" charset="0"/>
              </a:rPr>
              <a:t>(I)</a:t>
            </a:r>
          </a:p>
        </p:txBody>
      </p:sp>
      <p:sp>
        <p:nvSpPr>
          <p:cNvPr id="90" name="TextBox 89">
            <a:extLst>
              <a:ext uri="{FF2B5EF4-FFF2-40B4-BE49-F238E27FC236}">
                <a16:creationId xmlns:a16="http://schemas.microsoft.com/office/drawing/2014/main" id="{446AE7E6-5FD8-C5D3-8BF6-691A39180F70}"/>
              </a:ext>
            </a:extLst>
          </p:cNvPr>
          <p:cNvSpPr txBox="1"/>
          <p:nvPr/>
        </p:nvSpPr>
        <p:spPr>
          <a:xfrm>
            <a:off x="5838903" y="5784117"/>
            <a:ext cx="574641" cy="261542"/>
          </a:xfrm>
          <a:prstGeom prst="rect">
            <a:avLst/>
          </a:prstGeom>
          <a:noFill/>
        </p:spPr>
        <p:txBody>
          <a:bodyPr wrap="square" rtlCol="0">
            <a:spAutoFit/>
          </a:bodyPr>
          <a:lstStyle/>
          <a:p>
            <a:pPr algn="ctr"/>
            <a:r>
              <a:rPr lang="en-US" sz="1100" b="1">
                <a:solidFill>
                  <a:srgbClr val="FF0000"/>
                </a:solidFill>
                <a:latin typeface="Bell MT" panose="02020503060305020303" pitchFamily="18" charset="0"/>
              </a:rPr>
              <a:t>(I)</a:t>
            </a:r>
          </a:p>
        </p:txBody>
      </p:sp>
      <p:cxnSp>
        <p:nvCxnSpPr>
          <p:cNvPr id="13" name="Connector: Elbow 12">
            <a:extLst>
              <a:ext uri="{FF2B5EF4-FFF2-40B4-BE49-F238E27FC236}">
                <a16:creationId xmlns:a16="http://schemas.microsoft.com/office/drawing/2014/main" id="{521A5C19-2EA3-BE1E-451D-11DBB0C01997}"/>
              </a:ext>
            </a:extLst>
          </p:cNvPr>
          <p:cNvCxnSpPr>
            <a:cxnSpLocks/>
          </p:cNvCxnSpPr>
          <p:nvPr/>
        </p:nvCxnSpPr>
        <p:spPr>
          <a:xfrm rot="16200000" flipH="1">
            <a:off x="2175599" y="3603385"/>
            <a:ext cx="1115839" cy="1584962"/>
          </a:xfrm>
          <a:prstGeom prst="bentConnector2">
            <a:avLst/>
          </a:prstGeom>
          <a:ln w="12700" cmpd="sng">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704154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5A62D5F-3FA0-DD40-2AF2-C5F351A246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C4F1F3-8CDC-5A63-ECD6-B4196135E5AD}"/>
              </a:ext>
            </a:extLst>
          </p:cNvPr>
          <p:cNvSpPr>
            <a:spLocks noGrp="1"/>
          </p:cNvSpPr>
          <p:nvPr>
            <p:ph type="title"/>
          </p:nvPr>
        </p:nvSpPr>
        <p:spPr>
          <a:xfrm>
            <a:off x="-2162" y="506"/>
            <a:ext cx="12113225" cy="713232"/>
          </a:xfrm>
        </p:spPr>
        <p:txBody>
          <a:bodyPr/>
          <a:lstStyle/>
          <a:p>
            <a:r>
              <a:rPr lang="en-US" sz="2000">
                <a:solidFill>
                  <a:srgbClr val="868686"/>
                </a:solidFill>
              </a:rPr>
              <a:t>D360 MVP &gt; Clinical | Super User – Edit Fields inside D360 </a:t>
            </a:r>
            <a:r>
              <a:rPr lang="en-US" sz="2000">
                <a:solidFill>
                  <a:schemeClr val="bg1"/>
                </a:solidFill>
                <a:highlight>
                  <a:srgbClr val="FF0000"/>
                </a:highlight>
              </a:rPr>
              <a:t>DRAFT Notes for Discussion Only</a:t>
            </a:r>
            <a:endParaRPr lang="en-US" sz="2000" b="0">
              <a:solidFill>
                <a:schemeClr val="bg1"/>
              </a:solidFill>
            </a:endParaRPr>
          </a:p>
          <a:p>
            <a:endParaRPr lang="en-US" sz="2000">
              <a:solidFill>
                <a:schemeClr val="accent2"/>
              </a:solidFill>
            </a:endParaRPr>
          </a:p>
        </p:txBody>
      </p:sp>
      <p:graphicFrame>
        <p:nvGraphicFramePr>
          <p:cNvPr id="4" name="Table 3">
            <a:extLst>
              <a:ext uri="{FF2B5EF4-FFF2-40B4-BE49-F238E27FC236}">
                <a16:creationId xmlns:a16="http://schemas.microsoft.com/office/drawing/2014/main" id="{143D9D5F-75EB-060A-AC9D-FDBB6B04162F}"/>
              </a:ext>
            </a:extLst>
          </p:cNvPr>
          <p:cNvGraphicFramePr>
            <a:graphicFrameLocks noGrp="1"/>
          </p:cNvGraphicFramePr>
          <p:nvPr>
            <p:extLst>
              <p:ext uri="{D42A27DB-BD31-4B8C-83A1-F6EECF244321}">
                <p14:modId xmlns:p14="http://schemas.microsoft.com/office/powerpoint/2010/main" val="3843103109"/>
              </p:ext>
            </p:extLst>
          </p:nvPr>
        </p:nvGraphicFramePr>
        <p:xfrm>
          <a:off x="441068" y="616974"/>
          <a:ext cx="11556635" cy="2636520"/>
        </p:xfrm>
        <a:graphic>
          <a:graphicData uri="http://schemas.openxmlformats.org/drawingml/2006/table">
            <a:tbl>
              <a:tblPr bandCol="1">
                <a:tableStyleId>{21E4AEA4-8DFA-4A89-87EB-49C32662AFE0}</a:tableStyleId>
              </a:tblPr>
              <a:tblGrid>
                <a:gridCol w="2685590">
                  <a:extLst>
                    <a:ext uri="{9D8B030D-6E8A-4147-A177-3AD203B41FA5}">
                      <a16:colId xmlns:a16="http://schemas.microsoft.com/office/drawing/2014/main" val="3564849383"/>
                    </a:ext>
                  </a:extLst>
                </a:gridCol>
                <a:gridCol w="2035277">
                  <a:extLst>
                    <a:ext uri="{9D8B030D-6E8A-4147-A177-3AD203B41FA5}">
                      <a16:colId xmlns:a16="http://schemas.microsoft.com/office/drawing/2014/main" val="2814163078"/>
                    </a:ext>
                  </a:extLst>
                </a:gridCol>
                <a:gridCol w="2310581">
                  <a:extLst>
                    <a:ext uri="{9D8B030D-6E8A-4147-A177-3AD203B41FA5}">
                      <a16:colId xmlns:a16="http://schemas.microsoft.com/office/drawing/2014/main" val="2612902641"/>
                    </a:ext>
                  </a:extLst>
                </a:gridCol>
                <a:gridCol w="4525187">
                  <a:extLst>
                    <a:ext uri="{9D8B030D-6E8A-4147-A177-3AD203B41FA5}">
                      <a16:colId xmlns:a16="http://schemas.microsoft.com/office/drawing/2014/main" val="1355731420"/>
                    </a:ext>
                  </a:extLst>
                </a:gridCol>
              </a:tblGrid>
              <a:tr h="203200">
                <a:tc>
                  <a:txBody>
                    <a:bodyPr/>
                    <a:lstStyle/>
                    <a:p>
                      <a:pPr algn="l" rtl="0" fontAlgn="ctr">
                        <a:buNone/>
                      </a:pPr>
                      <a:r>
                        <a:rPr lang="en-US" sz="1400" b="1" u="sng" strike="noStrike">
                          <a:solidFill>
                            <a:schemeClr val="bg1"/>
                          </a:solidFill>
                          <a:effectLst/>
                        </a:rPr>
                        <a:t>Field Name</a:t>
                      </a:r>
                      <a:endParaRPr lang="en-US" sz="1400" b="1" i="0" u="sng" strike="noStrike">
                        <a:solidFill>
                          <a:schemeClr val="bg1"/>
                        </a:solidFill>
                        <a:effectLst/>
                        <a:latin typeface="Aptos" panose="020B0004020202020204" pitchFamily="34" charset="0"/>
                      </a:endParaRPr>
                    </a:p>
                  </a:txBody>
                  <a:tcPr marL="6350" marR="6350" marT="6350" marB="0" anchor="ctr">
                    <a:solidFill>
                      <a:schemeClr val="accent2"/>
                    </a:solidFill>
                  </a:tcPr>
                </a:tc>
                <a:tc>
                  <a:txBody>
                    <a:bodyPr/>
                    <a:lstStyle/>
                    <a:p>
                      <a:pPr algn="l" rtl="0" fontAlgn="ctr">
                        <a:buNone/>
                      </a:pPr>
                      <a:r>
                        <a:rPr lang="en-US" sz="1400" b="1" u="sng" strike="noStrike" kern="1500">
                          <a:solidFill>
                            <a:schemeClr val="bg1"/>
                          </a:solidFill>
                          <a:effectLst/>
                          <a:latin typeface="+mn-lt"/>
                          <a:ea typeface="+mn-ea"/>
                          <a:cs typeface="+mn-cs"/>
                        </a:rPr>
                        <a:t>Source System</a:t>
                      </a:r>
                    </a:p>
                  </a:txBody>
                  <a:tcPr marL="6350" marR="6350" marT="6350" marB="0" anchor="ctr">
                    <a:solidFill>
                      <a:schemeClr val="accent2"/>
                    </a:solidFill>
                  </a:tcPr>
                </a:tc>
                <a:tc>
                  <a:txBody>
                    <a:bodyPr/>
                    <a:lstStyle/>
                    <a:p>
                      <a:pPr algn="l" rtl="0" fontAlgn="ctr">
                        <a:buNone/>
                      </a:pPr>
                      <a:r>
                        <a:rPr lang="en-US" sz="1400" b="1" u="sng" strike="noStrike" kern="1500">
                          <a:solidFill>
                            <a:schemeClr val="bg1"/>
                          </a:solidFill>
                          <a:effectLst/>
                          <a:latin typeface="+mn-lt"/>
                          <a:ea typeface="+mn-ea"/>
                          <a:cs typeface="+mn-cs"/>
                        </a:rPr>
                        <a:t>Field Type</a:t>
                      </a:r>
                    </a:p>
                  </a:txBody>
                  <a:tcPr marL="6350" marR="6350" marT="6350" marB="0" anchor="ctr">
                    <a:solidFill>
                      <a:schemeClr val="accent2"/>
                    </a:solidFill>
                  </a:tcPr>
                </a:tc>
                <a:tc>
                  <a:txBody>
                    <a:bodyPr/>
                    <a:lstStyle/>
                    <a:p>
                      <a:pPr algn="l" rtl="0" fontAlgn="ctr">
                        <a:buNone/>
                      </a:pPr>
                      <a:r>
                        <a:rPr lang="en-US" sz="1400" b="1" i="0" u="sng" strike="noStrike" kern="1500">
                          <a:solidFill>
                            <a:schemeClr val="bg1"/>
                          </a:solidFill>
                          <a:effectLst/>
                          <a:latin typeface="+mn-lt"/>
                          <a:ea typeface="+mn-ea"/>
                          <a:cs typeface="+mn-cs"/>
                        </a:rPr>
                        <a:t>Field Values</a:t>
                      </a:r>
                      <a:endParaRPr lang="en-US" sz="1400" b="1" i="0" u="none" strike="noStrike">
                        <a:solidFill>
                          <a:schemeClr val="bg1"/>
                        </a:solidFill>
                        <a:effectLst/>
                        <a:latin typeface="Aptos" panose="020B0004020202020204" pitchFamily="34" charset="0"/>
                      </a:endParaRPr>
                    </a:p>
                  </a:txBody>
                  <a:tcPr marL="6350" marR="6350" marT="6350" marB="0" anchor="ctr">
                    <a:solidFill>
                      <a:schemeClr val="accent2"/>
                    </a:solidFill>
                  </a:tcPr>
                </a:tc>
                <a:extLst>
                  <a:ext uri="{0D108BD9-81ED-4DB2-BD59-A6C34878D82A}">
                    <a16:rowId xmlns:a16="http://schemas.microsoft.com/office/drawing/2014/main" val="2969273018"/>
                  </a:ext>
                </a:extLst>
              </a:tr>
              <a:tr h="203200">
                <a:tc>
                  <a:txBody>
                    <a:bodyPr/>
                    <a:lstStyle/>
                    <a:p>
                      <a:pPr marL="0" marR="0" lvl="0" indent="0" algn="l" defTabSz="457200" rtl="0" eaLnBrk="1" fontAlgn="ctr" latinLnBrk="0" hangingPunct="1">
                        <a:lnSpc>
                          <a:spcPct val="100000"/>
                        </a:lnSpc>
                        <a:spcBef>
                          <a:spcPts val="0"/>
                        </a:spcBef>
                        <a:spcAft>
                          <a:spcPts val="0"/>
                        </a:spcAft>
                        <a:buClrTx/>
                        <a:buSzTx/>
                        <a:buFontTx/>
                        <a:buNone/>
                        <a:tabLst/>
                        <a:defRPr/>
                      </a:pPr>
                      <a:r>
                        <a:rPr lang="en-US" sz="1400" b="0" u="none" strike="noStrike">
                          <a:effectLst/>
                        </a:rPr>
                        <a:t>Tracking ID</a:t>
                      </a:r>
                      <a:endParaRPr lang="en-US" sz="1400" b="0" i="0" u="none" strike="noStrike">
                        <a:solidFill>
                          <a:srgbClr val="000000"/>
                        </a:solidFill>
                        <a:effectLst/>
                        <a:latin typeface="Aptos" panose="020B0004020202020204" pitchFamily="34" charset="0"/>
                      </a:endParaRPr>
                    </a:p>
                  </a:txBody>
                  <a:tcPr marL="6350" marR="6350" marT="6350" marB="0" anchor="ctr">
                    <a:solidFill>
                      <a:schemeClr val="bg2">
                        <a:lumMod val="20000"/>
                        <a:lumOff val="80000"/>
                      </a:schemeClr>
                    </a:solidFill>
                  </a:tcPr>
                </a:tc>
                <a:tc>
                  <a:txBody>
                    <a:bodyPr/>
                    <a:lstStyle/>
                    <a:p>
                      <a:pPr algn="l" rtl="0" fontAlgn="ctr">
                        <a:buNone/>
                      </a:pPr>
                      <a:r>
                        <a:rPr lang="en-US" sz="1400" b="1" i="0" u="none" strike="noStrike">
                          <a:solidFill>
                            <a:srgbClr val="000000"/>
                          </a:solidFill>
                          <a:effectLst/>
                          <a:latin typeface="Aptos" panose="020B0004020202020204" pitchFamily="34" charset="0"/>
                        </a:rPr>
                        <a:t>Archer</a:t>
                      </a:r>
                    </a:p>
                  </a:txBody>
                  <a:tcPr marL="6350" marR="6350" marT="6350" marB="0" anchor="ctr">
                    <a:solidFill>
                      <a:schemeClr val="bg1">
                        <a:lumMod val="85000"/>
                      </a:schemeClr>
                    </a:solidFill>
                  </a:tcPr>
                </a:tc>
                <a:tc>
                  <a:txBody>
                    <a:bodyPr/>
                    <a:lstStyle/>
                    <a:p>
                      <a:pPr algn="l" rtl="0" fontAlgn="ctr">
                        <a:buNone/>
                      </a:pPr>
                      <a:r>
                        <a:rPr lang="en-US" sz="1400" b="1" i="0" u="none" strike="noStrike">
                          <a:solidFill>
                            <a:srgbClr val="000000"/>
                          </a:solidFill>
                          <a:effectLst/>
                          <a:latin typeface="Aptos" panose="020B0004020202020204" pitchFamily="34" charset="0"/>
                        </a:rPr>
                        <a:t>Free Text</a:t>
                      </a:r>
                    </a:p>
                  </a:txBody>
                  <a:tcPr marL="6350" marR="6350" marT="6350" marB="0" anchor="ctr">
                    <a:solidFill>
                      <a:schemeClr val="bg2">
                        <a:lumMod val="20000"/>
                        <a:lumOff val="80000"/>
                      </a:schemeClr>
                    </a:solidFill>
                  </a:tcPr>
                </a:tc>
                <a:tc>
                  <a:txBody>
                    <a:bodyPr/>
                    <a:lstStyle/>
                    <a:p>
                      <a:pPr algn="l" rtl="0" fontAlgn="ctr">
                        <a:buNone/>
                      </a:pPr>
                      <a:r>
                        <a:rPr lang="en-US" sz="1400" b="0" i="1" u="none" strike="noStrike">
                          <a:solidFill>
                            <a:schemeClr val="bg2">
                              <a:lumMod val="50000"/>
                            </a:schemeClr>
                          </a:solidFill>
                          <a:effectLst/>
                          <a:latin typeface="Aptos"/>
                        </a:rPr>
                        <a:t>[Numeric]</a:t>
                      </a:r>
                    </a:p>
                  </a:txBody>
                  <a:tcPr marL="6350" marR="6350" marT="6350" marB="0" anchor="ctr">
                    <a:solidFill>
                      <a:schemeClr val="bg1">
                        <a:lumMod val="85000"/>
                      </a:schemeClr>
                    </a:solidFill>
                  </a:tcPr>
                </a:tc>
                <a:extLst>
                  <a:ext uri="{0D108BD9-81ED-4DB2-BD59-A6C34878D82A}">
                    <a16:rowId xmlns:a16="http://schemas.microsoft.com/office/drawing/2014/main" val="2885346190"/>
                  </a:ext>
                </a:extLst>
              </a:tr>
              <a:tr h="203200">
                <a:tc>
                  <a:txBody>
                    <a:bodyPr/>
                    <a:lstStyle/>
                    <a:p>
                      <a:pPr algn="l" rtl="0" fontAlgn="ctr">
                        <a:buNone/>
                      </a:pPr>
                      <a:r>
                        <a:rPr lang="en-US" sz="1400" b="0" u="none" strike="noStrike">
                          <a:effectLst/>
                        </a:rPr>
                        <a:t>Contracted Entity Name</a:t>
                      </a:r>
                      <a:endParaRPr lang="en-US" sz="1400" b="0" i="0" u="none" strike="noStrike">
                        <a:solidFill>
                          <a:srgbClr val="000000"/>
                        </a:solidFill>
                        <a:effectLst/>
                        <a:latin typeface="Aptos" panose="020B0004020202020204" pitchFamily="34" charset="0"/>
                      </a:endParaRPr>
                    </a:p>
                  </a:txBody>
                  <a:tcPr marL="6350" marR="6350" marT="6350" marB="0" anchor="ctr">
                    <a:solidFill>
                      <a:schemeClr val="bg2">
                        <a:lumMod val="20000"/>
                        <a:lumOff val="80000"/>
                      </a:schemeClr>
                    </a:solidFill>
                  </a:tcPr>
                </a:tc>
                <a:tc>
                  <a:txBody>
                    <a:bodyPr/>
                    <a:lstStyle/>
                    <a:p>
                      <a:pPr algn="l" rtl="0" fontAlgn="ctr">
                        <a:buNone/>
                      </a:pPr>
                      <a:r>
                        <a:rPr lang="en-US" sz="1400" b="1" i="0" u="none" strike="noStrike">
                          <a:solidFill>
                            <a:srgbClr val="000000"/>
                          </a:solidFill>
                          <a:effectLst/>
                          <a:latin typeface="Aptos"/>
                        </a:rPr>
                        <a:t>SCM</a:t>
                      </a:r>
                      <a:endParaRPr lang="en-US" sz="1400" b="1" i="0" u="none" strike="noStrike">
                        <a:solidFill>
                          <a:srgbClr val="000000"/>
                        </a:solidFill>
                        <a:effectLst/>
                        <a:latin typeface="Aptos" panose="020B0004020202020204" pitchFamily="34" charset="0"/>
                      </a:endParaRPr>
                    </a:p>
                  </a:txBody>
                  <a:tcPr marL="6350" marR="6350" marT="6350" marB="0" anchor="ctr">
                    <a:solidFill>
                      <a:schemeClr val="bg1">
                        <a:lumMod val="85000"/>
                      </a:schemeClr>
                    </a:solidFill>
                  </a:tcPr>
                </a:tc>
                <a:tc>
                  <a:txBody>
                    <a:bodyPr/>
                    <a:lstStyle/>
                    <a:p>
                      <a:pPr algn="l" rtl="0" fontAlgn="ctr">
                        <a:buNone/>
                      </a:pPr>
                      <a:r>
                        <a:rPr lang="en-US" sz="1400" b="1" i="0" u="none" strike="noStrike">
                          <a:solidFill>
                            <a:srgbClr val="000000"/>
                          </a:solidFill>
                          <a:effectLst/>
                          <a:latin typeface="Aptos" panose="020B0004020202020204" pitchFamily="34" charset="0"/>
                        </a:rPr>
                        <a:t>Free Text</a:t>
                      </a:r>
                    </a:p>
                  </a:txBody>
                  <a:tcPr marL="6350" marR="6350" marT="6350" marB="0" anchor="ctr">
                    <a:solidFill>
                      <a:schemeClr val="bg2">
                        <a:lumMod val="20000"/>
                        <a:lumOff val="80000"/>
                      </a:schemeClr>
                    </a:solidFill>
                  </a:tcPr>
                </a:tc>
                <a:tc>
                  <a:txBody>
                    <a:bodyPr/>
                    <a:lstStyle/>
                    <a:p>
                      <a:pPr algn="l" rtl="0" fontAlgn="ctr">
                        <a:buNone/>
                      </a:pPr>
                      <a:r>
                        <a:rPr lang="en-US" sz="1400" b="0" i="1" u="none" strike="noStrike">
                          <a:solidFill>
                            <a:schemeClr val="bg2">
                              <a:lumMod val="50000"/>
                            </a:schemeClr>
                          </a:solidFill>
                          <a:effectLst/>
                          <a:latin typeface="Aptos"/>
                        </a:rPr>
                        <a:t>[Alphanumeric]</a:t>
                      </a:r>
                    </a:p>
                  </a:txBody>
                  <a:tcPr marL="6350" marR="6350" marT="6350" marB="0" anchor="ctr">
                    <a:solidFill>
                      <a:schemeClr val="bg1">
                        <a:lumMod val="85000"/>
                      </a:schemeClr>
                    </a:solidFill>
                  </a:tcPr>
                </a:tc>
                <a:extLst>
                  <a:ext uri="{0D108BD9-81ED-4DB2-BD59-A6C34878D82A}">
                    <a16:rowId xmlns:a16="http://schemas.microsoft.com/office/drawing/2014/main" val="3259864088"/>
                  </a:ext>
                </a:extLst>
              </a:tr>
              <a:tr h="203200">
                <a:tc>
                  <a:txBody>
                    <a:bodyPr/>
                    <a:lstStyle/>
                    <a:p>
                      <a:pPr algn="l" rtl="0" fontAlgn="ctr">
                        <a:buNone/>
                      </a:pPr>
                      <a:r>
                        <a:rPr lang="en-US" sz="1400" b="0" u="none" strike="noStrike">
                          <a:effectLst/>
                        </a:rPr>
                        <a:t>Audited Entity</a:t>
                      </a:r>
                      <a:endParaRPr lang="en-US" sz="1400" b="0" i="0" u="none" strike="noStrike">
                        <a:solidFill>
                          <a:srgbClr val="000000"/>
                        </a:solidFill>
                        <a:effectLst/>
                        <a:latin typeface="Aptos" panose="020B0004020202020204" pitchFamily="34" charset="0"/>
                      </a:endParaRPr>
                    </a:p>
                  </a:txBody>
                  <a:tcPr marL="6350" marR="6350" marT="6350" marB="0" anchor="ctr">
                    <a:solidFill>
                      <a:schemeClr val="bg2">
                        <a:lumMod val="20000"/>
                        <a:lumOff val="80000"/>
                      </a:schemeClr>
                    </a:solidFill>
                  </a:tcPr>
                </a:tc>
                <a:tc>
                  <a:txBody>
                    <a:bodyPr/>
                    <a:lstStyle/>
                    <a:p>
                      <a:pPr algn="l" rtl="0" fontAlgn="ctr">
                        <a:buNone/>
                      </a:pPr>
                      <a:r>
                        <a:rPr lang="en-US" sz="1400" b="1" i="0" u="none" strike="noStrike">
                          <a:solidFill>
                            <a:srgbClr val="000000"/>
                          </a:solidFill>
                          <a:effectLst/>
                          <a:latin typeface="Aptos" panose="020B0004020202020204" pitchFamily="34" charset="0"/>
                        </a:rPr>
                        <a:t>Archer</a:t>
                      </a:r>
                    </a:p>
                  </a:txBody>
                  <a:tcPr marL="6350" marR="6350" marT="6350" marB="0" anchor="ctr">
                    <a:solidFill>
                      <a:schemeClr val="bg1">
                        <a:lumMod val="85000"/>
                      </a:schemeClr>
                    </a:solidFill>
                  </a:tcPr>
                </a:tc>
                <a:tc>
                  <a:txBody>
                    <a:bodyPr/>
                    <a:lstStyle/>
                    <a:p>
                      <a:pPr algn="l" rtl="0" fontAlgn="ctr">
                        <a:buNone/>
                      </a:pPr>
                      <a:r>
                        <a:rPr lang="en-US" sz="1400" b="1" i="0" u="none" strike="noStrike">
                          <a:solidFill>
                            <a:srgbClr val="000000"/>
                          </a:solidFill>
                          <a:effectLst/>
                          <a:latin typeface="Aptos" panose="020B0004020202020204" pitchFamily="34" charset="0"/>
                        </a:rPr>
                        <a:t>Free Text</a:t>
                      </a:r>
                    </a:p>
                  </a:txBody>
                  <a:tcPr marL="6350" marR="6350" marT="6350" marB="0" anchor="ctr">
                    <a:solidFill>
                      <a:schemeClr val="bg2">
                        <a:lumMod val="20000"/>
                        <a:lumOff val="80000"/>
                      </a:schemeClr>
                    </a:solidFill>
                  </a:tcPr>
                </a:tc>
                <a:tc>
                  <a:txBody>
                    <a:bodyPr/>
                    <a:lstStyle/>
                    <a:p>
                      <a:pPr marL="0" marR="0" lvl="0" indent="0" algn="l" defTabSz="457200" rtl="0" eaLnBrk="1" fontAlgn="ctr" latinLnBrk="0" hangingPunct="1">
                        <a:lnSpc>
                          <a:spcPct val="100000"/>
                        </a:lnSpc>
                        <a:spcBef>
                          <a:spcPts val="0"/>
                        </a:spcBef>
                        <a:spcAft>
                          <a:spcPts val="0"/>
                        </a:spcAft>
                        <a:buClrTx/>
                        <a:buSzTx/>
                        <a:buFontTx/>
                        <a:buNone/>
                        <a:tabLst/>
                        <a:defRPr/>
                      </a:pPr>
                      <a:r>
                        <a:rPr lang="en-US" sz="1400" b="0" i="1" u="none" strike="noStrike">
                          <a:solidFill>
                            <a:schemeClr val="bg2">
                              <a:lumMod val="50000"/>
                            </a:schemeClr>
                          </a:solidFill>
                          <a:effectLst/>
                          <a:latin typeface="Aptos"/>
                        </a:rPr>
                        <a:t>[Alphanumeric]</a:t>
                      </a:r>
                    </a:p>
                  </a:txBody>
                  <a:tcPr marL="6350" marR="6350" marT="6350" marB="0" anchor="ctr">
                    <a:solidFill>
                      <a:schemeClr val="bg1">
                        <a:lumMod val="85000"/>
                      </a:schemeClr>
                    </a:solidFill>
                  </a:tcPr>
                </a:tc>
                <a:extLst>
                  <a:ext uri="{0D108BD9-81ED-4DB2-BD59-A6C34878D82A}">
                    <a16:rowId xmlns:a16="http://schemas.microsoft.com/office/drawing/2014/main" val="1278353330"/>
                  </a:ext>
                </a:extLst>
              </a:tr>
              <a:tr h="203200">
                <a:tc>
                  <a:txBody>
                    <a:bodyPr/>
                    <a:lstStyle/>
                    <a:p>
                      <a:pPr algn="l" rtl="0" fontAlgn="ctr">
                        <a:buNone/>
                      </a:pPr>
                      <a:r>
                        <a:rPr lang="en-US" sz="1400" b="0" u="none" strike="noStrike">
                          <a:effectLst/>
                        </a:rPr>
                        <a:t>State</a:t>
                      </a:r>
                      <a:endParaRPr lang="en-US" sz="1400" b="0" i="0" u="none" strike="noStrike">
                        <a:solidFill>
                          <a:srgbClr val="000000"/>
                        </a:solidFill>
                        <a:effectLst/>
                        <a:latin typeface="Aptos" panose="020B0004020202020204" pitchFamily="34" charset="0"/>
                      </a:endParaRPr>
                    </a:p>
                  </a:txBody>
                  <a:tcPr marL="6350" marR="6350" marT="6350" marB="0" anchor="ctr">
                    <a:solidFill>
                      <a:schemeClr val="bg2">
                        <a:lumMod val="20000"/>
                        <a:lumOff val="80000"/>
                      </a:schemeClr>
                    </a:solidFill>
                  </a:tcPr>
                </a:tc>
                <a:tc>
                  <a:txBody>
                    <a:bodyPr/>
                    <a:lstStyle/>
                    <a:p>
                      <a:pPr algn="l" fontAlgn="b">
                        <a:buNone/>
                      </a:pPr>
                      <a:r>
                        <a:rPr lang="en-US" sz="1400" b="1" i="0" u="none" strike="noStrike" kern="1500">
                          <a:solidFill>
                            <a:srgbClr val="000000"/>
                          </a:solidFill>
                          <a:effectLst/>
                          <a:latin typeface="Aptos" panose="020B0004020202020204" pitchFamily="34" charset="0"/>
                          <a:ea typeface="+mn-ea"/>
                          <a:cs typeface="+mn-cs"/>
                        </a:rPr>
                        <a:t>SCM/CTR/Procurement</a:t>
                      </a:r>
                    </a:p>
                  </a:txBody>
                  <a:tcPr marL="6350" marR="6350" marT="6350" marB="0" anchor="b">
                    <a:solidFill>
                      <a:schemeClr val="bg1">
                        <a:lumMod val="85000"/>
                      </a:schemeClr>
                    </a:solidFill>
                  </a:tcPr>
                </a:tc>
                <a:tc>
                  <a:txBody>
                    <a:bodyPr/>
                    <a:lstStyle/>
                    <a:p>
                      <a:pPr algn="l" rtl="0" fontAlgn="ctr">
                        <a:buNone/>
                      </a:pPr>
                      <a:r>
                        <a:rPr lang="en-US" sz="1400" b="1" i="0" u="none" strike="noStrike">
                          <a:solidFill>
                            <a:srgbClr val="000000"/>
                          </a:solidFill>
                          <a:effectLst/>
                          <a:latin typeface="Aptos" panose="020B0004020202020204" pitchFamily="34" charset="0"/>
                        </a:rPr>
                        <a:t>Dropdown (Single Select)</a:t>
                      </a:r>
                    </a:p>
                  </a:txBody>
                  <a:tcPr marL="6350" marR="6350" marT="6350" marB="0" anchor="ctr">
                    <a:solidFill>
                      <a:schemeClr val="bg2">
                        <a:lumMod val="20000"/>
                        <a:lumOff val="80000"/>
                      </a:schemeClr>
                    </a:solidFill>
                  </a:tcPr>
                </a:tc>
                <a:tc>
                  <a:txBody>
                    <a:bodyPr/>
                    <a:lstStyle/>
                    <a:p>
                      <a:pPr algn="l" rtl="0" fontAlgn="ctr">
                        <a:buNone/>
                      </a:pPr>
                      <a:endParaRPr lang="en-US" sz="1400" b="1" i="0" u="none" strike="noStrike">
                        <a:solidFill>
                          <a:schemeClr val="bg2">
                            <a:lumMod val="50000"/>
                          </a:schemeClr>
                        </a:solidFill>
                        <a:effectLst/>
                        <a:latin typeface="Aptos"/>
                      </a:endParaRPr>
                    </a:p>
                  </a:txBody>
                  <a:tcPr marL="6350" marR="6350" marT="6350" marB="0" anchor="ctr">
                    <a:solidFill>
                      <a:schemeClr val="bg1">
                        <a:lumMod val="85000"/>
                      </a:schemeClr>
                    </a:solidFill>
                  </a:tcPr>
                </a:tc>
                <a:extLst>
                  <a:ext uri="{0D108BD9-81ED-4DB2-BD59-A6C34878D82A}">
                    <a16:rowId xmlns:a16="http://schemas.microsoft.com/office/drawing/2014/main" val="3202410736"/>
                  </a:ext>
                </a:extLst>
              </a:tr>
              <a:tr h="203200">
                <a:tc>
                  <a:txBody>
                    <a:bodyPr/>
                    <a:lstStyle/>
                    <a:p>
                      <a:pPr algn="l" rtl="0" fontAlgn="ctr">
                        <a:buNone/>
                      </a:pPr>
                      <a:r>
                        <a:rPr lang="en-US" sz="1400" b="0" u="none" strike="noStrike">
                          <a:effectLst/>
                        </a:rPr>
                        <a:t>Line of Business</a:t>
                      </a:r>
                      <a:endParaRPr lang="en-US" sz="1400" b="0" i="0" u="none" strike="noStrike">
                        <a:solidFill>
                          <a:srgbClr val="000000"/>
                        </a:solidFill>
                        <a:effectLst/>
                        <a:latin typeface="Aptos" panose="020B0004020202020204" pitchFamily="34" charset="0"/>
                      </a:endParaRPr>
                    </a:p>
                  </a:txBody>
                  <a:tcPr marL="6350" marR="6350" marT="6350" marB="0" anchor="ctr">
                    <a:solidFill>
                      <a:schemeClr val="bg2">
                        <a:lumMod val="20000"/>
                        <a:lumOff val="80000"/>
                      </a:schemeClr>
                    </a:solidFill>
                  </a:tcPr>
                </a:tc>
                <a:tc>
                  <a:txBody>
                    <a:bodyPr/>
                    <a:lstStyle/>
                    <a:p>
                      <a:pPr algn="l" rtl="0" fontAlgn="ctr">
                        <a:buNone/>
                      </a:pPr>
                      <a:r>
                        <a:rPr lang="en-US" sz="1400" b="1" i="0" u="none" strike="noStrike">
                          <a:solidFill>
                            <a:srgbClr val="000000"/>
                          </a:solidFill>
                          <a:effectLst/>
                          <a:latin typeface="Aptos" panose="020B0004020202020204" pitchFamily="34" charset="0"/>
                        </a:rPr>
                        <a:t>Archer</a:t>
                      </a:r>
                    </a:p>
                  </a:txBody>
                  <a:tcPr marL="6350" marR="6350" marT="6350" marB="0" anchor="ctr">
                    <a:solidFill>
                      <a:schemeClr val="bg1">
                        <a:lumMod val="85000"/>
                      </a:schemeClr>
                    </a:solidFill>
                  </a:tcPr>
                </a:tc>
                <a:tc>
                  <a:txBody>
                    <a:bodyPr/>
                    <a:lstStyle/>
                    <a:p>
                      <a:pPr algn="l" rtl="0" fontAlgn="ctr">
                        <a:buNone/>
                      </a:pPr>
                      <a:r>
                        <a:rPr lang="en-US" sz="1400" b="1" i="0" u="none" strike="noStrike">
                          <a:solidFill>
                            <a:srgbClr val="000000"/>
                          </a:solidFill>
                          <a:effectLst/>
                          <a:latin typeface="Aptos" panose="020B0004020202020204" pitchFamily="34" charset="0"/>
                        </a:rPr>
                        <a:t>Dropdown (Multi Select)</a:t>
                      </a:r>
                    </a:p>
                  </a:txBody>
                  <a:tcPr marL="6350" marR="6350" marT="6350" marB="0" anchor="ctr">
                    <a:solidFill>
                      <a:schemeClr val="bg2">
                        <a:lumMod val="20000"/>
                        <a:lumOff val="80000"/>
                      </a:schemeClr>
                    </a:solidFill>
                  </a:tcPr>
                </a:tc>
                <a:tc>
                  <a:txBody>
                    <a:bodyPr/>
                    <a:lstStyle/>
                    <a:p>
                      <a:pPr algn="l" rtl="0" fontAlgn="ctr">
                        <a:buNone/>
                      </a:pPr>
                      <a:endParaRPr lang="en-US" sz="1400" b="1" i="0" u="none" strike="noStrike">
                        <a:solidFill>
                          <a:schemeClr val="bg2">
                            <a:lumMod val="50000"/>
                          </a:schemeClr>
                        </a:solidFill>
                        <a:effectLst/>
                        <a:latin typeface="Aptos"/>
                      </a:endParaRPr>
                    </a:p>
                  </a:txBody>
                  <a:tcPr marL="6350" marR="6350" marT="6350" marB="0" anchor="ctr">
                    <a:solidFill>
                      <a:schemeClr val="bg1">
                        <a:lumMod val="85000"/>
                      </a:schemeClr>
                    </a:solidFill>
                  </a:tcPr>
                </a:tc>
                <a:extLst>
                  <a:ext uri="{0D108BD9-81ED-4DB2-BD59-A6C34878D82A}">
                    <a16:rowId xmlns:a16="http://schemas.microsoft.com/office/drawing/2014/main" val="2362766569"/>
                  </a:ext>
                </a:extLst>
              </a:tr>
              <a:tr h="203200">
                <a:tc>
                  <a:txBody>
                    <a:bodyPr/>
                    <a:lstStyle/>
                    <a:p>
                      <a:pPr algn="l" rtl="0" fontAlgn="ctr">
                        <a:buNone/>
                      </a:pPr>
                      <a:r>
                        <a:rPr lang="en-US" sz="1400" b="0" u="none" strike="noStrike">
                          <a:effectLst/>
                        </a:rPr>
                        <a:t>Delegation Type</a:t>
                      </a:r>
                      <a:endParaRPr lang="en-US" sz="1400" b="0" i="0" u="none" strike="noStrike">
                        <a:solidFill>
                          <a:srgbClr val="000000"/>
                        </a:solidFill>
                        <a:effectLst/>
                        <a:latin typeface="Aptos" panose="020B0004020202020204" pitchFamily="34" charset="0"/>
                      </a:endParaRPr>
                    </a:p>
                  </a:txBody>
                  <a:tcPr marL="6350" marR="6350" marT="6350" marB="0" anchor="ctr">
                    <a:solidFill>
                      <a:schemeClr val="bg2">
                        <a:lumMod val="20000"/>
                        <a:lumOff val="80000"/>
                      </a:schemeClr>
                    </a:solidFill>
                  </a:tcPr>
                </a:tc>
                <a:tc>
                  <a:txBody>
                    <a:bodyPr/>
                    <a:lstStyle/>
                    <a:p>
                      <a:pPr algn="l" rtl="0" fontAlgn="ctr">
                        <a:buNone/>
                      </a:pPr>
                      <a:r>
                        <a:rPr lang="en-US" sz="1400" b="1" i="0" u="none" strike="noStrike">
                          <a:solidFill>
                            <a:srgbClr val="000000"/>
                          </a:solidFill>
                          <a:effectLst/>
                          <a:latin typeface="Aptos" panose="020B0004020202020204" pitchFamily="34" charset="0"/>
                        </a:rPr>
                        <a:t>Archer</a:t>
                      </a:r>
                    </a:p>
                  </a:txBody>
                  <a:tcPr marL="6350" marR="6350" marT="6350" marB="0" anchor="ctr">
                    <a:solidFill>
                      <a:schemeClr val="bg1">
                        <a:lumMod val="85000"/>
                      </a:schemeClr>
                    </a:solidFill>
                  </a:tcPr>
                </a:tc>
                <a:tc>
                  <a:txBody>
                    <a:bodyPr/>
                    <a:lstStyle/>
                    <a:p>
                      <a:pPr algn="l" rtl="0" fontAlgn="ctr">
                        <a:buNone/>
                      </a:pPr>
                      <a:r>
                        <a:rPr lang="en-US" sz="1400" b="1" i="0" u="none" strike="noStrike">
                          <a:solidFill>
                            <a:srgbClr val="000000"/>
                          </a:solidFill>
                          <a:effectLst/>
                          <a:latin typeface="Aptos" panose="020B0004020202020204" pitchFamily="34" charset="0"/>
                        </a:rPr>
                        <a:t>Checkbox (Multi Select)</a:t>
                      </a:r>
                    </a:p>
                  </a:txBody>
                  <a:tcPr marL="6350" marR="6350" marT="6350" marB="0" anchor="ctr">
                    <a:solidFill>
                      <a:schemeClr val="bg2">
                        <a:lumMod val="20000"/>
                        <a:lumOff val="80000"/>
                      </a:schemeClr>
                    </a:solidFill>
                  </a:tcPr>
                </a:tc>
                <a:tc>
                  <a:txBody>
                    <a:bodyPr/>
                    <a:lstStyle/>
                    <a:p>
                      <a:pPr algn="l" rtl="0" fontAlgn="ctr">
                        <a:buNone/>
                      </a:pPr>
                      <a:endParaRPr lang="en-US" sz="1400" b="1" i="0" u="none" strike="noStrike">
                        <a:solidFill>
                          <a:schemeClr val="bg2">
                            <a:lumMod val="50000"/>
                          </a:schemeClr>
                        </a:solidFill>
                        <a:effectLst/>
                        <a:latin typeface="Aptos"/>
                      </a:endParaRPr>
                    </a:p>
                  </a:txBody>
                  <a:tcPr marL="6350" marR="6350" marT="6350" marB="0" anchor="ctr">
                    <a:solidFill>
                      <a:schemeClr val="bg1">
                        <a:lumMod val="85000"/>
                      </a:schemeClr>
                    </a:solidFill>
                  </a:tcPr>
                </a:tc>
                <a:extLst>
                  <a:ext uri="{0D108BD9-81ED-4DB2-BD59-A6C34878D82A}">
                    <a16:rowId xmlns:a16="http://schemas.microsoft.com/office/drawing/2014/main" val="1037021228"/>
                  </a:ext>
                </a:extLst>
              </a:tr>
              <a:tr h="203200">
                <a:tc>
                  <a:txBody>
                    <a:bodyPr/>
                    <a:lstStyle/>
                    <a:p>
                      <a:pPr algn="l" rtl="0" fontAlgn="ctr">
                        <a:buNone/>
                      </a:pPr>
                      <a:r>
                        <a:rPr lang="en-US" sz="1400" b="0" u="none" strike="noStrike">
                          <a:effectLst/>
                        </a:rPr>
                        <a:t>Delegate Entity Type</a:t>
                      </a:r>
                      <a:endParaRPr lang="en-US" sz="1400" b="0" i="0" u="none" strike="noStrike">
                        <a:solidFill>
                          <a:srgbClr val="000000"/>
                        </a:solidFill>
                        <a:effectLst/>
                        <a:latin typeface="Aptos" panose="020B0004020202020204" pitchFamily="34" charset="0"/>
                      </a:endParaRPr>
                    </a:p>
                  </a:txBody>
                  <a:tcPr marL="6350" marR="6350" marT="6350" marB="0" anchor="ctr">
                    <a:solidFill>
                      <a:schemeClr val="bg2">
                        <a:lumMod val="20000"/>
                        <a:lumOff val="80000"/>
                      </a:schemeClr>
                    </a:solidFill>
                  </a:tcPr>
                </a:tc>
                <a:tc>
                  <a:txBody>
                    <a:bodyPr/>
                    <a:lstStyle/>
                    <a:p>
                      <a:pPr algn="l" rtl="0" fontAlgn="ctr">
                        <a:buNone/>
                      </a:pPr>
                      <a:r>
                        <a:rPr lang="en-US" sz="1400" b="1" i="0" u="none" strike="noStrike">
                          <a:solidFill>
                            <a:srgbClr val="000000"/>
                          </a:solidFill>
                          <a:effectLst/>
                          <a:latin typeface="Aptos" panose="020B0004020202020204" pitchFamily="34" charset="0"/>
                        </a:rPr>
                        <a:t>Archer</a:t>
                      </a:r>
                    </a:p>
                  </a:txBody>
                  <a:tcPr marL="6350" marR="6350" marT="6350" marB="0" anchor="ctr">
                    <a:solidFill>
                      <a:schemeClr val="bg1">
                        <a:lumMod val="85000"/>
                      </a:schemeClr>
                    </a:solidFill>
                  </a:tcPr>
                </a:tc>
                <a:tc>
                  <a:txBody>
                    <a:bodyPr/>
                    <a:lstStyle/>
                    <a:p>
                      <a:pPr algn="l" rtl="0" fontAlgn="ctr">
                        <a:buNone/>
                      </a:pPr>
                      <a:r>
                        <a:rPr lang="en-US" sz="1400" b="1" i="0" u="none" strike="noStrike">
                          <a:solidFill>
                            <a:srgbClr val="000000"/>
                          </a:solidFill>
                          <a:effectLst/>
                          <a:latin typeface="Aptos" panose="020B0004020202020204" pitchFamily="34" charset="0"/>
                        </a:rPr>
                        <a:t>??</a:t>
                      </a:r>
                    </a:p>
                  </a:txBody>
                  <a:tcPr marL="6350" marR="6350" marT="6350" marB="0" anchor="ctr">
                    <a:solidFill>
                      <a:schemeClr val="bg2">
                        <a:lumMod val="20000"/>
                        <a:lumOff val="80000"/>
                      </a:schemeClr>
                    </a:solidFill>
                  </a:tcPr>
                </a:tc>
                <a:tc>
                  <a:txBody>
                    <a:bodyPr/>
                    <a:lstStyle/>
                    <a:p>
                      <a:pPr algn="l" rtl="0" fontAlgn="ctr">
                        <a:buNone/>
                      </a:pPr>
                      <a:endParaRPr lang="en-US" sz="1400" b="1" i="0" u="none" strike="noStrike">
                        <a:solidFill>
                          <a:schemeClr val="bg2">
                            <a:lumMod val="50000"/>
                          </a:schemeClr>
                        </a:solidFill>
                        <a:effectLst/>
                        <a:latin typeface="Aptos"/>
                      </a:endParaRPr>
                    </a:p>
                  </a:txBody>
                  <a:tcPr marL="6350" marR="6350" marT="6350" marB="0" anchor="ctr">
                    <a:solidFill>
                      <a:schemeClr val="bg1">
                        <a:lumMod val="85000"/>
                      </a:schemeClr>
                    </a:solidFill>
                  </a:tcPr>
                </a:tc>
                <a:extLst>
                  <a:ext uri="{0D108BD9-81ED-4DB2-BD59-A6C34878D82A}">
                    <a16:rowId xmlns:a16="http://schemas.microsoft.com/office/drawing/2014/main" val="2179257753"/>
                  </a:ext>
                </a:extLst>
              </a:tr>
              <a:tr h="203200">
                <a:tc>
                  <a:txBody>
                    <a:bodyPr/>
                    <a:lstStyle/>
                    <a:p>
                      <a:pPr algn="l" rtl="0" fontAlgn="ctr">
                        <a:buNone/>
                      </a:pPr>
                      <a:r>
                        <a:rPr lang="en-US" sz="1400" b="0" u="none" strike="noStrike">
                          <a:effectLst/>
                        </a:rPr>
                        <a:t>Oversight Audit Timeline</a:t>
                      </a:r>
                      <a:endParaRPr lang="en-US" sz="1400" b="0" i="0" u="none" strike="noStrike">
                        <a:solidFill>
                          <a:srgbClr val="000000"/>
                        </a:solidFill>
                        <a:effectLst/>
                        <a:latin typeface="Aptos" panose="020B0004020202020204" pitchFamily="34" charset="0"/>
                      </a:endParaRPr>
                    </a:p>
                  </a:txBody>
                  <a:tcPr marL="6350" marR="6350" marT="6350" marB="0" anchor="ctr">
                    <a:solidFill>
                      <a:schemeClr val="bg2">
                        <a:lumMod val="20000"/>
                        <a:lumOff val="80000"/>
                      </a:schemeClr>
                    </a:solidFill>
                  </a:tcPr>
                </a:tc>
                <a:tc>
                  <a:txBody>
                    <a:bodyPr/>
                    <a:lstStyle/>
                    <a:p>
                      <a:pPr algn="l" rtl="0" fontAlgn="ctr">
                        <a:buNone/>
                      </a:pPr>
                      <a:r>
                        <a:rPr lang="en-US" sz="1400" b="1" i="0" u="none" strike="noStrike">
                          <a:solidFill>
                            <a:srgbClr val="000000"/>
                          </a:solidFill>
                          <a:effectLst/>
                          <a:latin typeface="Aptos" panose="020B0004020202020204" pitchFamily="34" charset="0"/>
                        </a:rPr>
                        <a:t>Archer</a:t>
                      </a:r>
                    </a:p>
                  </a:txBody>
                  <a:tcPr marL="6350" marR="6350" marT="6350" marB="0" anchor="ctr">
                    <a:solidFill>
                      <a:schemeClr val="bg1">
                        <a:lumMod val="85000"/>
                      </a:schemeClr>
                    </a:solidFill>
                  </a:tcPr>
                </a:tc>
                <a:tc>
                  <a:txBody>
                    <a:bodyPr/>
                    <a:lstStyle/>
                    <a:p>
                      <a:pPr marL="0" marR="0" lvl="0" indent="0" algn="l" defTabSz="457200" rtl="0" eaLnBrk="1" fontAlgn="ctr" latinLnBrk="0" hangingPunct="1">
                        <a:lnSpc>
                          <a:spcPct val="100000"/>
                        </a:lnSpc>
                        <a:spcBef>
                          <a:spcPts val="0"/>
                        </a:spcBef>
                        <a:spcAft>
                          <a:spcPts val="0"/>
                        </a:spcAft>
                        <a:buClrTx/>
                        <a:buSzTx/>
                        <a:buFontTx/>
                        <a:buNone/>
                        <a:tabLst/>
                        <a:defRPr/>
                      </a:pPr>
                      <a:r>
                        <a:rPr lang="en-US" sz="1400" b="1" i="0" u="none" strike="noStrike">
                          <a:solidFill>
                            <a:srgbClr val="000000"/>
                          </a:solidFill>
                          <a:effectLst/>
                          <a:latin typeface="Aptos" panose="020B0004020202020204" pitchFamily="34" charset="0"/>
                        </a:rPr>
                        <a:t>Dropdown (Single Select)</a:t>
                      </a:r>
                    </a:p>
                  </a:txBody>
                  <a:tcPr marL="6350" marR="6350" marT="6350" marB="0" anchor="ctr">
                    <a:solidFill>
                      <a:schemeClr val="bg2">
                        <a:lumMod val="20000"/>
                        <a:lumOff val="80000"/>
                      </a:schemeClr>
                    </a:solidFill>
                  </a:tcPr>
                </a:tc>
                <a:tc>
                  <a:txBody>
                    <a:bodyPr/>
                    <a:lstStyle/>
                    <a:p>
                      <a:pPr algn="l" rtl="0" fontAlgn="ctr">
                        <a:buNone/>
                      </a:pPr>
                      <a:endParaRPr lang="en-US" sz="1400" b="1" i="0" u="none" strike="noStrike">
                        <a:solidFill>
                          <a:schemeClr val="bg2">
                            <a:lumMod val="50000"/>
                          </a:schemeClr>
                        </a:solidFill>
                        <a:effectLst/>
                        <a:latin typeface="Aptos"/>
                      </a:endParaRPr>
                    </a:p>
                  </a:txBody>
                  <a:tcPr marL="6350" marR="6350" marT="6350" marB="0" anchor="ctr">
                    <a:solidFill>
                      <a:schemeClr val="bg1">
                        <a:lumMod val="85000"/>
                      </a:schemeClr>
                    </a:solidFill>
                  </a:tcPr>
                </a:tc>
                <a:extLst>
                  <a:ext uri="{0D108BD9-81ED-4DB2-BD59-A6C34878D82A}">
                    <a16:rowId xmlns:a16="http://schemas.microsoft.com/office/drawing/2014/main" val="2528469434"/>
                  </a:ext>
                </a:extLst>
              </a:tr>
              <a:tr h="203200">
                <a:tc>
                  <a:txBody>
                    <a:bodyPr/>
                    <a:lstStyle/>
                    <a:p>
                      <a:pPr algn="l" rtl="0" fontAlgn="ctr">
                        <a:buNone/>
                      </a:pPr>
                      <a:r>
                        <a:rPr lang="en-US" sz="1400" b="0" u="none" strike="noStrike">
                          <a:effectLst/>
                        </a:rPr>
                        <a:t>Corrective Action Plan</a:t>
                      </a:r>
                      <a:endParaRPr lang="en-US" sz="1400" b="0" i="0" u="none" strike="noStrike">
                        <a:solidFill>
                          <a:srgbClr val="000000"/>
                        </a:solidFill>
                        <a:effectLst/>
                        <a:latin typeface="Aptos" panose="020B0004020202020204" pitchFamily="34" charset="0"/>
                      </a:endParaRPr>
                    </a:p>
                  </a:txBody>
                  <a:tcPr marL="6350" marR="6350" marT="6350" marB="0" anchor="ctr">
                    <a:solidFill>
                      <a:schemeClr val="bg2">
                        <a:lumMod val="20000"/>
                        <a:lumOff val="80000"/>
                      </a:schemeClr>
                    </a:solidFill>
                  </a:tcPr>
                </a:tc>
                <a:tc>
                  <a:txBody>
                    <a:bodyPr/>
                    <a:lstStyle/>
                    <a:p>
                      <a:pPr algn="l" rtl="0" fontAlgn="ctr">
                        <a:buNone/>
                      </a:pPr>
                      <a:r>
                        <a:rPr lang="en-US" sz="1400" b="1" i="0" u="none" strike="noStrike">
                          <a:solidFill>
                            <a:srgbClr val="000000"/>
                          </a:solidFill>
                          <a:effectLst/>
                          <a:latin typeface="Aptos" panose="020B0004020202020204" pitchFamily="34" charset="0"/>
                        </a:rPr>
                        <a:t>Archer</a:t>
                      </a:r>
                    </a:p>
                  </a:txBody>
                  <a:tcPr marL="6350" marR="6350" marT="6350" marB="0" anchor="ctr">
                    <a:solidFill>
                      <a:schemeClr val="bg1">
                        <a:lumMod val="85000"/>
                      </a:schemeClr>
                    </a:solidFill>
                  </a:tcPr>
                </a:tc>
                <a:tc>
                  <a:txBody>
                    <a:bodyPr/>
                    <a:lstStyle/>
                    <a:p>
                      <a:pPr algn="l" rtl="0" fontAlgn="ctr">
                        <a:buNone/>
                      </a:pPr>
                      <a:r>
                        <a:rPr lang="en-US" sz="1400" b="1" i="0" u="none" strike="noStrike">
                          <a:solidFill>
                            <a:srgbClr val="000000"/>
                          </a:solidFill>
                          <a:effectLst/>
                          <a:latin typeface="Aptos" panose="020B0004020202020204" pitchFamily="34" charset="0"/>
                        </a:rPr>
                        <a:t>Checkbox (Multi Select)</a:t>
                      </a:r>
                    </a:p>
                  </a:txBody>
                  <a:tcPr marL="6350" marR="6350" marT="6350" marB="0" anchor="ctr">
                    <a:solidFill>
                      <a:schemeClr val="bg2">
                        <a:lumMod val="20000"/>
                        <a:lumOff val="80000"/>
                      </a:schemeClr>
                    </a:solidFill>
                  </a:tcPr>
                </a:tc>
                <a:tc>
                  <a:txBody>
                    <a:bodyPr/>
                    <a:lstStyle/>
                    <a:p>
                      <a:pPr algn="l" rtl="0" fontAlgn="ctr">
                        <a:buNone/>
                      </a:pPr>
                      <a:endParaRPr lang="en-US" sz="1400" b="1" i="0" u="none" strike="noStrike">
                        <a:solidFill>
                          <a:schemeClr val="bg2">
                            <a:lumMod val="50000"/>
                          </a:schemeClr>
                        </a:solidFill>
                        <a:effectLst/>
                        <a:latin typeface="Aptos"/>
                      </a:endParaRPr>
                    </a:p>
                  </a:txBody>
                  <a:tcPr marL="6350" marR="6350" marT="6350" marB="0" anchor="ctr">
                    <a:solidFill>
                      <a:schemeClr val="bg1">
                        <a:lumMod val="85000"/>
                      </a:schemeClr>
                    </a:solidFill>
                  </a:tcPr>
                </a:tc>
                <a:extLst>
                  <a:ext uri="{0D108BD9-81ED-4DB2-BD59-A6C34878D82A}">
                    <a16:rowId xmlns:a16="http://schemas.microsoft.com/office/drawing/2014/main" val="4229625421"/>
                  </a:ext>
                </a:extLst>
              </a:tr>
              <a:tr h="203200">
                <a:tc>
                  <a:txBody>
                    <a:bodyPr/>
                    <a:lstStyle/>
                    <a:p>
                      <a:pPr algn="l" rtl="0" fontAlgn="ctr">
                        <a:buNone/>
                      </a:pPr>
                      <a:r>
                        <a:rPr lang="en-US" sz="1400" b="0" u="none" strike="noStrike">
                          <a:effectLst/>
                        </a:rPr>
                        <a:t>Delegated Entity Contacts</a:t>
                      </a:r>
                      <a:endParaRPr lang="en-US" sz="1400" b="0" i="0" u="none" strike="noStrike">
                        <a:solidFill>
                          <a:srgbClr val="000000"/>
                        </a:solidFill>
                        <a:effectLst/>
                        <a:latin typeface="Aptos" panose="020B0004020202020204" pitchFamily="34" charset="0"/>
                      </a:endParaRPr>
                    </a:p>
                  </a:txBody>
                  <a:tcPr marL="6350" marR="6350" marT="6350" marB="0" anchor="ctr">
                    <a:solidFill>
                      <a:schemeClr val="bg2">
                        <a:lumMod val="20000"/>
                        <a:lumOff val="80000"/>
                      </a:schemeClr>
                    </a:solidFill>
                  </a:tcPr>
                </a:tc>
                <a:tc>
                  <a:txBody>
                    <a:bodyPr/>
                    <a:lstStyle/>
                    <a:p>
                      <a:pPr algn="l" rtl="0" fontAlgn="ctr">
                        <a:buNone/>
                      </a:pPr>
                      <a:r>
                        <a:rPr lang="en-US" sz="1400" b="1" i="0" u="none" strike="noStrike">
                          <a:solidFill>
                            <a:srgbClr val="000000"/>
                          </a:solidFill>
                          <a:effectLst/>
                          <a:latin typeface="Aptos" panose="020B0004020202020204" pitchFamily="34" charset="0"/>
                        </a:rPr>
                        <a:t>Archer</a:t>
                      </a:r>
                    </a:p>
                  </a:txBody>
                  <a:tcPr marL="6350" marR="6350" marT="6350" marB="0" anchor="ctr">
                    <a:solidFill>
                      <a:schemeClr val="bg1">
                        <a:lumMod val="85000"/>
                      </a:schemeClr>
                    </a:solidFill>
                  </a:tcPr>
                </a:tc>
                <a:tc>
                  <a:txBody>
                    <a:bodyPr/>
                    <a:lstStyle/>
                    <a:p>
                      <a:pPr algn="l" rtl="0" fontAlgn="ctr">
                        <a:buNone/>
                      </a:pPr>
                      <a:r>
                        <a:rPr lang="en-US" sz="1400" b="1" i="0" u="none" strike="noStrike">
                          <a:solidFill>
                            <a:srgbClr val="000000"/>
                          </a:solidFill>
                          <a:effectLst/>
                          <a:latin typeface="Aptos" panose="020B0004020202020204" pitchFamily="34" charset="0"/>
                        </a:rPr>
                        <a:t>Free Text</a:t>
                      </a:r>
                    </a:p>
                  </a:txBody>
                  <a:tcPr marL="6350" marR="6350" marT="6350" marB="0" anchor="ctr">
                    <a:solidFill>
                      <a:schemeClr val="bg2">
                        <a:lumMod val="20000"/>
                        <a:lumOff val="80000"/>
                      </a:schemeClr>
                    </a:solidFill>
                  </a:tcPr>
                </a:tc>
                <a:tc>
                  <a:txBody>
                    <a:bodyPr/>
                    <a:lstStyle/>
                    <a:p>
                      <a:pPr marL="0" marR="0" lvl="0" indent="0" algn="l" defTabSz="457200" rtl="0" eaLnBrk="1" fontAlgn="ctr" latinLnBrk="0" hangingPunct="1">
                        <a:lnSpc>
                          <a:spcPct val="100000"/>
                        </a:lnSpc>
                        <a:spcBef>
                          <a:spcPts val="0"/>
                        </a:spcBef>
                        <a:spcAft>
                          <a:spcPts val="0"/>
                        </a:spcAft>
                        <a:buClrTx/>
                        <a:buSzTx/>
                        <a:buFontTx/>
                        <a:buNone/>
                        <a:tabLst/>
                        <a:defRPr/>
                      </a:pPr>
                      <a:r>
                        <a:rPr lang="en-US" sz="1400" b="0" i="1" u="none" strike="noStrike">
                          <a:solidFill>
                            <a:schemeClr val="bg2">
                              <a:lumMod val="50000"/>
                            </a:schemeClr>
                          </a:solidFill>
                          <a:effectLst/>
                          <a:latin typeface="Aptos"/>
                        </a:rPr>
                        <a:t>[Alphanumeric]</a:t>
                      </a:r>
                    </a:p>
                  </a:txBody>
                  <a:tcPr marL="6350" marR="6350" marT="6350" marB="0" anchor="ctr">
                    <a:solidFill>
                      <a:schemeClr val="bg1">
                        <a:lumMod val="85000"/>
                      </a:schemeClr>
                    </a:solidFill>
                  </a:tcPr>
                </a:tc>
                <a:extLst>
                  <a:ext uri="{0D108BD9-81ED-4DB2-BD59-A6C34878D82A}">
                    <a16:rowId xmlns:a16="http://schemas.microsoft.com/office/drawing/2014/main" val="3433031983"/>
                  </a:ext>
                </a:extLst>
              </a:tr>
              <a:tr h="203200">
                <a:tc>
                  <a:txBody>
                    <a:bodyPr/>
                    <a:lstStyle/>
                    <a:p>
                      <a:pPr algn="l" rtl="0" fontAlgn="ctr">
                        <a:buNone/>
                      </a:pPr>
                      <a:r>
                        <a:rPr lang="en-US" sz="1400" b="0" u="none" strike="noStrike">
                          <a:effectLst/>
                        </a:rPr>
                        <a:t>MSO</a:t>
                      </a:r>
                      <a:endParaRPr lang="en-US" sz="1400" b="0" i="0" u="none" strike="noStrike">
                        <a:solidFill>
                          <a:srgbClr val="000000"/>
                        </a:solidFill>
                        <a:effectLst/>
                        <a:latin typeface="Aptos" panose="020B0004020202020204" pitchFamily="34" charset="0"/>
                      </a:endParaRPr>
                    </a:p>
                  </a:txBody>
                  <a:tcPr marL="6350" marR="6350" marT="6350" marB="0" anchor="ctr">
                    <a:solidFill>
                      <a:schemeClr val="bg2">
                        <a:lumMod val="20000"/>
                        <a:lumOff val="80000"/>
                      </a:schemeClr>
                    </a:solidFill>
                  </a:tcPr>
                </a:tc>
                <a:tc>
                  <a:txBody>
                    <a:bodyPr/>
                    <a:lstStyle/>
                    <a:p>
                      <a:pPr algn="l" rtl="0" fontAlgn="ctr">
                        <a:buNone/>
                      </a:pPr>
                      <a:r>
                        <a:rPr lang="en-US" sz="1400" b="1" i="0" u="none" strike="noStrike">
                          <a:solidFill>
                            <a:srgbClr val="000000"/>
                          </a:solidFill>
                          <a:effectLst/>
                          <a:latin typeface="Aptos" panose="020B0004020202020204" pitchFamily="34" charset="0"/>
                        </a:rPr>
                        <a:t>???</a:t>
                      </a:r>
                    </a:p>
                  </a:txBody>
                  <a:tcPr marL="6350" marR="6350" marT="6350" marB="0" anchor="ctr">
                    <a:solidFill>
                      <a:schemeClr val="bg1">
                        <a:lumMod val="85000"/>
                      </a:schemeClr>
                    </a:solidFill>
                  </a:tcPr>
                </a:tc>
                <a:tc>
                  <a:txBody>
                    <a:bodyPr/>
                    <a:lstStyle/>
                    <a:p>
                      <a:pPr algn="l" rtl="0" fontAlgn="ctr">
                        <a:buNone/>
                      </a:pPr>
                      <a:r>
                        <a:rPr lang="en-US" sz="1400" b="1" i="0" u="none" strike="noStrike">
                          <a:solidFill>
                            <a:srgbClr val="000000"/>
                          </a:solidFill>
                          <a:effectLst/>
                          <a:latin typeface="Aptos" panose="020B0004020202020204" pitchFamily="34" charset="0"/>
                        </a:rPr>
                        <a:t>Free Text</a:t>
                      </a:r>
                    </a:p>
                  </a:txBody>
                  <a:tcPr marL="6350" marR="6350" marT="6350" marB="0" anchor="ctr">
                    <a:solidFill>
                      <a:schemeClr val="bg2">
                        <a:lumMod val="20000"/>
                        <a:lumOff val="80000"/>
                      </a:schemeClr>
                    </a:solidFill>
                  </a:tcPr>
                </a:tc>
                <a:tc>
                  <a:txBody>
                    <a:bodyPr/>
                    <a:lstStyle/>
                    <a:p>
                      <a:pPr marL="0" marR="0" lvl="0" indent="0" algn="l" defTabSz="457200" rtl="0" eaLnBrk="1" fontAlgn="ctr" latinLnBrk="0" hangingPunct="1">
                        <a:lnSpc>
                          <a:spcPct val="100000"/>
                        </a:lnSpc>
                        <a:spcBef>
                          <a:spcPts val="0"/>
                        </a:spcBef>
                        <a:spcAft>
                          <a:spcPts val="0"/>
                        </a:spcAft>
                        <a:buClrTx/>
                        <a:buSzTx/>
                        <a:buFontTx/>
                        <a:buNone/>
                        <a:tabLst/>
                        <a:defRPr/>
                      </a:pPr>
                      <a:r>
                        <a:rPr lang="en-US" sz="1400" b="0" i="1" u="none" strike="noStrike">
                          <a:solidFill>
                            <a:schemeClr val="bg2">
                              <a:lumMod val="50000"/>
                            </a:schemeClr>
                          </a:solidFill>
                          <a:effectLst/>
                          <a:latin typeface="Aptos"/>
                        </a:rPr>
                        <a:t>[Alphanumeric]</a:t>
                      </a:r>
                    </a:p>
                  </a:txBody>
                  <a:tcPr marL="6350" marR="6350" marT="6350" marB="0" anchor="ctr">
                    <a:solidFill>
                      <a:schemeClr val="bg1">
                        <a:lumMod val="85000"/>
                      </a:schemeClr>
                    </a:solidFill>
                  </a:tcPr>
                </a:tc>
                <a:extLst>
                  <a:ext uri="{0D108BD9-81ED-4DB2-BD59-A6C34878D82A}">
                    <a16:rowId xmlns:a16="http://schemas.microsoft.com/office/drawing/2014/main" val="720572906"/>
                  </a:ext>
                </a:extLst>
              </a:tr>
            </a:tbl>
          </a:graphicData>
        </a:graphic>
      </p:graphicFrame>
      <p:sp>
        <p:nvSpPr>
          <p:cNvPr id="5" name="TextBox 4">
            <a:extLst>
              <a:ext uri="{FF2B5EF4-FFF2-40B4-BE49-F238E27FC236}">
                <a16:creationId xmlns:a16="http://schemas.microsoft.com/office/drawing/2014/main" id="{F1407144-6C86-08AE-4FA3-530272434907}"/>
              </a:ext>
            </a:extLst>
          </p:cNvPr>
          <p:cNvSpPr txBox="1"/>
          <p:nvPr/>
        </p:nvSpPr>
        <p:spPr>
          <a:xfrm>
            <a:off x="6643023" y="5669417"/>
            <a:ext cx="5474101" cy="1015663"/>
          </a:xfrm>
          <a:prstGeom prst="rect">
            <a:avLst/>
          </a:prstGeom>
          <a:noFill/>
          <a:ln>
            <a:solidFill>
              <a:schemeClr val="tx1"/>
            </a:solidFill>
          </a:ln>
        </p:spPr>
        <p:txBody>
          <a:bodyPr wrap="square" rtlCol="0">
            <a:spAutoFit/>
          </a:bodyPr>
          <a:lstStyle/>
          <a:p>
            <a:pPr algn="l"/>
            <a:r>
              <a:rPr lang="en-US" sz="1000">
                <a:solidFill>
                  <a:schemeClr val="tx2"/>
                </a:solidFill>
              </a:rPr>
              <a:t>Sources:</a:t>
            </a:r>
          </a:p>
          <a:p>
            <a:pPr marL="228600" indent="-228600">
              <a:buAutoNum type="arabicParenBoth"/>
            </a:pPr>
            <a:r>
              <a:rPr lang="en-US" sz="1000">
                <a:solidFill>
                  <a:schemeClr val="tx2"/>
                </a:solidFill>
              </a:rPr>
              <a:t>Data fields, system sources, and example field values: </a:t>
            </a:r>
            <a:r>
              <a:rPr lang="en-US" altLang="en-US" sz="1000">
                <a:solidFill>
                  <a:schemeClr val="tx1"/>
                </a:solidFill>
                <a:latin typeface="Arial" panose="020B0604020202020204" pitchFamily="34" charset="0"/>
                <a:hlinkClick r:id="rId2"/>
              </a:rPr>
              <a:t>Source of </a:t>
            </a:r>
            <a:r>
              <a:rPr lang="en-US" altLang="en-US" sz="1000" err="1">
                <a:solidFill>
                  <a:schemeClr val="tx1"/>
                </a:solidFill>
                <a:latin typeface="Arial" panose="020B0604020202020204" pitchFamily="34" charset="0"/>
                <a:hlinkClick r:id="rId2"/>
              </a:rPr>
              <a:t>Truth_attributes</a:t>
            </a:r>
            <a:r>
              <a:rPr lang="en-US" altLang="en-US" sz="1000">
                <a:solidFill>
                  <a:schemeClr val="tx1"/>
                </a:solidFill>
                <a:latin typeface="Arial" panose="020B0604020202020204" pitchFamily="34" charset="0"/>
                <a:hlinkClick r:id="rId2"/>
              </a:rPr>
              <a:t> and systems_MVP022626.xlsx</a:t>
            </a:r>
            <a:endParaRPr lang="en-US" altLang="en-US" sz="1000">
              <a:solidFill>
                <a:schemeClr val="tx1"/>
              </a:solidFill>
              <a:latin typeface="Arial" panose="020B0604020202020204" pitchFamily="34" charset="0"/>
            </a:endParaRPr>
          </a:p>
          <a:p>
            <a:pPr marL="228600" indent="-228600">
              <a:buAutoNum type="arabicParenBoth"/>
            </a:pPr>
            <a:r>
              <a:rPr lang="en-US" altLang="en-US" sz="1000">
                <a:solidFill>
                  <a:schemeClr val="tx1"/>
                </a:solidFill>
                <a:latin typeface="Arial" panose="020B0604020202020204" pitchFamily="34" charset="0"/>
              </a:rPr>
              <a:t>Data fields, example field values, and Clinical and Claims mock examples of current data tracking: </a:t>
            </a:r>
            <a:r>
              <a:rPr lang="en-US" sz="1000">
                <a:hlinkClick r:id="rId3"/>
              </a:rPr>
              <a:t>Source of Truth Required Fields DRAFT.xlsx</a:t>
            </a:r>
            <a:endParaRPr lang="en-US" altLang="en-US" sz="1000">
              <a:solidFill>
                <a:schemeClr val="tx1"/>
              </a:solidFill>
              <a:latin typeface="Arial" panose="020B0604020202020204" pitchFamily="34" charset="0"/>
            </a:endParaRPr>
          </a:p>
          <a:p>
            <a:pPr algn="l"/>
            <a:endParaRPr lang="en-US" sz="1000">
              <a:solidFill>
                <a:schemeClr val="tx2"/>
              </a:solidFill>
            </a:endParaRPr>
          </a:p>
        </p:txBody>
      </p:sp>
      <p:graphicFrame>
        <p:nvGraphicFramePr>
          <p:cNvPr id="9" name="Table 8">
            <a:extLst>
              <a:ext uri="{FF2B5EF4-FFF2-40B4-BE49-F238E27FC236}">
                <a16:creationId xmlns:a16="http://schemas.microsoft.com/office/drawing/2014/main" id="{290F9CAF-598F-9B95-4A0A-D03F3732FF85}"/>
              </a:ext>
            </a:extLst>
          </p:cNvPr>
          <p:cNvGraphicFramePr>
            <a:graphicFrameLocks noGrp="1"/>
          </p:cNvGraphicFramePr>
          <p:nvPr>
            <p:extLst>
              <p:ext uri="{D42A27DB-BD31-4B8C-83A1-F6EECF244321}">
                <p14:modId xmlns:p14="http://schemas.microsoft.com/office/powerpoint/2010/main" val="3012388465"/>
              </p:ext>
            </p:extLst>
          </p:nvPr>
        </p:nvGraphicFramePr>
        <p:xfrm>
          <a:off x="526521" y="3958872"/>
          <a:ext cx="8125879" cy="741680"/>
        </p:xfrm>
        <a:graphic>
          <a:graphicData uri="http://schemas.openxmlformats.org/drawingml/2006/table">
            <a:tbl>
              <a:tblPr firstRow="1" bandRow="1">
                <a:tableStyleId>{5940675A-B579-460E-94D1-54222C63F5DA}</a:tableStyleId>
              </a:tblPr>
              <a:tblGrid>
                <a:gridCol w="2863079">
                  <a:extLst>
                    <a:ext uri="{9D8B030D-6E8A-4147-A177-3AD203B41FA5}">
                      <a16:colId xmlns:a16="http://schemas.microsoft.com/office/drawing/2014/main" val="1387721539"/>
                    </a:ext>
                  </a:extLst>
                </a:gridCol>
                <a:gridCol w="2554174">
                  <a:extLst>
                    <a:ext uri="{9D8B030D-6E8A-4147-A177-3AD203B41FA5}">
                      <a16:colId xmlns:a16="http://schemas.microsoft.com/office/drawing/2014/main" val="1037213367"/>
                    </a:ext>
                  </a:extLst>
                </a:gridCol>
                <a:gridCol w="2708626">
                  <a:extLst>
                    <a:ext uri="{9D8B030D-6E8A-4147-A177-3AD203B41FA5}">
                      <a16:colId xmlns:a16="http://schemas.microsoft.com/office/drawing/2014/main" val="2681488951"/>
                    </a:ext>
                  </a:extLst>
                </a:gridCol>
              </a:tblGrid>
              <a:tr h="370840">
                <a:tc>
                  <a:txBody>
                    <a:bodyPr/>
                    <a:lstStyle/>
                    <a:p>
                      <a:r>
                        <a:rPr lang="en-US" b="1" u="sng"/>
                        <a:t>Proposed Field Name</a:t>
                      </a:r>
                    </a:p>
                  </a:txBody>
                  <a:tcPr/>
                </a:tc>
                <a:tc>
                  <a:txBody>
                    <a:bodyPr/>
                    <a:lstStyle/>
                    <a:p>
                      <a:r>
                        <a:rPr lang="en-US" b="1" u="sng"/>
                        <a:t>Field Type</a:t>
                      </a:r>
                    </a:p>
                  </a:txBody>
                  <a:tcPr/>
                </a:tc>
                <a:tc>
                  <a:txBody>
                    <a:bodyPr/>
                    <a:lstStyle/>
                    <a:p>
                      <a:pPr lvl="0">
                        <a:buNone/>
                      </a:pPr>
                      <a:r>
                        <a:rPr lang="en-US" b="1" u="sng"/>
                        <a:t>View Access Level</a:t>
                      </a:r>
                    </a:p>
                  </a:txBody>
                  <a:tcPr/>
                </a:tc>
                <a:extLst>
                  <a:ext uri="{0D108BD9-81ED-4DB2-BD59-A6C34878D82A}">
                    <a16:rowId xmlns:a16="http://schemas.microsoft.com/office/drawing/2014/main" val="2874010765"/>
                  </a:ext>
                </a:extLst>
              </a:tr>
              <a:tr h="370840">
                <a:tc>
                  <a:txBody>
                    <a:bodyPr/>
                    <a:lstStyle/>
                    <a:p>
                      <a:r>
                        <a:rPr lang="en-US"/>
                        <a:t>Decision Auth Communication</a:t>
                      </a:r>
                    </a:p>
                  </a:txBody>
                  <a:tcPr/>
                </a:tc>
                <a:tc>
                  <a:txBody>
                    <a:bodyPr/>
                    <a:lstStyle/>
                    <a:p>
                      <a:r>
                        <a:rPr lang="en-US"/>
                        <a:t>Free Text</a:t>
                      </a:r>
                    </a:p>
                  </a:txBody>
                  <a:tcPr/>
                </a:tc>
                <a:tc>
                  <a:txBody>
                    <a:bodyPr/>
                    <a:lstStyle/>
                    <a:p>
                      <a:pPr lvl="0">
                        <a:buNone/>
                      </a:pPr>
                      <a:r>
                        <a:rPr lang="en-US"/>
                        <a:t>All</a:t>
                      </a:r>
                    </a:p>
                  </a:txBody>
                  <a:tcPr/>
                </a:tc>
                <a:extLst>
                  <a:ext uri="{0D108BD9-81ED-4DB2-BD59-A6C34878D82A}">
                    <a16:rowId xmlns:a16="http://schemas.microsoft.com/office/drawing/2014/main" val="876690463"/>
                  </a:ext>
                </a:extLst>
              </a:tr>
            </a:tbl>
          </a:graphicData>
        </a:graphic>
      </p:graphicFrame>
      <p:sp>
        <p:nvSpPr>
          <p:cNvPr id="3" name="Rectangle 2">
            <a:extLst>
              <a:ext uri="{FF2B5EF4-FFF2-40B4-BE49-F238E27FC236}">
                <a16:creationId xmlns:a16="http://schemas.microsoft.com/office/drawing/2014/main" id="{42442FF1-A483-18E9-3A87-DE06A23A6B93}"/>
              </a:ext>
            </a:extLst>
          </p:cNvPr>
          <p:cNvSpPr/>
          <p:nvPr/>
        </p:nvSpPr>
        <p:spPr>
          <a:xfrm rot="20412153">
            <a:off x="3436472" y="2606740"/>
            <a:ext cx="5315879" cy="584775"/>
          </a:xfrm>
          <a:prstGeom prst="rect">
            <a:avLst/>
          </a:prstGeom>
          <a:noFill/>
        </p:spPr>
        <p:txBody>
          <a:bodyPr wrap="none" lIns="91440" tIns="45720" rIns="91440" bIns="45720">
            <a:spAutoFit/>
          </a:bodyPr>
          <a:lstStyle/>
          <a:p>
            <a:pPr algn="ctr"/>
            <a:r>
              <a:rPr lang="en-US" sz="3200" b="1" cap="none" spc="0">
                <a:ln w="6600">
                  <a:solidFill>
                    <a:schemeClr val="accent2"/>
                  </a:solidFill>
                  <a:prstDash val="solid"/>
                </a:ln>
                <a:solidFill>
                  <a:srgbClr val="FFFFFF"/>
                </a:solidFill>
                <a:effectLst>
                  <a:outerShdw dist="38100" dir="2700000" algn="tl" rotWithShape="0">
                    <a:schemeClr val="accent2"/>
                  </a:outerShdw>
                </a:effectLst>
                <a:highlight>
                  <a:srgbClr val="FFFF00"/>
                </a:highlight>
              </a:rPr>
              <a:t>NO LONGER APPLICABLE</a:t>
            </a:r>
          </a:p>
        </p:txBody>
      </p:sp>
    </p:spTree>
    <p:extLst>
      <p:ext uri="{BB962C8B-B14F-4D97-AF65-F5344CB8AC3E}">
        <p14:creationId xmlns:p14="http://schemas.microsoft.com/office/powerpoint/2010/main" val="15726059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A889D39-B30D-44AE-4883-41D02348AF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BE96F2-95D7-23EE-AEF1-9E3B042E0ED3}"/>
              </a:ext>
            </a:extLst>
          </p:cNvPr>
          <p:cNvSpPr>
            <a:spLocks noGrp="1"/>
          </p:cNvSpPr>
          <p:nvPr>
            <p:ph type="title"/>
          </p:nvPr>
        </p:nvSpPr>
        <p:spPr>
          <a:xfrm>
            <a:off x="-2162" y="506"/>
            <a:ext cx="11065073" cy="713232"/>
          </a:xfrm>
        </p:spPr>
        <p:txBody>
          <a:bodyPr/>
          <a:lstStyle/>
          <a:p>
            <a:r>
              <a:rPr lang="en-US" sz="2000">
                <a:solidFill>
                  <a:srgbClr val="868686"/>
                </a:solidFill>
              </a:rPr>
              <a:t>D360 MVP &gt; Clinical | Key Delegate Attributes </a:t>
            </a:r>
            <a:r>
              <a:rPr lang="en-US" sz="2000">
                <a:solidFill>
                  <a:schemeClr val="bg1"/>
                </a:solidFill>
                <a:highlight>
                  <a:srgbClr val="FF0000"/>
                </a:highlight>
              </a:rPr>
              <a:t>DRAFT Notes for Discussion Only</a:t>
            </a:r>
            <a:endParaRPr lang="en-US" sz="2000" b="0">
              <a:solidFill>
                <a:schemeClr val="bg1"/>
              </a:solidFill>
              <a:highlight>
                <a:srgbClr val="FF0000"/>
              </a:highlight>
            </a:endParaRPr>
          </a:p>
          <a:p>
            <a:endParaRPr lang="en-US" sz="2000">
              <a:solidFill>
                <a:schemeClr val="tx1">
                  <a:lumMod val="50000"/>
                  <a:lumOff val="50000"/>
                </a:schemeClr>
              </a:solidFill>
            </a:endParaRPr>
          </a:p>
        </p:txBody>
      </p:sp>
      <p:pic>
        <p:nvPicPr>
          <p:cNvPr id="7" name="Picture 6">
            <a:extLst>
              <a:ext uri="{FF2B5EF4-FFF2-40B4-BE49-F238E27FC236}">
                <a16:creationId xmlns:a16="http://schemas.microsoft.com/office/drawing/2014/main" id="{1E2404AA-C337-D277-2687-5BA5F2B0DF6B}"/>
              </a:ext>
            </a:extLst>
          </p:cNvPr>
          <p:cNvPicPr>
            <a:picLocks noChangeAspect="1"/>
          </p:cNvPicPr>
          <p:nvPr/>
        </p:nvPicPr>
        <p:blipFill>
          <a:blip r:embed="rId2"/>
          <a:stretch>
            <a:fillRect/>
          </a:stretch>
        </p:blipFill>
        <p:spPr>
          <a:xfrm>
            <a:off x="131455" y="479988"/>
            <a:ext cx="11925913" cy="2711589"/>
          </a:xfrm>
          <a:prstGeom prst="rect">
            <a:avLst/>
          </a:prstGeom>
          <a:ln>
            <a:noFill/>
          </a:ln>
          <a:effectLst>
            <a:outerShdw blurRad="292100" dist="139700" dir="2700000" algn="tl" rotWithShape="0">
              <a:srgbClr val="333333">
                <a:alpha val="65000"/>
              </a:srgbClr>
            </a:outerShdw>
          </a:effectLst>
        </p:spPr>
      </p:pic>
      <p:sp>
        <p:nvSpPr>
          <p:cNvPr id="8" name="TextBox 7">
            <a:extLst>
              <a:ext uri="{FF2B5EF4-FFF2-40B4-BE49-F238E27FC236}">
                <a16:creationId xmlns:a16="http://schemas.microsoft.com/office/drawing/2014/main" id="{2093B040-6C02-7133-EB94-5894BC967290}"/>
              </a:ext>
            </a:extLst>
          </p:cNvPr>
          <p:cNvSpPr txBox="1"/>
          <p:nvPr/>
        </p:nvSpPr>
        <p:spPr>
          <a:xfrm>
            <a:off x="6643023" y="5669417"/>
            <a:ext cx="5474101" cy="1015663"/>
          </a:xfrm>
          <a:prstGeom prst="rect">
            <a:avLst/>
          </a:prstGeom>
          <a:noFill/>
          <a:ln>
            <a:solidFill>
              <a:schemeClr val="tx1"/>
            </a:solidFill>
          </a:ln>
        </p:spPr>
        <p:txBody>
          <a:bodyPr wrap="square" rtlCol="0">
            <a:spAutoFit/>
          </a:bodyPr>
          <a:lstStyle/>
          <a:p>
            <a:pPr algn="l"/>
            <a:r>
              <a:rPr lang="en-US" sz="1000">
                <a:solidFill>
                  <a:schemeClr val="tx2"/>
                </a:solidFill>
              </a:rPr>
              <a:t>Sources:</a:t>
            </a:r>
          </a:p>
          <a:p>
            <a:pPr marL="228600" indent="-228600">
              <a:buAutoNum type="arabicParenBoth"/>
            </a:pPr>
            <a:r>
              <a:rPr lang="en-US" sz="1000">
                <a:solidFill>
                  <a:schemeClr val="tx2"/>
                </a:solidFill>
              </a:rPr>
              <a:t>Data fields, system sources, and example field values: </a:t>
            </a:r>
            <a:r>
              <a:rPr lang="en-US" altLang="en-US" sz="1000">
                <a:solidFill>
                  <a:schemeClr val="tx1"/>
                </a:solidFill>
                <a:latin typeface="Arial" panose="020B0604020202020204" pitchFamily="34" charset="0"/>
                <a:hlinkClick r:id="rId3"/>
              </a:rPr>
              <a:t>Source of </a:t>
            </a:r>
            <a:r>
              <a:rPr lang="en-US" altLang="en-US" sz="1000" err="1">
                <a:solidFill>
                  <a:schemeClr val="tx1"/>
                </a:solidFill>
                <a:latin typeface="Arial" panose="020B0604020202020204" pitchFamily="34" charset="0"/>
                <a:hlinkClick r:id="rId3"/>
              </a:rPr>
              <a:t>Truth_attributes</a:t>
            </a:r>
            <a:r>
              <a:rPr lang="en-US" altLang="en-US" sz="1000">
                <a:solidFill>
                  <a:schemeClr val="tx1"/>
                </a:solidFill>
                <a:latin typeface="Arial" panose="020B0604020202020204" pitchFamily="34" charset="0"/>
                <a:hlinkClick r:id="rId3"/>
              </a:rPr>
              <a:t> and systems_MVP022626.xlsx</a:t>
            </a:r>
            <a:endParaRPr lang="en-US" altLang="en-US" sz="1000">
              <a:solidFill>
                <a:schemeClr val="tx1"/>
              </a:solidFill>
              <a:latin typeface="Arial" panose="020B0604020202020204" pitchFamily="34" charset="0"/>
            </a:endParaRPr>
          </a:p>
          <a:p>
            <a:pPr marL="228600" indent="-228600">
              <a:buAutoNum type="arabicParenBoth"/>
            </a:pPr>
            <a:r>
              <a:rPr lang="en-US" altLang="en-US" sz="1000">
                <a:solidFill>
                  <a:schemeClr val="tx1"/>
                </a:solidFill>
                <a:latin typeface="Arial" panose="020B0604020202020204" pitchFamily="34" charset="0"/>
              </a:rPr>
              <a:t>Data fields, example field values, and Clinical and Claims mock examples of current data tracking: </a:t>
            </a:r>
            <a:r>
              <a:rPr lang="en-US" sz="1000">
                <a:hlinkClick r:id="rId4"/>
              </a:rPr>
              <a:t>Source of Truth Required Fields DRAFT.xlsx</a:t>
            </a:r>
            <a:endParaRPr lang="en-US" altLang="en-US" sz="1000">
              <a:solidFill>
                <a:schemeClr val="tx1"/>
              </a:solidFill>
              <a:latin typeface="Arial" panose="020B0604020202020204" pitchFamily="34" charset="0"/>
            </a:endParaRPr>
          </a:p>
          <a:p>
            <a:pPr algn="l"/>
            <a:endParaRPr lang="en-US" sz="1000">
              <a:solidFill>
                <a:schemeClr val="tx2"/>
              </a:solidFill>
            </a:endParaRPr>
          </a:p>
        </p:txBody>
      </p:sp>
      <p:graphicFrame>
        <p:nvGraphicFramePr>
          <p:cNvPr id="4" name="Table 3">
            <a:extLst>
              <a:ext uri="{FF2B5EF4-FFF2-40B4-BE49-F238E27FC236}">
                <a16:creationId xmlns:a16="http://schemas.microsoft.com/office/drawing/2014/main" id="{2EBA08B7-550F-B37B-BA24-15E6093F56B3}"/>
              </a:ext>
            </a:extLst>
          </p:cNvPr>
          <p:cNvGraphicFramePr>
            <a:graphicFrameLocks noGrp="1"/>
          </p:cNvGraphicFramePr>
          <p:nvPr>
            <p:extLst>
              <p:ext uri="{D42A27DB-BD31-4B8C-83A1-F6EECF244321}">
                <p14:modId xmlns:p14="http://schemas.microsoft.com/office/powerpoint/2010/main" val="2165607753"/>
              </p:ext>
            </p:extLst>
          </p:nvPr>
        </p:nvGraphicFramePr>
        <p:xfrm>
          <a:off x="12474902" y="194809"/>
          <a:ext cx="4308149" cy="5811353"/>
        </p:xfrm>
        <a:graphic>
          <a:graphicData uri="http://schemas.openxmlformats.org/drawingml/2006/table">
            <a:tbl>
              <a:tblPr>
                <a:tableStyleId>{5940675A-B579-460E-94D1-54222C63F5DA}</a:tableStyleId>
              </a:tblPr>
              <a:tblGrid>
                <a:gridCol w="2061492">
                  <a:extLst>
                    <a:ext uri="{9D8B030D-6E8A-4147-A177-3AD203B41FA5}">
                      <a16:colId xmlns:a16="http://schemas.microsoft.com/office/drawing/2014/main" val="4063779902"/>
                    </a:ext>
                  </a:extLst>
                </a:gridCol>
                <a:gridCol w="2246657">
                  <a:extLst>
                    <a:ext uri="{9D8B030D-6E8A-4147-A177-3AD203B41FA5}">
                      <a16:colId xmlns:a16="http://schemas.microsoft.com/office/drawing/2014/main" val="1713023002"/>
                    </a:ext>
                  </a:extLst>
                </a:gridCol>
              </a:tblGrid>
              <a:tr h="193837">
                <a:tc>
                  <a:txBody>
                    <a:bodyPr/>
                    <a:lstStyle/>
                    <a:p>
                      <a:pPr algn="l" fontAlgn="b">
                        <a:buNone/>
                      </a:pPr>
                      <a:r>
                        <a:rPr lang="en-US" sz="1100" u="none" strike="noStrike">
                          <a:solidFill>
                            <a:srgbClr val="000000"/>
                          </a:solidFill>
                          <a:effectLst/>
                        </a:rPr>
                        <a:t>Accumulators</a:t>
                      </a:r>
                    </a:p>
                  </a:txBody>
                  <a:tcPr marL="6350" marR="6350" marT="6350" marB="0" anchor="b"/>
                </a:tc>
                <a:tc>
                  <a:txBody>
                    <a:bodyPr/>
                    <a:lstStyle/>
                    <a:p>
                      <a:pPr algn="l" fontAlgn="b">
                        <a:buNone/>
                      </a:pPr>
                      <a:r>
                        <a:rPr lang="en-US" sz="1100" u="none" strike="noStrike">
                          <a:solidFill>
                            <a:srgbClr val="FF0000"/>
                          </a:solidFill>
                          <a:effectLst/>
                        </a:rPr>
                        <a:t>??</a:t>
                      </a:r>
                    </a:p>
                  </a:txBody>
                  <a:tcPr marL="6350" marR="6350" marT="6350" marB="0" anchor="b"/>
                </a:tc>
                <a:extLst>
                  <a:ext uri="{0D108BD9-81ED-4DB2-BD59-A6C34878D82A}">
                    <a16:rowId xmlns:a16="http://schemas.microsoft.com/office/drawing/2014/main" val="2838532243"/>
                  </a:ext>
                </a:extLst>
              </a:tr>
              <a:tr h="193837">
                <a:tc>
                  <a:txBody>
                    <a:bodyPr/>
                    <a:lstStyle/>
                    <a:p>
                      <a:pPr algn="l" fontAlgn="b">
                        <a:buNone/>
                      </a:pPr>
                      <a:r>
                        <a:rPr lang="en-US" sz="1100" u="none" strike="noStrike">
                          <a:solidFill>
                            <a:srgbClr val="00B050"/>
                          </a:solidFill>
                          <a:effectLst/>
                        </a:rPr>
                        <a:t>Audited Entity</a:t>
                      </a:r>
                    </a:p>
                  </a:txBody>
                  <a:tcPr marL="6350" marR="6350" marT="6350" marB="0" anchor="b"/>
                </a:tc>
                <a:tc>
                  <a:txBody>
                    <a:bodyPr/>
                    <a:lstStyle/>
                    <a:p>
                      <a:pPr algn="l" fontAlgn="b">
                        <a:buNone/>
                      </a:pPr>
                      <a:r>
                        <a:rPr lang="en-US" sz="1100" u="none" strike="noStrike">
                          <a:solidFill>
                            <a:srgbClr val="000000"/>
                          </a:solidFill>
                          <a:effectLst/>
                        </a:rPr>
                        <a:t>Archer</a:t>
                      </a:r>
                    </a:p>
                  </a:txBody>
                  <a:tcPr marL="6350" marR="6350" marT="6350" marB="0" anchor="b"/>
                </a:tc>
                <a:extLst>
                  <a:ext uri="{0D108BD9-81ED-4DB2-BD59-A6C34878D82A}">
                    <a16:rowId xmlns:a16="http://schemas.microsoft.com/office/drawing/2014/main" val="970729541"/>
                  </a:ext>
                </a:extLst>
              </a:tr>
              <a:tr h="193837">
                <a:tc>
                  <a:txBody>
                    <a:bodyPr/>
                    <a:lstStyle/>
                    <a:p>
                      <a:pPr algn="l" fontAlgn="b">
                        <a:buNone/>
                      </a:pPr>
                      <a:r>
                        <a:rPr lang="en-US" sz="1100" u="none" strike="noStrike">
                          <a:solidFill>
                            <a:srgbClr val="00B050"/>
                          </a:solidFill>
                          <a:effectLst/>
                        </a:rPr>
                        <a:t>Audited Entity Status</a:t>
                      </a:r>
                    </a:p>
                  </a:txBody>
                  <a:tcPr marL="6350" marR="6350" marT="6350" marB="0" anchor="b"/>
                </a:tc>
                <a:tc>
                  <a:txBody>
                    <a:bodyPr/>
                    <a:lstStyle/>
                    <a:p>
                      <a:pPr algn="l" fontAlgn="b">
                        <a:buNone/>
                      </a:pPr>
                      <a:r>
                        <a:rPr lang="en-US" sz="1100" u="none" strike="noStrike">
                          <a:solidFill>
                            <a:srgbClr val="000000"/>
                          </a:solidFill>
                          <a:effectLst/>
                        </a:rPr>
                        <a:t>Archer</a:t>
                      </a:r>
                    </a:p>
                  </a:txBody>
                  <a:tcPr marL="6350" marR="6350" marT="6350" marB="0" anchor="b"/>
                </a:tc>
                <a:extLst>
                  <a:ext uri="{0D108BD9-81ED-4DB2-BD59-A6C34878D82A}">
                    <a16:rowId xmlns:a16="http://schemas.microsoft.com/office/drawing/2014/main" val="1116172066"/>
                  </a:ext>
                </a:extLst>
              </a:tr>
              <a:tr h="193837">
                <a:tc>
                  <a:txBody>
                    <a:bodyPr/>
                    <a:lstStyle/>
                    <a:p>
                      <a:pPr algn="l" fontAlgn="b">
                        <a:buNone/>
                      </a:pPr>
                      <a:r>
                        <a:rPr lang="en-US" sz="1100" u="none" strike="noStrike">
                          <a:solidFill>
                            <a:srgbClr val="000000"/>
                          </a:solidFill>
                          <a:effectLst/>
                        </a:rPr>
                        <a:t>Contract Effective Date</a:t>
                      </a:r>
                    </a:p>
                  </a:txBody>
                  <a:tcPr marL="6350" marR="6350" marT="6350" marB="0" anchor="b"/>
                </a:tc>
                <a:tc>
                  <a:txBody>
                    <a:bodyPr/>
                    <a:lstStyle/>
                    <a:p>
                      <a:pPr algn="l" fontAlgn="b">
                        <a:buNone/>
                      </a:pPr>
                      <a:r>
                        <a:rPr lang="en-US" sz="1100" u="none" strike="noStrike">
                          <a:solidFill>
                            <a:srgbClr val="000000"/>
                          </a:solidFill>
                          <a:effectLst/>
                        </a:rPr>
                        <a:t>SCM/CTR/Procurement</a:t>
                      </a:r>
                    </a:p>
                  </a:txBody>
                  <a:tcPr marL="6350" marR="6350" marT="6350" marB="0" anchor="b"/>
                </a:tc>
                <a:extLst>
                  <a:ext uri="{0D108BD9-81ED-4DB2-BD59-A6C34878D82A}">
                    <a16:rowId xmlns:a16="http://schemas.microsoft.com/office/drawing/2014/main" val="1465212483"/>
                  </a:ext>
                </a:extLst>
              </a:tr>
              <a:tr h="193837">
                <a:tc>
                  <a:txBody>
                    <a:bodyPr/>
                    <a:lstStyle/>
                    <a:p>
                      <a:pPr algn="l" fontAlgn="b">
                        <a:buNone/>
                      </a:pPr>
                      <a:r>
                        <a:rPr lang="en-US" sz="1100" u="none" strike="noStrike">
                          <a:solidFill>
                            <a:srgbClr val="000000"/>
                          </a:solidFill>
                          <a:effectLst/>
                        </a:rPr>
                        <a:t>Contract Renewal Date</a:t>
                      </a:r>
                    </a:p>
                  </a:txBody>
                  <a:tcPr marL="6350" marR="6350" marT="6350" marB="0" anchor="b"/>
                </a:tc>
                <a:tc>
                  <a:txBody>
                    <a:bodyPr/>
                    <a:lstStyle/>
                    <a:p>
                      <a:pPr algn="l" fontAlgn="b">
                        <a:buNone/>
                      </a:pPr>
                      <a:r>
                        <a:rPr lang="en-US" sz="1100" u="none" strike="noStrike">
                          <a:solidFill>
                            <a:srgbClr val="000000"/>
                          </a:solidFill>
                          <a:effectLst/>
                        </a:rPr>
                        <a:t>SCM/CTR/Procurement</a:t>
                      </a:r>
                    </a:p>
                  </a:txBody>
                  <a:tcPr marL="6350" marR="6350" marT="6350" marB="0" anchor="b"/>
                </a:tc>
                <a:extLst>
                  <a:ext uri="{0D108BD9-81ED-4DB2-BD59-A6C34878D82A}">
                    <a16:rowId xmlns:a16="http://schemas.microsoft.com/office/drawing/2014/main" val="228119323"/>
                  </a:ext>
                </a:extLst>
              </a:tr>
              <a:tr h="193837">
                <a:tc>
                  <a:txBody>
                    <a:bodyPr/>
                    <a:lstStyle/>
                    <a:p>
                      <a:pPr algn="l" fontAlgn="b">
                        <a:buNone/>
                      </a:pPr>
                      <a:r>
                        <a:rPr lang="en-US" sz="1100" u="none" strike="noStrike">
                          <a:solidFill>
                            <a:srgbClr val="000000"/>
                          </a:solidFill>
                          <a:effectLst/>
                        </a:rPr>
                        <a:t>Contract Term Date</a:t>
                      </a:r>
                    </a:p>
                  </a:txBody>
                  <a:tcPr marL="6350" marR="6350" marT="6350" marB="0" anchor="b"/>
                </a:tc>
                <a:tc>
                  <a:txBody>
                    <a:bodyPr/>
                    <a:lstStyle/>
                    <a:p>
                      <a:pPr algn="l" fontAlgn="b">
                        <a:buNone/>
                      </a:pPr>
                      <a:r>
                        <a:rPr lang="en-US" sz="1100" u="none" strike="noStrike">
                          <a:solidFill>
                            <a:srgbClr val="000000"/>
                          </a:solidFill>
                          <a:effectLst/>
                        </a:rPr>
                        <a:t>SCM/CTR/Procurement</a:t>
                      </a:r>
                    </a:p>
                  </a:txBody>
                  <a:tcPr marL="6350" marR="6350" marT="6350" marB="0" anchor="b"/>
                </a:tc>
                <a:extLst>
                  <a:ext uri="{0D108BD9-81ED-4DB2-BD59-A6C34878D82A}">
                    <a16:rowId xmlns:a16="http://schemas.microsoft.com/office/drawing/2014/main" val="4232002684"/>
                  </a:ext>
                </a:extLst>
              </a:tr>
              <a:tr h="193837">
                <a:tc>
                  <a:txBody>
                    <a:bodyPr/>
                    <a:lstStyle/>
                    <a:p>
                      <a:pPr algn="l" fontAlgn="b">
                        <a:buNone/>
                      </a:pPr>
                      <a:r>
                        <a:rPr lang="en-US" sz="1100" u="none" strike="noStrike">
                          <a:solidFill>
                            <a:srgbClr val="000000"/>
                          </a:solidFill>
                          <a:effectLst/>
                        </a:rPr>
                        <a:t>Contracted Entity Address 1</a:t>
                      </a:r>
                    </a:p>
                  </a:txBody>
                  <a:tcPr marL="6350" marR="6350" marT="6350" marB="0" anchor="b"/>
                </a:tc>
                <a:tc>
                  <a:txBody>
                    <a:bodyPr/>
                    <a:lstStyle/>
                    <a:p>
                      <a:pPr algn="l" fontAlgn="b">
                        <a:buNone/>
                      </a:pPr>
                      <a:r>
                        <a:rPr lang="en-US" sz="1100" u="none" strike="noStrike">
                          <a:solidFill>
                            <a:srgbClr val="000000"/>
                          </a:solidFill>
                          <a:effectLst/>
                        </a:rPr>
                        <a:t>Archer</a:t>
                      </a:r>
                    </a:p>
                  </a:txBody>
                  <a:tcPr marL="6350" marR="6350" marT="6350" marB="0" anchor="b"/>
                </a:tc>
                <a:extLst>
                  <a:ext uri="{0D108BD9-81ED-4DB2-BD59-A6C34878D82A}">
                    <a16:rowId xmlns:a16="http://schemas.microsoft.com/office/drawing/2014/main" val="1792131480"/>
                  </a:ext>
                </a:extLst>
              </a:tr>
              <a:tr h="193837">
                <a:tc>
                  <a:txBody>
                    <a:bodyPr/>
                    <a:lstStyle/>
                    <a:p>
                      <a:pPr algn="l" fontAlgn="b">
                        <a:buNone/>
                      </a:pPr>
                      <a:r>
                        <a:rPr lang="en-US" sz="1100" u="none" strike="noStrike">
                          <a:solidFill>
                            <a:srgbClr val="000000"/>
                          </a:solidFill>
                          <a:effectLst/>
                        </a:rPr>
                        <a:t>Contracted Entity Address 2</a:t>
                      </a:r>
                    </a:p>
                  </a:txBody>
                  <a:tcPr marL="6350" marR="6350" marT="6350" marB="0" anchor="b"/>
                </a:tc>
                <a:tc>
                  <a:txBody>
                    <a:bodyPr/>
                    <a:lstStyle/>
                    <a:p>
                      <a:pPr algn="l" fontAlgn="b">
                        <a:buNone/>
                      </a:pPr>
                      <a:r>
                        <a:rPr lang="en-US" sz="1100" u="none" strike="noStrike">
                          <a:solidFill>
                            <a:srgbClr val="000000"/>
                          </a:solidFill>
                          <a:effectLst/>
                        </a:rPr>
                        <a:t>Archer</a:t>
                      </a:r>
                    </a:p>
                  </a:txBody>
                  <a:tcPr marL="6350" marR="6350" marT="6350" marB="0" anchor="b"/>
                </a:tc>
                <a:extLst>
                  <a:ext uri="{0D108BD9-81ED-4DB2-BD59-A6C34878D82A}">
                    <a16:rowId xmlns:a16="http://schemas.microsoft.com/office/drawing/2014/main" val="136666179"/>
                  </a:ext>
                </a:extLst>
              </a:tr>
              <a:tr h="193837">
                <a:tc>
                  <a:txBody>
                    <a:bodyPr/>
                    <a:lstStyle/>
                    <a:p>
                      <a:pPr algn="l" fontAlgn="b">
                        <a:buNone/>
                      </a:pPr>
                      <a:r>
                        <a:rPr lang="en-US" sz="1100" u="none" strike="noStrike">
                          <a:solidFill>
                            <a:srgbClr val="000000"/>
                          </a:solidFill>
                          <a:effectLst/>
                        </a:rPr>
                        <a:t>Contracted Entity City</a:t>
                      </a:r>
                    </a:p>
                  </a:txBody>
                  <a:tcPr marL="6350" marR="6350" marT="6350" marB="0" anchor="b"/>
                </a:tc>
                <a:tc>
                  <a:txBody>
                    <a:bodyPr/>
                    <a:lstStyle/>
                    <a:p>
                      <a:pPr algn="l" fontAlgn="b">
                        <a:buNone/>
                      </a:pPr>
                      <a:r>
                        <a:rPr lang="en-US" sz="1100" u="none" strike="noStrike">
                          <a:solidFill>
                            <a:srgbClr val="000000"/>
                          </a:solidFill>
                          <a:effectLst/>
                        </a:rPr>
                        <a:t>Archer</a:t>
                      </a:r>
                    </a:p>
                  </a:txBody>
                  <a:tcPr marL="6350" marR="6350" marT="6350" marB="0" anchor="b"/>
                </a:tc>
                <a:extLst>
                  <a:ext uri="{0D108BD9-81ED-4DB2-BD59-A6C34878D82A}">
                    <a16:rowId xmlns:a16="http://schemas.microsoft.com/office/drawing/2014/main" val="571085155"/>
                  </a:ext>
                </a:extLst>
              </a:tr>
              <a:tr h="193837">
                <a:tc>
                  <a:txBody>
                    <a:bodyPr/>
                    <a:lstStyle/>
                    <a:p>
                      <a:pPr algn="l" fontAlgn="b">
                        <a:buNone/>
                      </a:pPr>
                      <a:r>
                        <a:rPr lang="en-US" sz="1100" u="none" strike="noStrike" kern="1500">
                          <a:solidFill>
                            <a:srgbClr val="00B050"/>
                          </a:solidFill>
                          <a:effectLst/>
                        </a:rPr>
                        <a:t>Contracted Entity Name</a:t>
                      </a:r>
                    </a:p>
                  </a:txBody>
                  <a:tcPr marL="6350" marR="6350" marT="6350" marB="0" anchor="b"/>
                </a:tc>
                <a:tc>
                  <a:txBody>
                    <a:bodyPr/>
                    <a:lstStyle/>
                    <a:p>
                      <a:pPr algn="l" fontAlgn="b">
                        <a:buNone/>
                      </a:pPr>
                      <a:r>
                        <a:rPr lang="en-US" sz="1100" u="none" strike="noStrike">
                          <a:solidFill>
                            <a:srgbClr val="000000"/>
                          </a:solidFill>
                          <a:effectLst/>
                        </a:rPr>
                        <a:t>SCM (Conga = Medicaid; </a:t>
                      </a:r>
                    </a:p>
                  </a:txBody>
                  <a:tcPr marL="6350" marR="6350" marT="6350" marB="0" anchor="b"/>
                </a:tc>
                <a:extLst>
                  <a:ext uri="{0D108BD9-81ED-4DB2-BD59-A6C34878D82A}">
                    <a16:rowId xmlns:a16="http://schemas.microsoft.com/office/drawing/2014/main" val="2444046111"/>
                  </a:ext>
                </a:extLst>
              </a:tr>
              <a:tr h="193837">
                <a:tc>
                  <a:txBody>
                    <a:bodyPr/>
                    <a:lstStyle/>
                    <a:p>
                      <a:pPr algn="l" fontAlgn="b">
                        <a:buNone/>
                      </a:pPr>
                      <a:r>
                        <a:rPr lang="en-US" sz="1100" u="none" strike="noStrike">
                          <a:solidFill>
                            <a:srgbClr val="000000"/>
                          </a:solidFill>
                          <a:effectLst/>
                        </a:rPr>
                        <a:t>Contracted Entity State</a:t>
                      </a:r>
                    </a:p>
                  </a:txBody>
                  <a:tcPr marL="6350" marR="6350" marT="6350" marB="0" anchor="b"/>
                </a:tc>
                <a:tc>
                  <a:txBody>
                    <a:bodyPr/>
                    <a:lstStyle/>
                    <a:p>
                      <a:pPr algn="l" fontAlgn="b">
                        <a:buNone/>
                      </a:pPr>
                      <a:r>
                        <a:rPr lang="en-US" sz="1100" u="none" strike="noStrike">
                          <a:solidFill>
                            <a:srgbClr val="000000"/>
                          </a:solidFill>
                          <a:effectLst/>
                        </a:rPr>
                        <a:t>Archer</a:t>
                      </a:r>
                    </a:p>
                  </a:txBody>
                  <a:tcPr marL="6350" marR="6350" marT="6350" marB="0" anchor="b"/>
                </a:tc>
                <a:extLst>
                  <a:ext uri="{0D108BD9-81ED-4DB2-BD59-A6C34878D82A}">
                    <a16:rowId xmlns:a16="http://schemas.microsoft.com/office/drawing/2014/main" val="2956128964"/>
                  </a:ext>
                </a:extLst>
              </a:tr>
              <a:tr h="193837">
                <a:tc>
                  <a:txBody>
                    <a:bodyPr/>
                    <a:lstStyle/>
                    <a:p>
                      <a:pPr algn="l" fontAlgn="b">
                        <a:buNone/>
                      </a:pPr>
                      <a:r>
                        <a:rPr lang="en-US" sz="1100" u="none" strike="noStrike">
                          <a:solidFill>
                            <a:srgbClr val="000000"/>
                          </a:solidFill>
                          <a:effectLst/>
                        </a:rPr>
                        <a:t>Contracted Entity Zip</a:t>
                      </a:r>
                    </a:p>
                  </a:txBody>
                  <a:tcPr marL="6350" marR="6350" marT="6350" marB="0" anchor="b"/>
                </a:tc>
                <a:tc>
                  <a:txBody>
                    <a:bodyPr/>
                    <a:lstStyle/>
                    <a:p>
                      <a:pPr algn="l" fontAlgn="b">
                        <a:buNone/>
                      </a:pPr>
                      <a:r>
                        <a:rPr lang="en-US" sz="1100" u="none" strike="noStrike">
                          <a:solidFill>
                            <a:srgbClr val="000000"/>
                          </a:solidFill>
                          <a:effectLst/>
                        </a:rPr>
                        <a:t>Archer</a:t>
                      </a:r>
                    </a:p>
                  </a:txBody>
                  <a:tcPr marL="6350" marR="6350" marT="6350" marB="0" anchor="b"/>
                </a:tc>
                <a:extLst>
                  <a:ext uri="{0D108BD9-81ED-4DB2-BD59-A6C34878D82A}">
                    <a16:rowId xmlns:a16="http://schemas.microsoft.com/office/drawing/2014/main" val="2423250485"/>
                  </a:ext>
                </a:extLst>
              </a:tr>
              <a:tr h="193837">
                <a:tc>
                  <a:txBody>
                    <a:bodyPr/>
                    <a:lstStyle/>
                    <a:p>
                      <a:pPr algn="l" fontAlgn="b">
                        <a:buNone/>
                      </a:pPr>
                      <a:r>
                        <a:rPr lang="en-US" sz="1100" u="none" strike="noStrike">
                          <a:solidFill>
                            <a:srgbClr val="00B050"/>
                          </a:solidFill>
                          <a:effectLst/>
                        </a:rPr>
                        <a:t>Corrective Action Plan</a:t>
                      </a:r>
                    </a:p>
                  </a:txBody>
                  <a:tcPr marL="6350" marR="6350" marT="6350" marB="0" anchor="b"/>
                </a:tc>
                <a:tc>
                  <a:txBody>
                    <a:bodyPr/>
                    <a:lstStyle/>
                    <a:p>
                      <a:pPr algn="l" fontAlgn="b">
                        <a:buNone/>
                      </a:pPr>
                      <a:r>
                        <a:rPr lang="en-US" sz="1100" u="none" strike="noStrike">
                          <a:solidFill>
                            <a:srgbClr val="000000"/>
                          </a:solidFill>
                          <a:effectLst/>
                        </a:rPr>
                        <a:t>Archer</a:t>
                      </a:r>
                    </a:p>
                  </a:txBody>
                  <a:tcPr marL="6350" marR="6350" marT="6350" marB="0" anchor="b"/>
                </a:tc>
                <a:extLst>
                  <a:ext uri="{0D108BD9-81ED-4DB2-BD59-A6C34878D82A}">
                    <a16:rowId xmlns:a16="http://schemas.microsoft.com/office/drawing/2014/main" val="4023543360"/>
                  </a:ext>
                </a:extLst>
              </a:tr>
              <a:tr h="193837">
                <a:tc>
                  <a:txBody>
                    <a:bodyPr/>
                    <a:lstStyle/>
                    <a:p>
                      <a:pPr algn="l" fontAlgn="b">
                        <a:buNone/>
                      </a:pPr>
                      <a:r>
                        <a:rPr lang="en-US" sz="1100" u="none" strike="noStrike" kern="1500">
                          <a:solidFill>
                            <a:srgbClr val="00B050"/>
                          </a:solidFill>
                          <a:effectLst/>
                        </a:rPr>
                        <a:t>Decision Auth Communication</a:t>
                      </a:r>
                    </a:p>
                  </a:txBody>
                  <a:tcPr marL="6350" marR="6350" marT="6350" marB="0" anchor="b"/>
                </a:tc>
                <a:tc>
                  <a:txBody>
                    <a:bodyPr/>
                    <a:lstStyle/>
                    <a:p>
                      <a:pPr algn="l" fontAlgn="b">
                        <a:buNone/>
                      </a:pPr>
                      <a:r>
                        <a:rPr lang="en-US" sz="1100" u="none" strike="noStrike">
                          <a:solidFill>
                            <a:srgbClr val="FF0000"/>
                          </a:solidFill>
                          <a:effectLst/>
                        </a:rPr>
                        <a:t>??</a:t>
                      </a:r>
                    </a:p>
                  </a:txBody>
                  <a:tcPr marL="6350" marR="6350" marT="6350" marB="0" anchor="b"/>
                </a:tc>
                <a:extLst>
                  <a:ext uri="{0D108BD9-81ED-4DB2-BD59-A6C34878D82A}">
                    <a16:rowId xmlns:a16="http://schemas.microsoft.com/office/drawing/2014/main" val="107022043"/>
                  </a:ext>
                </a:extLst>
              </a:tr>
              <a:tr h="193837">
                <a:tc>
                  <a:txBody>
                    <a:bodyPr/>
                    <a:lstStyle/>
                    <a:p>
                      <a:pPr algn="l" fontAlgn="b">
                        <a:buNone/>
                      </a:pPr>
                      <a:r>
                        <a:rPr lang="en-US" sz="1100" u="none" strike="noStrike">
                          <a:solidFill>
                            <a:srgbClr val="000000"/>
                          </a:solidFill>
                          <a:effectLst/>
                        </a:rPr>
                        <a:t>Delegate Entity Type</a:t>
                      </a:r>
                    </a:p>
                  </a:txBody>
                  <a:tcPr marL="6350" marR="6350" marT="6350" marB="0" anchor="b"/>
                </a:tc>
                <a:tc>
                  <a:txBody>
                    <a:bodyPr/>
                    <a:lstStyle/>
                    <a:p>
                      <a:pPr algn="l" fontAlgn="b">
                        <a:buNone/>
                      </a:pPr>
                      <a:r>
                        <a:rPr lang="en-US" sz="1100" u="none" strike="noStrike">
                          <a:solidFill>
                            <a:srgbClr val="000000"/>
                          </a:solidFill>
                          <a:effectLst/>
                        </a:rPr>
                        <a:t>Archer</a:t>
                      </a:r>
                    </a:p>
                  </a:txBody>
                  <a:tcPr marL="6350" marR="6350" marT="6350" marB="0" anchor="b"/>
                </a:tc>
                <a:extLst>
                  <a:ext uri="{0D108BD9-81ED-4DB2-BD59-A6C34878D82A}">
                    <a16:rowId xmlns:a16="http://schemas.microsoft.com/office/drawing/2014/main" val="3488515958"/>
                  </a:ext>
                </a:extLst>
              </a:tr>
              <a:tr h="193837">
                <a:tc>
                  <a:txBody>
                    <a:bodyPr/>
                    <a:lstStyle/>
                    <a:p>
                      <a:pPr algn="l" fontAlgn="b">
                        <a:buNone/>
                      </a:pPr>
                      <a:r>
                        <a:rPr lang="en-US" sz="1100" u="none" strike="noStrike">
                          <a:solidFill>
                            <a:srgbClr val="000000"/>
                          </a:solidFill>
                          <a:effectLst/>
                        </a:rPr>
                        <a:t>Delegated Entity Contacts</a:t>
                      </a:r>
                    </a:p>
                  </a:txBody>
                  <a:tcPr marL="6350" marR="6350" marT="6350" marB="0" anchor="b"/>
                </a:tc>
                <a:tc>
                  <a:txBody>
                    <a:bodyPr/>
                    <a:lstStyle/>
                    <a:p>
                      <a:pPr algn="l" fontAlgn="b">
                        <a:buNone/>
                      </a:pPr>
                      <a:r>
                        <a:rPr lang="en-US" sz="1100" u="none" strike="noStrike">
                          <a:solidFill>
                            <a:srgbClr val="000000"/>
                          </a:solidFill>
                          <a:effectLst/>
                        </a:rPr>
                        <a:t>Archer, CA IPA Quickbase</a:t>
                      </a:r>
                      <a:endParaRPr lang="en-US" sz="1100" u="none" strike="noStrike" err="1">
                        <a:solidFill>
                          <a:srgbClr val="000000"/>
                        </a:solidFill>
                        <a:effectLst/>
                      </a:endParaRPr>
                    </a:p>
                  </a:txBody>
                  <a:tcPr marL="6350" marR="6350" marT="6350" marB="0" anchor="b"/>
                </a:tc>
                <a:extLst>
                  <a:ext uri="{0D108BD9-81ED-4DB2-BD59-A6C34878D82A}">
                    <a16:rowId xmlns:a16="http://schemas.microsoft.com/office/drawing/2014/main" val="1963223743"/>
                  </a:ext>
                </a:extLst>
              </a:tr>
              <a:tr h="193837">
                <a:tc>
                  <a:txBody>
                    <a:bodyPr/>
                    <a:lstStyle/>
                    <a:p>
                      <a:pPr algn="l" fontAlgn="b">
                        <a:buNone/>
                      </a:pPr>
                      <a:r>
                        <a:rPr lang="en-US" sz="1100" u="none" strike="noStrike">
                          <a:solidFill>
                            <a:srgbClr val="000000"/>
                          </a:solidFill>
                          <a:effectLst/>
                        </a:rPr>
                        <a:t>Delegated Services</a:t>
                      </a:r>
                    </a:p>
                  </a:txBody>
                  <a:tcPr marL="6350" marR="6350" marT="6350" marB="0" anchor="b"/>
                </a:tc>
                <a:tc>
                  <a:txBody>
                    <a:bodyPr/>
                    <a:lstStyle/>
                    <a:p>
                      <a:pPr algn="l" fontAlgn="b">
                        <a:buNone/>
                      </a:pPr>
                      <a:r>
                        <a:rPr lang="en-US" sz="1100" u="none" strike="noStrike">
                          <a:solidFill>
                            <a:srgbClr val="000000"/>
                          </a:solidFill>
                          <a:effectLst/>
                        </a:rPr>
                        <a:t>SCM/CTR/Procurement</a:t>
                      </a:r>
                    </a:p>
                  </a:txBody>
                  <a:tcPr marL="6350" marR="6350" marT="6350" marB="0" anchor="b"/>
                </a:tc>
                <a:extLst>
                  <a:ext uri="{0D108BD9-81ED-4DB2-BD59-A6C34878D82A}">
                    <a16:rowId xmlns:a16="http://schemas.microsoft.com/office/drawing/2014/main" val="3255747249"/>
                  </a:ext>
                </a:extLst>
              </a:tr>
              <a:tr h="193837">
                <a:tc>
                  <a:txBody>
                    <a:bodyPr/>
                    <a:lstStyle/>
                    <a:p>
                      <a:pPr algn="l" fontAlgn="b">
                        <a:buNone/>
                      </a:pPr>
                      <a:r>
                        <a:rPr lang="en-US" sz="1100" u="none" strike="noStrike" kern="1500">
                          <a:solidFill>
                            <a:srgbClr val="00B050"/>
                          </a:solidFill>
                          <a:effectLst/>
                        </a:rPr>
                        <a:t>Delegation</a:t>
                      </a:r>
                      <a:r>
                        <a:rPr lang="en-US" sz="1100" u="none" strike="noStrike">
                          <a:solidFill>
                            <a:srgbClr val="00B050"/>
                          </a:solidFill>
                          <a:effectLst/>
                        </a:rPr>
                        <a:t> Type</a:t>
                      </a:r>
                    </a:p>
                  </a:txBody>
                  <a:tcPr marL="6350" marR="6350" marT="6350" marB="0" anchor="b"/>
                </a:tc>
                <a:tc>
                  <a:txBody>
                    <a:bodyPr/>
                    <a:lstStyle/>
                    <a:p>
                      <a:pPr algn="l" fontAlgn="b">
                        <a:buNone/>
                      </a:pPr>
                      <a:r>
                        <a:rPr lang="en-US" sz="1100" u="none" strike="noStrike">
                          <a:solidFill>
                            <a:srgbClr val="000000"/>
                          </a:solidFill>
                          <a:effectLst/>
                        </a:rPr>
                        <a:t>Archer</a:t>
                      </a:r>
                    </a:p>
                  </a:txBody>
                  <a:tcPr marL="6350" marR="6350" marT="6350" marB="0" anchor="b"/>
                </a:tc>
                <a:extLst>
                  <a:ext uri="{0D108BD9-81ED-4DB2-BD59-A6C34878D82A}">
                    <a16:rowId xmlns:a16="http://schemas.microsoft.com/office/drawing/2014/main" val="1741678200"/>
                  </a:ext>
                </a:extLst>
              </a:tr>
              <a:tr h="193837">
                <a:tc>
                  <a:txBody>
                    <a:bodyPr/>
                    <a:lstStyle/>
                    <a:p>
                      <a:pPr algn="l" fontAlgn="b">
                        <a:buNone/>
                      </a:pPr>
                      <a:r>
                        <a:rPr lang="en-US" sz="1100" u="none" strike="noStrike">
                          <a:solidFill>
                            <a:srgbClr val="000000"/>
                          </a:solidFill>
                          <a:effectLst/>
                        </a:rPr>
                        <a:t>Encounter Submission</a:t>
                      </a:r>
                    </a:p>
                  </a:txBody>
                  <a:tcPr marL="6350" marR="6350" marT="6350" marB="0" anchor="b"/>
                </a:tc>
                <a:tc>
                  <a:txBody>
                    <a:bodyPr/>
                    <a:lstStyle/>
                    <a:p>
                      <a:pPr algn="l" fontAlgn="b">
                        <a:buNone/>
                      </a:pPr>
                      <a:r>
                        <a:rPr lang="en-US" sz="1100" u="none" strike="noStrike">
                          <a:solidFill>
                            <a:srgbClr val="000000"/>
                          </a:solidFill>
                          <a:effectLst/>
                        </a:rPr>
                        <a:t>??</a:t>
                      </a:r>
                    </a:p>
                  </a:txBody>
                  <a:tcPr marL="6350" marR="6350" marT="6350" marB="0" anchor="b"/>
                </a:tc>
                <a:extLst>
                  <a:ext uri="{0D108BD9-81ED-4DB2-BD59-A6C34878D82A}">
                    <a16:rowId xmlns:a16="http://schemas.microsoft.com/office/drawing/2014/main" val="994791340"/>
                  </a:ext>
                </a:extLst>
              </a:tr>
              <a:tr h="193837">
                <a:tc>
                  <a:txBody>
                    <a:bodyPr/>
                    <a:lstStyle/>
                    <a:p>
                      <a:pPr algn="l" fontAlgn="b">
                        <a:buNone/>
                      </a:pPr>
                      <a:r>
                        <a:rPr lang="en-US" sz="1100" u="none" strike="noStrike">
                          <a:solidFill>
                            <a:srgbClr val="000000"/>
                          </a:solidFill>
                          <a:effectLst/>
                        </a:rPr>
                        <a:t>Engagement Mgr </a:t>
                      </a:r>
                    </a:p>
                  </a:txBody>
                  <a:tcPr marL="6350" marR="6350" marT="6350" marB="0" anchor="b"/>
                </a:tc>
                <a:tc>
                  <a:txBody>
                    <a:bodyPr/>
                    <a:lstStyle/>
                    <a:p>
                      <a:pPr algn="l" fontAlgn="b">
                        <a:buNone/>
                      </a:pPr>
                      <a:r>
                        <a:rPr lang="fr-FR" sz="1100" u="none" strike="noStrike">
                          <a:solidFill>
                            <a:srgbClr val="000000"/>
                          </a:solidFill>
                          <a:effectLst/>
                        </a:rPr>
                        <a:t>IABOR BDA Tables/CTR/ Archer</a:t>
                      </a:r>
                    </a:p>
                  </a:txBody>
                  <a:tcPr marL="6350" marR="6350" marT="6350" marB="0" anchor="b"/>
                </a:tc>
                <a:extLst>
                  <a:ext uri="{0D108BD9-81ED-4DB2-BD59-A6C34878D82A}">
                    <a16:rowId xmlns:a16="http://schemas.microsoft.com/office/drawing/2014/main" val="2639689857"/>
                  </a:ext>
                </a:extLst>
              </a:tr>
              <a:tr h="193837">
                <a:tc>
                  <a:txBody>
                    <a:bodyPr/>
                    <a:lstStyle/>
                    <a:p>
                      <a:pPr algn="l" fontAlgn="b">
                        <a:buNone/>
                      </a:pPr>
                      <a:r>
                        <a:rPr lang="en-US" sz="1100" u="none" strike="noStrike">
                          <a:solidFill>
                            <a:srgbClr val="00B050"/>
                          </a:solidFill>
                          <a:effectLst/>
                        </a:rPr>
                        <a:t>Line of Business</a:t>
                      </a:r>
                    </a:p>
                  </a:txBody>
                  <a:tcPr marL="6350" marR="6350" marT="6350" marB="0" anchor="b"/>
                </a:tc>
                <a:tc>
                  <a:txBody>
                    <a:bodyPr/>
                    <a:lstStyle/>
                    <a:p>
                      <a:pPr algn="l" fontAlgn="b">
                        <a:buNone/>
                      </a:pPr>
                      <a:r>
                        <a:rPr lang="en-US" sz="1100" u="none" strike="noStrike">
                          <a:solidFill>
                            <a:srgbClr val="000000"/>
                          </a:solidFill>
                          <a:effectLst/>
                        </a:rPr>
                        <a:t>Archer</a:t>
                      </a:r>
                    </a:p>
                  </a:txBody>
                  <a:tcPr marL="6350" marR="6350" marT="6350" marB="0" anchor="b"/>
                </a:tc>
                <a:extLst>
                  <a:ext uri="{0D108BD9-81ED-4DB2-BD59-A6C34878D82A}">
                    <a16:rowId xmlns:a16="http://schemas.microsoft.com/office/drawing/2014/main" val="1089841296"/>
                  </a:ext>
                </a:extLst>
              </a:tr>
              <a:tr h="193837">
                <a:tc>
                  <a:txBody>
                    <a:bodyPr/>
                    <a:lstStyle/>
                    <a:p>
                      <a:pPr algn="l" fontAlgn="b">
                        <a:buNone/>
                      </a:pPr>
                      <a:r>
                        <a:rPr lang="en-US" sz="1100" u="none" strike="noStrike">
                          <a:solidFill>
                            <a:srgbClr val="000000"/>
                          </a:solidFill>
                          <a:effectLst/>
                        </a:rPr>
                        <a:t>Model by delegation type</a:t>
                      </a:r>
                    </a:p>
                  </a:txBody>
                  <a:tcPr marL="6350" marR="6350" marT="6350" marB="0" anchor="b"/>
                </a:tc>
                <a:tc>
                  <a:txBody>
                    <a:bodyPr/>
                    <a:lstStyle/>
                    <a:p>
                      <a:pPr algn="l" fontAlgn="b">
                        <a:buNone/>
                      </a:pPr>
                      <a:r>
                        <a:rPr lang="en-US" sz="1100" u="none" strike="noStrike">
                          <a:solidFill>
                            <a:srgbClr val="000000"/>
                          </a:solidFill>
                          <a:effectLst/>
                        </a:rPr>
                        <a:t>CTR</a:t>
                      </a:r>
                    </a:p>
                  </a:txBody>
                  <a:tcPr marL="6350" marR="6350" marT="6350" marB="0" anchor="b"/>
                </a:tc>
                <a:extLst>
                  <a:ext uri="{0D108BD9-81ED-4DB2-BD59-A6C34878D82A}">
                    <a16:rowId xmlns:a16="http://schemas.microsoft.com/office/drawing/2014/main" val="2120315061"/>
                  </a:ext>
                </a:extLst>
              </a:tr>
              <a:tr h="193837">
                <a:tc>
                  <a:txBody>
                    <a:bodyPr/>
                    <a:lstStyle/>
                    <a:p>
                      <a:pPr algn="l" fontAlgn="b">
                        <a:buNone/>
                      </a:pPr>
                      <a:r>
                        <a:rPr lang="en-US" sz="1100" u="none" strike="noStrike" kern="1500">
                          <a:solidFill>
                            <a:srgbClr val="00B050"/>
                          </a:solidFill>
                          <a:effectLst/>
                        </a:rPr>
                        <a:t>MSO</a:t>
                      </a:r>
                    </a:p>
                  </a:txBody>
                  <a:tcPr marL="6350" marR="6350" marT="6350" marB="0" anchor="b"/>
                </a:tc>
                <a:tc>
                  <a:txBody>
                    <a:bodyPr/>
                    <a:lstStyle/>
                    <a:p>
                      <a:pPr algn="l" fontAlgn="b">
                        <a:buNone/>
                      </a:pPr>
                      <a:r>
                        <a:rPr lang="en-US" sz="1100" u="none" strike="noStrike">
                          <a:solidFill>
                            <a:srgbClr val="FF0000"/>
                          </a:solidFill>
                          <a:effectLst/>
                        </a:rPr>
                        <a:t>??</a:t>
                      </a:r>
                    </a:p>
                  </a:txBody>
                  <a:tcPr marL="6350" marR="6350" marT="6350" marB="0" anchor="b"/>
                </a:tc>
                <a:extLst>
                  <a:ext uri="{0D108BD9-81ED-4DB2-BD59-A6C34878D82A}">
                    <a16:rowId xmlns:a16="http://schemas.microsoft.com/office/drawing/2014/main" val="957273794"/>
                  </a:ext>
                </a:extLst>
              </a:tr>
              <a:tr h="193837">
                <a:tc>
                  <a:txBody>
                    <a:bodyPr/>
                    <a:lstStyle/>
                    <a:p>
                      <a:pPr algn="l" fontAlgn="b">
                        <a:buNone/>
                      </a:pPr>
                      <a:r>
                        <a:rPr lang="en-US" sz="1100" u="none" strike="noStrike">
                          <a:solidFill>
                            <a:srgbClr val="00B050"/>
                          </a:solidFill>
                          <a:effectLst/>
                        </a:rPr>
                        <a:t>Network Contractor</a:t>
                      </a:r>
                    </a:p>
                  </a:txBody>
                  <a:tcPr marL="6350" marR="6350" marT="6350" marB="0" anchor="b"/>
                </a:tc>
                <a:tc>
                  <a:txBody>
                    <a:bodyPr/>
                    <a:lstStyle/>
                    <a:p>
                      <a:pPr algn="l" fontAlgn="b">
                        <a:buNone/>
                      </a:pPr>
                      <a:r>
                        <a:rPr lang="en-US" sz="1100" u="none" strike="noStrike">
                          <a:solidFill>
                            <a:srgbClr val="000000"/>
                          </a:solidFill>
                          <a:effectLst/>
                        </a:rPr>
                        <a:t>Archer</a:t>
                      </a:r>
                    </a:p>
                  </a:txBody>
                  <a:tcPr marL="6350" marR="6350" marT="6350" marB="0" anchor="b"/>
                </a:tc>
                <a:extLst>
                  <a:ext uri="{0D108BD9-81ED-4DB2-BD59-A6C34878D82A}">
                    <a16:rowId xmlns:a16="http://schemas.microsoft.com/office/drawing/2014/main" val="128904583"/>
                  </a:ext>
                </a:extLst>
              </a:tr>
              <a:tr h="193837">
                <a:tc>
                  <a:txBody>
                    <a:bodyPr/>
                    <a:lstStyle/>
                    <a:p>
                      <a:pPr algn="l" fontAlgn="b">
                        <a:buNone/>
                      </a:pPr>
                      <a:r>
                        <a:rPr lang="en-US" sz="1100" u="none" strike="noStrike" kern="1500">
                          <a:solidFill>
                            <a:srgbClr val="00B050"/>
                          </a:solidFill>
                          <a:effectLst/>
                        </a:rPr>
                        <a:t>Oversight Audit Timeline</a:t>
                      </a:r>
                    </a:p>
                  </a:txBody>
                  <a:tcPr marL="6350" marR="6350" marT="6350" marB="0" anchor="b"/>
                </a:tc>
                <a:tc>
                  <a:txBody>
                    <a:bodyPr/>
                    <a:lstStyle/>
                    <a:p>
                      <a:pPr algn="l" fontAlgn="b">
                        <a:buNone/>
                      </a:pPr>
                      <a:r>
                        <a:rPr lang="en-US" sz="1100" u="none" strike="noStrike">
                          <a:solidFill>
                            <a:srgbClr val="000000"/>
                          </a:solidFill>
                          <a:effectLst/>
                        </a:rPr>
                        <a:t>Archer</a:t>
                      </a:r>
                    </a:p>
                  </a:txBody>
                  <a:tcPr marL="6350" marR="6350" marT="6350" marB="0" anchor="b"/>
                </a:tc>
                <a:extLst>
                  <a:ext uri="{0D108BD9-81ED-4DB2-BD59-A6C34878D82A}">
                    <a16:rowId xmlns:a16="http://schemas.microsoft.com/office/drawing/2014/main" val="3337521619"/>
                  </a:ext>
                </a:extLst>
              </a:tr>
              <a:tr h="193837">
                <a:tc>
                  <a:txBody>
                    <a:bodyPr/>
                    <a:lstStyle/>
                    <a:p>
                      <a:pPr algn="l" fontAlgn="b">
                        <a:buNone/>
                      </a:pPr>
                      <a:r>
                        <a:rPr lang="en-US" sz="1100" u="none" strike="noStrike">
                          <a:solidFill>
                            <a:srgbClr val="000000"/>
                          </a:solidFill>
                          <a:effectLst/>
                        </a:rPr>
                        <a:t>Product</a:t>
                      </a:r>
                    </a:p>
                  </a:txBody>
                  <a:tcPr marL="6350" marR="6350" marT="6350" marB="0" anchor="b"/>
                </a:tc>
                <a:tc>
                  <a:txBody>
                    <a:bodyPr/>
                    <a:lstStyle/>
                    <a:p>
                      <a:pPr algn="l" fontAlgn="b">
                        <a:buNone/>
                      </a:pPr>
                      <a:r>
                        <a:rPr lang="en-US" sz="1100" u="none" strike="noStrike">
                          <a:solidFill>
                            <a:srgbClr val="000000"/>
                          </a:solidFill>
                          <a:effectLst/>
                        </a:rPr>
                        <a:t>Archer</a:t>
                      </a:r>
                    </a:p>
                  </a:txBody>
                  <a:tcPr marL="6350" marR="6350" marT="6350" marB="0" anchor="b"/>
                </a:tc>
                <a:extLst>
                  <a:ext uri="{0D108BD9-81ED-4DB2-BD59-A6C34878D82A}">
                    <a16:rowId xmlns:a16="http://schemas.microsoft.com/office/drawing/2014/main" val="4238312584"/>
                  </a:ext>
                </a:extLst>
              </a:tr>
              <a:tr h="193837">
                <a:tc>
                  <a:txBody>
                    <a:bodyPr/>
                    <a:lstStyle/>
                    <a:p>
                      <a:pPr algn="l" fontAlgn="b">
                        <a:buNone/>
                      </a:pPr>
                      <a:r>
                        <a:rPr lang="en-US" sz="1100" u="none" strike="noStrike">
                          <a:solidFill>
                            <a:srgbClr val="000000"/>
                          </a:solidFill>
                          <a:effectLst/>
                        </a:rPr>
                        <a:t>Service Area</a:t>
                      </a:r>
                    </a:p>
                  </a:txBody>
                  <a:tcPr marL="6350" marR="6350" marT="6350" marB="0" anchor="b"/>
                </a:tc>
                <a:tc>
                  <a:txBody>
                    <a:bodyPr/>
                    <a:lstStyle/>
                    <a:p>
                      <a:pPr algn="l" fontAlgn="b">
                        <a:buNone/>
                      </a:pPr>
                      <a:r>
                        <a:rPr lang="en-US" sz="1100" u="none" strike="noStrike">
                          <a:solidFill>
                            <a:srgbClr val="000000"/>
                          </a:solidFill>
                          <a:effectLst/>
                        </a:rPr>
                        <a:t>SCM/CTR/Procurement</a:t>
                      </a:r>
                    </a:p>
                  </a:txBody>
                  <a:tcPr marL="6350" marR="6350" marT="6350" marB="0" anchor="b"/>
                </a:tc>
                <a:extLst>
                  <a:ext uri="{0D108BD9-81ED-4DB2-BD59-A6C34878D82A}">
                    <a16:rowId xmlns:a16="http://schemas.microsoft.com/office/drawing/2014/main" val="3859990335"/>
                  </a:ext>
                </a:extLst>
              </a:tr>
              <a:tr h="193837">
                <a:tc>
                  <a:txBody>
                    <a:bodyPr/>
                    <a:lstStyle/>
                    <a:p>
                      <a:pPr algn="l" fontAlgn="b">
                        <a:buNone/>
                      </a:pPr>
                      <a:r>
                        <a:rPr lang="en-US" sz="1100" u="none" strike="noStrike">
                          <a:solidFill>
                            <a:srgbClr val="00B050"/>
                          </a:solidFill>
                          <a:effectLst/>
                        </a:rPr>
                        <a:t>State</a:t>
                      </a:r>
                    </a:p>
                  </a:txBody>
                  <a:tcPr marL="6350" marR="6350" marT="6350" marB="0" anchor="b"/>
                </a:tc>
                <a:tc>
                  <a:txBody>
                    <a:bodyPr/>
                    <a:lstStyle/>
                    <a:p>
                      <a:pPr algn="l" fontAlgn="b">
                        <a:buNone/>
                      </a:pPr>
                      <a:r>
                        <a:rPr lang="en-US" sz="1100" u="none" strike="noStrike">
                          <a:solidFill>
                            <a:srgbClr val="000000"/>
                          </a:solidFill>
                          <a:effectLst/>
                        </a:rPr>
                        <a:t>SCM/CTR/Procurement</a:t>
                      </a:r>
                    </a:p>
                  </a:txBody>
                  <a:tcPr marL="6350" marR="6350" marT="6350" marB="0" anchor="b"/>
                </a:tc>
                <a:extLst>
                  <a:ext uri="{0D108BD9-81ED-4DB2-BD59-A6C34878D82A}">
                    <a16:rowId xmlns:a16="http://schemas.microsoft.com/office/drawing/2014/main" val="3282433340"/>
                  </a:ext>
                </a:extLst>
              </a:tr>
              <a:tr h="190080">
                <a:tc>
                  <a:txBody>
                    <a:bodyPr/>
                    <a:lstStyle/>
                    <a:p>
                      <a:pPr algn="l" fontAlgn="b">
                        <a:buNone/>
                      </a:pPr>
                      <a:r>
                        <a:rPr lang="en-US" sz="1100" u="none" strike="noStrike">
                          <a:solidFill>
                            <a:srgbClr val="000000"/>
                          </a:solidFill>
                          <a:effectLst/>
                        </a:rPr>
                        <a:t>TIN</a:t>
                      </a:r>
                    </a:p>
                  </a:txBody>
                  <a:tcPr marL="6350" marR="6350" marT="6350" marB="0" anchor="b"/>
                </a:tc>
                <a:tc>
                  <a:txBody>
                    <a:bodyPr/>
                    <a:lstStyle/>
                    <a:p>
                      <a:pPr algn="l" fontAlgn="b">
                        <a:buNone/>
                      </a:pPr>
                      <a:r>
                        <a:rPr lang="en-US" sz="1100" u="none" strike="noStrike">
                          <a:solidFill>
                            <a:srgbClr val="000000"/>
                          </a:solidFill>
                          <a:effectLst/>
                        </a:rPr>
                        <a:t>EPDB</a:t>
                      </a:r>
                    </a:p>
                  </a:txBody>
                  <a:tcPr marL="6350" marR="6350" marT="6350" marB="0" anchor="b"/>
                </a:tc>
                <a:extLst>
                  <a:ext uri="{0D108BD9-81ED-4DB2-BD59-A6C34878D82A}">
                    <a16:rowId xmlns:a16="http://schemas.microsoft.com/office/drawing/2014/main" val="3261446143"/>
                  </a:ext>
                </a:extLst>
              </a:tr>
              <a:tr h="193837">
                <a:tc>
                  <a:txBody>
                    <a:bodyPr/>
                    <a:lstStyle/>
                    <a:p>
                      <a:pPr algn="l" fontAlgn="b">
                        <a:buNone/>
                      </a:pPr>
                      <a:r>
                        <a:rPr lang="en-US" sz="1100" u="none" strike="noStrike">
                          <a:solidFill>
                            <a:srgbClr val="00B050"/>
                          </a:solidFill>
                          <a:effectLst/>
                        </a:rPr>
                        <a:t>Tracking ID</a:t>
                      </a:r>
                    </a:p>
                  </a:txBody>
                  <a:tcPr marL="6350" marR="6350" marT="6350" marB="0" anchor="b"/>
                </a:tc>
                <a:tc>
                  <a:txBody>
                    <a:bodyPr/>
                    <a:lstStyle/>
                    <a:p>
                      <a:pPr algn="l" fontAlgn="b">
                        <a:buNone/>
                      </a:pPr>
                      <a:r>
                        <a:rPr lang="en-US" sz="1100" u="none" strike="noStrike">
                          <a:solidFill>
                            <a:srgbClr val="000000"/>
                          </a:solidFill>
                          <a:effectLst/>
                        </a:rPr>
                        <a:t>Archer</a:t>
                      </a:r>
                    </a:p>
                  </a:txBody>
                  <a:tcPr marL="6350" marR="6350" marT="6350" marB="0" anchor="b"/>
                </a:tc>
                <a:extLst>
                  <a:ext uri="{0D108BD9-81ED-4DB2-BD59-A6C34878D82A}">
                    <a16:rowId xmlns:a16="http://schemas.microsoft.com/office/drawing/2014/main" val="2774135728"/>
                  </a:ext>
                </a:extLst>
              </a:tr>
            </a:tbl>
          </a:graphicData>
        </a:graphic>
      </p:graphicFrame>
      <p:pic>
        <p:nvPicPr>
          <p:cNvPr id="12" name="Picture 11">
            <a:extLst>
              <a:ext uri="{FF2B5EF4-FFF2-40B4-BE49-F238E27FC236}">
                <a16:creationId xmlns:a16="http://schemas.microsoft.com/office/drawing/2014/main" id="{7434562B-2F47-8083-8A74-C1FE67CD57FB}"/>
              </a:ext>
            </a:extLst>
          </p:cNvPr>
          <p:cNvPicPr>
            <a:picLocks noChangeAspect="1"/>
          </p:cNvPicPr>
          <p:nvPr/>
        </p:nvPicPr>
        <p:blipFill>
          <a:blip r:embed="rId5"/>
          <a:stretch>
            <a:fillRect/>
          </a:stretch>
        </p:blipFill>
        <p:spPr>
          <a:xfrm>
            <a:off x="10539376" y="3390900"/>
            <a:ext cx="1416123" cy="1009702"/>
          </a:xfrm>
          <a:prstGeom prst="rect">
            <a:avLst/>
          </a:prstGeom>
        </p:spPr>
      </p:pic>
    </p:spTree>
    <p:extLst>
      <p:ext uri="{BB962C8B-B14F-4D97-AF65-F5344CB8AC3E}">
        <p14:creationId xmlns:p14="http://schemas.microsoft.com/office/powerpoint/2010/main" val="41495430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F87F339-3235-7497-82AB-03209C8267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5B824A-7516-4CEA-F791-A7A32766D7CB}"/>
              </a:ext>
            </a:extLst>
          </p:cNvPr>
          <p:cNvSpPr>
            <a:spLocks noGrp="1"/>
          </p:cNvSpPr>
          <p:nvPr>
            <p:ph type="title"/>
          </p:nvPr>
        </p:nvSpPr>
        <p:spPr>
          <a:xfrm>
            <a:off x="-2162" y="506"/>
            <a:ext cx="11065073" cy="713232"/>
          </a:xfrm>
        </p:spPr>
        <p:txBody>
          <a:bodyPr/>
          <a:lstStyle/>
          <a:p>
            <a:r>
              <a:rPr lang="en-US" sz="2000">
                <a:solidFill>
                  <a:srgbClr val="868686"/>
                </a:solidFill>
              </a:rPr>
              <a:t>Archer Demo Screenshots (5/11/26)</a:t>
            </a:r>
            <a:endParaRPr lang="en-US" sz="2000" b="0">
              <a:solidFill>
                <a:srgbClr val="000000"/>
              </a:solidFill>
            </a:endParaRPr>
          </a:p>
          <a:p>
            <a:endParaRPr lang="en-US" sz="2000">
              <a:solidFill>
                <a:schemeClr val="tx1">
                  <a:lumMod val="50000"/>
                  <a:lumOff val="50000"/>
                </a:schemeClr>
              </a:solidFill>
            </a:endParaRPr>
          </a:p>
        </p:txBody>
      </p:sp>
      <p:sp>
        <p:nvSpPr>
          <p:cNvPr id="8" name="TextBox 7">
            <a:extLst>
              <a:ext uri="{FF2B5EF4-FFF2-40B4-BE49-F238E27FC236}">
                <a16:creationId xmlns:a16="http://schemas.microsoft.com/office/drawing/2014/main" id="{CD862C4C-29C7-B98F-2B6F-C22763E76459}"/>
              </a:ext>
            </a:extLst>
          </p:cNvPr>
          <p:cNvSpPr txBox="1"/>
          <p:nvPr/>
        </p:nvSpPr>
        <p:spPr>
          <a:xfrm>
            <a:off x="191121" y="4193726"/>
            <a:ext cx="5080811" cy="2202160"/>
          </a:xfrm>
          <a:prstGeom prst="rect">
            <a:avLst/>
          </a:prstGeom>
          <a:noFill/>
        </p:spPr>
        <p:txBody>
          <a:bodyPr wrap="square" rtlCol="0">
            <a:spAutoFit/>
          </a:bodyPr>
          <a:lstStyle/>
          <a:p>
            <a:pPr algn="l"/>
            <a:endParaRPr lang="en-US" sz="1500">
              <a:solidFill>
                <a:schemeClr val="tx2"/>
              </a:solidFill>
            </a:endParaRPr>
          </a:p>
        </p:txBody>
      </p:sp>
      <p:sp>
        <p:nvSpPr>
          <p:cNvPr id="13" name="TextBox 12">
            <a:extLst>
              <a:ext uri="{FF2B5EF4-FFF2-40B4-BE49-F238E27FC236}">
                <a16:creationId xmlns:a16="http://schemas.microsoft.com/office/drawing/2014/main" id="{5913E600-C5D3-4E0C-E628-2E63F2BAC8FD}"/>
              </a:ext>
            </a:extLst>
          </p:cNvPr>
          <p:cNvSpPr txBox="1"/>
          <p:nvPr/>
        </p:nvSpPr>
        <p:spPr>
          <a:xfrm>
            <a:off x="5635995" y="4101631"/>
            <a:ext cx="5080811" cy="2202160"/>
          </a:xfrm>
          <a:prstGeom prst="rect">
            <a:avLst/>
          </a:prstGeom>
          <a:noFill/>
        </p:spPr>
        <p:txBody>
          <a:bodyPr wrap="square" rtlCol="0">
            <a:spAutoFit/>
          </a:bodyPr>
          <a:lstStyle/>
          <a:p>
            <a:pPr algn="l"/>
            <a:endParaRPr lang="en-US" sz="1500">
              <a:solidFill>
                <a:schemeClr val="tx2"/>
              </a:solidFill>
            </a:endParaRPr>
          </a:p>
        </p:txBody>
      </p:sp>
      <p:pic>
        <p:nvPicPr>
          <p:cNvPr id="4" name="Picture 3">
            <a:extLst>
              <a:ext uri="{FF2B5EF4-FFF2-40B4-BE49-F238E27FC236}">
                <a16:creationId xmlns:a16="http://schemas.microsoft.com/office/drawing/2014/main" id="{57276437-DE6E-0656-5033-FFE6A9B6F231}"/>
              </a:ext>
            </a:extLst>
          </p:cNvPr>
          <p:cNvPicPr>
            <a:picLocks noChangeAspect="1"/>
          </p:cNvPicPr>
          <p:nvPr/>
        </p:nvPicPr>
        <p:blipFill>
          <a:blip r:embed="rId2"/>
          <a:stretch>
            <a:fillRect/>
          </a:stretch>
        </p:blipFill>
        <p:spPr>
          <a:xfrm>
            <a:off x="191120" y="437493"/>
            <a:ext cx="11949275" cy="561917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1553641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C11F53E-0C20-67BC-0CFB-4AD0D63407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2AC28A-3C93-FB8E-74DA-AE058B76850E}"/>
              </a:ext>
            </a:extLst>
          </p:cNvPr>
          <p:cNvSpPr>
            <a:spLocks noGrp="1"/>
          </p:cNvSpPr>
          <p:nvPr>
            <p:ph type="title"/>
          </p:nvPr>
        </p:nvSpPr>
        <p:spPr>
          <a:xfrm>
            <a:off x="-2162" y="506"/>
            <a:ext cx="11065073" cy="713232"/>
          </a:xfrm>
        </p:spPr>
        <p:txBody>
          <a:bodyPr/>
          <a:lstStyle/>
          <a:p>
            <a:r>
              <a:rPr lang="en-US" sz="2000">
                <a:solidFill>
                  <a:srgbClr val="868686"/>
                </a:solidFill>
              </a:rPr>
              <a:t>Archer Demo Screenshots (5/11/26)</a:t>
            </a:r>
            <a:endParaRPr lang="en-US" sz="2000" b="0">
              <a:solidFill>
                <a:srgbClr val="000000"/>
              </a:solidFill>
            </a:endParaRPr>
          </a:p>
          <a:p>
            <a:endParaRPr lang="en-US" sz="2000">
              <a:solidFill>
                <a:schemeClr val="tx1">
                  <a:lumMod val="50000"/>
                  <a:lumOff val="50000"/>
                </a:schemeClr>
              </a:solidFill>
            </a:endParaRPr>
          </a:p>
        </p:txBody>
      </p:sp>
      <p:sp>
        <p:nvSpPr>
          <p:cNvPr id="8" name="TextBox 7">
            <a:extLst>
              <a:ext uri="{FF2B5EF4-FFF2-40B4-BE49-F238E27FC236}">
                <a16:creationId xmlns:a16="http://schemas.microsoft.com/office/drawing/2014/main" id="{9E8CD1E0-CEC9-F9F7-1498-D7EB0E684B3B}"/>
              </a:ext>
            </a:extLst>
          </p:cNvPr>
          <p:cNvSpPr txBox="1"/>
          <p:nvPr/>
        </p:nvSpPr>
        <p:spPr>
          <a:xfrm>
            <a:off x="191121" y="4193726"/>
            <a:ext cx="5080811" cy="2202160"/>
          </a:xfrm>
          <a:prstGeom prst="rect">
            <a:avLst/>
          </a:prstGeom>
          <a:noFill/>
        </p:spPr>
        <p:txBody>
          <a:bodyPr wrap="square" rtlCol="0">
            <a:spAutoFit/>
          </a:bodyPr>
          <a:lstStyle/>
          <a:p>
            <a:pPr algn="l"/>
            <a:endParaRPr lang="en-US" sz="1500">
              <a:solidFill>
                <a:schemeClr val="tx2"/>
              </a:solidFill>
            </a:endParaRPr>
          </a:p>
        </p:txBody>
      </p:sp>
      <p:sp>
        <p:nvSpPr>
          <p:cNvPr id="13" name="TextBox 12">
            <a:extLst>
              <a:ext uri="{FF2B5EF4-FFF2-40B4-BE49-F238E27FC236}">
                <a16:creationId xmlns:a16="http://schemas.microsoft.com/office/drawing/2014/main" id="{50EF9FC8-4748-DC6E-DEA4-BE00191024DB}"/>
              </a:ext>
            </a:extLst>
          </p:cNvPr>
          <p:cNvSpPr txBox="1"/>
          <p:nvPr/>
        </p:nvSpPr>
        <p:spPr>
          <a:xfrm>
            <a:off x="5635995" y="4101631"/>
            <a:ext cx="5080811" cy="2202160"/>
          </a:xfrm>
          <a:prstGeom prst="rect">
            <a:avLst/>
          </a:prstGeom>
          <a:noFill/>
        </p:spPr>
        <p:txBody>
          <a:bodyPr wrap="square" rtlCol="0">
            <a:spAutoFit/>
          </a:bodyPr>
          <a:lstStyle/>
          <a:p>
            <a:pPr algn="l"/>
            <a:endParaRPr lang="en-US" sz="1500">
              <a:solidFill>
                <a:schemeClr val="tx2"/>
              </a:solidFill>
            </a:endParaRPr>
          </a:p>
        </p:txBody>
      </p:sp>
      <p:pic>
        <p:nvPicPr>
          <p:cNvPr id="7" name="Picture 6">
            <a:extLst>
              <a:ext uri="{FF2B5EF4-FFF2-40B4-BE49-F238E27FC236}">
                <a16:creationId xmlns:a16="http://schemas.microsoft.com/office/drawing/2014/main" id="{BD0E76D2-0ED2-50FE-EBEB-4C832A8CAD09}"/>
              </a:ext>
            </a:extLst>
          </p:cNvPr>
          <p:cNvPicPr>
            <a:picLocks noChangeAspect="1"/>
          </p:cNvPicPr>
          <p:nvPr/>
        </p:nvPicPr>
        <p:blipFill>
          <a:blip r:embed="rId2"/>
          <a:stretch>
            <a:fillRect/>
          </a:stretch>
        </p:blipFill>
        <p:spPr>
          <a:xfrm>
            <a:off x="191121" y="433755"/>
            <a:ext cx="11627253" cy="543686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9271527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C56B6AE-0B0C-8225-B863-93F7247FE1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412B43-005B-F09C-DDDF-45E6C5240CF2}"/>
              </a:ext>
            </a:extLst>
          </p:cNvPr>
          <p:cNvSpPr>
            <a:spLocks noGrp="1"/>
          </p:cNvSpPr>
          <p:nvPr>
            <p:ph type="title"/>
          </p:nvPr>
        </p:nvSpPr>
        <p:spPr>
          <a:xfrm>
            <a:off x="-2162" y="506"/>
            <a:ext cx="11065073" cy="713232"/>
          </a:xfrm>
        </p:spPr>
        <p:txBody>
          <a:bodyPr/>
          <a:lstStyle/>
          <a:p>
            <a:r>
              <a:rPr lang="en-US" sz="2000">
                <a:solidFill>
                  <a:srgbClr val="868686"/>
                </a:solidFill>
              </a:rPr>
              <a:t>Archer Demo Screenshots (5/11/26)</a:t>
            </a:r>
            <a:endParaRPr lang="en-US" sz="2000" b="0">
              <a:solidFill>
                <a:srgbClr val="000000"/>
              </a:solidFill>
            </a:endParaRPr>
          </a:p>
          <a:p>
            <a:endParaRPr lang="en-US" sz="2000">
              <a:solidFill>
                <a:schemeClr val="tx1">
                  <a:lumMod val="50000"/>
                  <a:lumOff val="50000"/>
                </a:schemeClr>
              </a:solidFill>
            </a:endParaRPr>
          </a:p>
        </p:txBody>
      </p:sp>
      <p:sp>
        <p:nvSpPr>
          <p:cNvPr id="8" name="TextBox 7">
            <a:extLst>
              <a:ext uri="{FF2B5EF4-FFF2-40B4-BE49-F238E27FC236}">
                <a16:creationId xmlns:a16="http://schemas.microsoft.com/office/drawing/2014/main" id="{5745365A-EF9E-C4D0-056D-79BD0A4F367F}"/>
              </a:ext>
            </a:extLst>
          </p:cNvPr>
          <p:cNvSpPr txBox="1"/>
          <p:nvPr/>
        </p:nvSpPr>
        <p:spPr>
          <a:xfrm>
            <a:off x="191121" y="4193726"/>
            <a:ext cx="5080811" cy="2202160"/>
          </a:xfrm>
          <a:prstGeom prst="rect">
            <a:avLst/>
          </a:prstGeom>
          <a:noFill/>
        </p:spPr>
        <p:txBody>
          <a:bodyPr wrap="square" rtlCol="0">
            <a:spAutoFit/>
          </a:bodyPr>
          <a:lstStyle/>
          <a:p>
            <a:pPr algn="l"/>
            <a:endParaRPr lang="en-US" sz="1500">
              <a:solidFill>
                <a:schemeClr val="tx2"/>
              </a:solidFill>
            </a:endParaRPr>
          </a:p>
        </p:txBody>
      </p:sp>
      <p:sp>
        <p:nvSpPr>
          <p:cNvPr id="13" name="TextBox 12">
            <a:extLst>
              <a:ext uri="{FF2B5EF4-FFF2-40B4-BE49-F238E27FC236}">
                <a16:creationId xmlns:a16="http://schemas.microsoft.com/office/drawing/2014/main" id="{82639A02-97BA-AE29-2515-35B04EBA7C39}"/>
              </a:ext>
            </a:extLst>
          </p:cNvPr>
          <p:cNvSpPr txBox="1"/>
          <p:nvPr/>
        </p:nvSpPr>
        <p:spPr>
          <a:xfrm>
            <a:off x="5635995" y="4101631"/>
            <a:ext cx="5080811" cy="2202160"/>
          </a:xfrm>
          <a:prstGeom prst="rect">
            <a:avLst/>
          </a:prstGeom>
          <a:noFill/>
        </p:spPr>
        <p:txBody>
          <a:bodyPr wrap="square" rtlCol="0">
            <a:spAutoFit/>
          </a:bodyPr>
          <a:lstStyle/>
          <a:p>
            <a:pPr algn="l"/>
            <a:endParaRPr lang="en-US" sz="1500">
              <a:solidFill>
                <a:schemeClr val="tx2"/>
              </a:solidFill>
            </a:endParaRPr>
          </a:p>
        </p:txBody>
      </p:sp>
      <p:pic>
        <p:nvPicPr>
          <p:cNvPr id="10" name="Picture 9">
            <a:extLst>
              <a:ext uri="{FF2B5EF4-FFF2-40B4-BE49-F238E27FC236}">
                <a16:creationId xmlns:a16="http://schemas.microsoft.com/office/drawing/2014/main" id="{E95A287E-DDE2-C60C-CDA6-D31EC64213DB}"/>
              </a:ext>
            </a:extLst>
          </p:cNvPr>
          <p:cNvPicPr>
            <a:picLocks noChangeAspect="1"/>
          </p:cNvPicPr>
          <p:nvPr/>
        </p:nvPicPr>
        <p:blipFill>
          <a:blip r:embed="rId2"/>
          <a:stretch>
            <a:fillRect/>
          </a:stretch>
        </p:blipFill>
        <p:spPr>
          <a:xfrm>
            <a:off x="191120" y="462114"/>
            <a:ext cx="11796337" cy="541757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8726532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9B13CE1-50FF-7210-5D63-6E23A82C6F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C5ECEF-B248-0692-0B0E-32986C2982DA}"/>
              </a:ext>
            </a:extLst>
          </p:cNvPr>
          <p:cNvSpPr>
            <a:spLocks noGrp="1"/>
          </p:cNvSpPr>
          <p:nvPr>
            <p:ph type="title"/>
          </p:nvPr>
        </p:nvSpPr>
        <p:spPr>
          <a:xfrm>
            <a:off x="-2162" y="506"/>
            <a:ext cx="11065073" cy="713232"/>
          </a:xfrm>
        </p:spPr>
        <p:txBody>
          <a:bodyPr/>
          <a:lstStyle/>
          <a:p>
            <a:r>
              <a:rPr lang="en-US" sz="2000">
                <a:solidFill>
                  <a:srgbClr val="868686"/>
                </a:solidFill>
              </a:rPr>
              <a:t>Archer Demo Screenshots (5/11/26)</a:t>
            </a:r>
            <a:endParaRPr lang="en-US" sz="2000" b="0">
              <a:solidFill>
                <a:srgbClr val="000000"/>
              </a:solidFill>
            </a:endParaRPr>
          </a:p>
          <a:p>
            <a:endParaRPr lang="en-US" sz="2000">
              <a:solidFill>
                <a:schemeClr val="tx1">
                  <a:lumMod val="50000"/>
                  <a:lumOff val="50000"/>
                </a:schemeClr>
              </a:solidFill>
            </a:endParaRPr>
          </a:p>
        </p:txBody>
      </p:sp>
      <p:sp>
        <p:nvSpPr>
          <p:cNvPr id="8" name="TextBox 7">
            <a:extLst>
              <a:ext uri="{FF2B5EF4-FFF2-40B4-BE49-F238E27FC236}">
                <a16:creationId xmlns:a16="http://schemas.microsoft.com/office/drawing/2014/main" id="{E552AD01-0872-7051-7CAE-5759C6257CFD}"/>
              </a:ext>
            </a:extLst>
          </p:cNvPr>
          <p:cNvSpPr txBox="1"/>
          <p:nvPr/>
        </p:nvSpPr>
        <p:spPr>
          <a:xfrm>
            <a:off x="191121" y="4193726"/>
            <a:ext cx="5080811" cy="2202160"/>
          </a:xfrm>
          <a:prstGeom prst="rect">
            <a:avLst/>
          </a:prstGeom>
          <a:noFill/>
        </p:spPr>
        <p:txBody>
          <a:bodyPr wrap="square" rtlCol="0">
            <a:spAutoFit/>
          </a:bodyPr>
          <a:lstStyle/>
          <a:p>
            <a:pPr algn="l"/>
            <a:endParaRPr lang="en-US" sz="1500">
              <a:solidFill>
                <a:schemeClr val="tx2"/>
              </a:solidFill>
            </a:endParaRPr>
          </a:p>
        </p:txBody>
      </p:sp>
      <p:sp>
        <p:nvSpPr>
          <p:cNvPr id="13" name="TextBox 12">
            <a:extLst>
              <a:ext uri="{FF2B5EF4-FFF2-40B4-BE49-F238E27FC236}">
                <a16:creationId xmlns:a16="http://schemas.microsoft.com/office/drawing/2014/main" id="{BE5CE31B-4664-27BC-1D6E-51FD2C58157B}"/>
              </a:ext>
            </a:extLst>
          </p:cNvPr>
          <p:cNvSpPr txBox="1"/>
          <p:nvPr/>
        </p:nvSpPr>
        <p:spPr>
          <a:xfrm>
            <a:off x="5635995" y="4101631"/>
            <a:ext cx="5080811" cy="2202160"/>
          </a:xfrm>
          <a:prstGeom prst="rect">
            <a:avLst/>
          </a:prstGeom>
          <a:noFill/>
        </p:spPr>
        <p:txBody>
          <a:bodyPr wrap="square" rtlCol="0">
            <a:spAutoFit/>
          </a:bodyPr>
          <a:lstStyle/>
          <a:p>
            <a:pPr algn="l"/>
            <a:endParaRPr lang="en-US" sz="1500">
              <a:solidFill>
                <a:schemeClr val="tx2"/>
              </a:solidFill>
            </a:endParaRPr>
          </a:p>
        </p:txBody>
      </p:sp>
      <p:pic>
        <p:nvPicPr>
          <p:cNvPr id="16" name="Picture 15">
            <a:extLst>
              <a:ext uri="{FF2B5EF4-FFF2-40B4-BE49-F238E27FC236}">
                <a16:creationId xmlns:a16="http://schemas.microsoft.com/office/drawing/2014/main" id="{8CC60EFD-8B7E-D054-9819-5421ACFE454B}"/>
              </a:ext>
            </a:extLst>
          </p:cNvPr>
          <p:cNvPicPr>
            <a:picLocks noChangeAspect="1"/>
          </p:cNvPicPr>
          <p:nvPr/>
        </p:nvPicPr>
        <p:blipFill>
          <a:blip r:embed="rId2"/>
          <a:stretch>
            <a:fillRect/>
          </a:stretch>
        </p:blipFill>
        <p:spPr>
          <a:xfrm>
            <a:off x="275583" y="462114"/>
            <a:ext cx="11722121" cy="538847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2329416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D6CBD9B-EDEF-EA6B-974F-7053FF4765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6C2178-1FA9-09AB-1627-FF2190C3906D}"/>
              </a:ext>
            </a:extLst>
          </p:cNvPr>
          <p:cNvSpPr>
            <a:spLocks noGrp="1"/>
          </p:cNvSpPr>
          <p:nvPr>
            <p:ph type="title"/>
          </p:nvPr>
        </p:nvSpPr>
        <p:spPr>
          <a:xfrm>
            <a:off x="-2162" y="506"/>
            <a:ext cx="11065073" cy="713232"/>
          </a:xfrm>
        </p:spPr>
        <p:txBody>
          <a:bodyPr/>
          <a:lstStyle/>
          <a:p>
            <a:r>
              <a:rPr lang="en-US" sz="2000">
                <a:solidFill>
                  <a:srgbClr val="868686"/>
                </a:solidFill>
              </a:rPr>
              <a:t>Archer Demo Screenshots (5/12/26)</a:t>
            </a:r>
            <a:endParaRPr lang="en-US" sz="2000" b="0">
              <a:solidFill>
                <a:srgbClr val="000000"/>
              </a:solidFill>
            </a:endParaRPr>
          </a:p>
          <a:p>
            <a:endParaRPr lang="en-US" sz="2000">
              <a:solidFill>
                <a:schemeClr val="tx1">
                  <a:lumMod val="50000"/>
                  <a:lumOff val="50000"/>
                </a:schemeClr>
              </a:solidFill>
            </a:endParaRPr>
          </a:p>
        </p:txBody>
      </p:sp>
      <p:sp>
        <p:nvSpPr>
          <p:cNvPr id="8" name="TextBox 7">
            <a:extLst>
              <a:ext uri="{FF2B5EF4-FFF2-40B4-BE49-F238E27FC236}">
                <a16:creationId xmlns:a16="http://schemas.microsoft.com/office/drawing/2014/main" id="{B3AA3D01-3B35-5492-9C9F-0A63F39F24D6}"/>
              </a:ext>
            </a:extLst>
          </p:cNvPr>
          <p:cNvSpPr txBox="1"/>
          <p:nvPr/>
        </p:nvSpPr>
        <p:spPr>
          <a:xfrm>
            <a:off x="191121" y="4193726"/>
            <a:ext cx="5080811" cy="2202160"/>
          </a:xfrm>
          <a:prstGeom prst="rect">
            <a:avLst/>
          </a:prstGeom>
          <a:noFill/>
        </p:spPr>
        <p:txBody>
          <a:bodyPr wrap="square" rtlCol="0">
            <a:spAutoFit/>
          </a:bodyPr>
          <a:lstStyle/>
          <a:p>
            <a:pPr algn="l"/>
            <a:endParaRPr lang="en-US" sz="1500">
              <a:solidFill>
                <a:schemeClr val="tx2"/>
              </a:solidFill>
            </a:endParaRPr>
          </a:p>
        </p:txBody>
      </p:sp>
      <p:sp>
        <p:nvSpPr>
          <p:cNvPr id="13" name="TextBox 12">
            <a:extLst>
              <a:ext uri="{FF2B5EF4-FFF2-40B4-BE49-F238E27FC236}">
                <a16:creationId xmlns:a16="http://schemas.microsoft.com/office/drawing/2014/main" id="{5817DD92-5AFA-D8F9-430A-8E6CFABC82B4}"/>
              </a:ext>
            </a:extLst>
          </p:cNvPr>
          <p:cNvSpPr txBox="1"/>
          <p:nvPr/>
        </p:nvSpPr>
        <p:spPr>
          <a:xfrm>
            <a:off x="5635995" y="4101631"/>
            <a:ext cx="5080811" cy="2202160"/>
          </a:xfrm>
          <a:prstGeom prst="rect">
            <a:avLst/>
          </a:prstGeom>
          <a:noFill/>
        </p:spPr>
        <p:txBody>
          <a:bodyPr wrap="square" rtlCol="0">
            <a:spAutoFit/>
          </a:bodyPr>
          <a:lstStyle/>
          <a:p>
            <a:pPr algn="l"/>
            <a:endParaRPr lang="en-US" sz="1500">
              <a:solidFill>
                <a:schemeClr val="tx2"/>
              </a:solidFill>
            </a:endParaRPr>
          </a:p>
        </p:txBody>
      </p:sp>
      <p:pic>
        <p:nvPicPr>
          <p:cNvPr id="4" name="Picture 3">
            <a:extLst>
              <a:ext uri="{FF2B5EF4-FFF2-40B4-BE49-F238E27FC236}">
                <a16:creationId xmlns:a16="http://schemas.microsoft.com/office/drawing/2014/main" id="{5482F5AE-5535-CBF5-38CA-FFDBBE7F4B25}"/>
              </a:ext>
            </a:extLst>
          </p:cNvPr>
          <p:cNvPicPr>
            <a:picLocks noChangeAspect="1"/>
          </p:cNvPicPr>
          <p:nvPr/>
        </p:nvPicPr>
        <p:blipFill>
          <a:blip r:embed="rId2"/>
          <a:stretch>
            <a:fillRect/>
          </a:stretch>
        </p:blipFill>
        <p:spPr>
          <a:xfrm>
            <a:off x="104089" y="462114"/>
            <a:ext cx="11980645" cy="575647"/>
          </a:xfrm>
          <a:prstGeom prst="rect">
            <a:avLst/>
          </a:prstGeom>
          <a:ln w="127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445986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96C0312-B186-05B2-CB68-1117CB1A41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916FB6-7BC3-BE85-DC56-7FA94C93A5E6}"/>
              </a:ext>
            </a:extLst>
          </p:cNvPr>
          <p:cNvSpPr>
            <a:spLocks noGrp="1"/>
          </p:cNvSpPr>
          <p:nvPr>
            <p:ph type="title"/>
          </p:nvPr>
        </p:nvSpPr>
        <p:spPr>
          <a:xfrm>
            <a:off x="-2162" y="506"/>
            <a:ext cx="11065073" cy="713232"/>
          </a:xfrm>
        </p:spPr>
        <p:txBody>
          <a:bodyPr/>
          <a:lstStyle/>
          <a:p>
            <a:r>
              <a:rPr lang="en-US" sz="2000">
                <a:solidFill>
                  <a:srgbClr val="868686"/>
                </a:solidFill>
              </a:rPr>
              <a:t>Archer Demo Screenshots (5/11/26)</a:t>
            </a:r>
            <a:endParaRPr lang="en-US" sz="2000" b="0">
              <a:solidFill>
                <a:srgbClr val="000000"/>
              </a:solidFill>
            </a:endParaRPr>
          </a:p>
          <a:p>
            <a:endParaRPr lang="en-US" sz="2000">
              <a:solidFill>
                <a:schemeClr val="tx1">
                  <a:lumMod val="50000"/>
                  <a:lumOff val="50000"/>
                </a:schemeClr>
              </a:solidFill>
            </a:endParaRPr>
          </a:p>
        </p:txBody>
      </p:sp>
      <p:sp>
        <p:nvSpPr>
          <p:cNvPr id="8" name="TextBox 7">
            <a:extLst>
              <a:ext uri="{FF2B5EF4-FFF2-40B4-BE49-F238E27FC236}">
                <a16:creationId xmlns:a16="http://schemas.microsoft.com/office/drawing/2014/main" id="{2426EA14-321A-267B-C204-5E694A3812A5}"/>
              </a:ext>
            </a:extLst>
          </p:cNvPr>
          <p:cNvSpPr txBox="1"/>
          <p:nvPr/>
        </p:nvSpPr>
        <p:spPr>
          <a:xfrm>
            <a:off x="191121" y="4193726"/>
            <a:ext cx="5080811" cy="2202160"/>
          </a:xfrm>
          <a:prstGeom prst="rect">
            <a:avLst/>
          </a:prstGeom>
          <a:noFill/>
        </p:spPr>
        <p:txBody>
          <a:bodyPr wrap="square" rtlCol="0">
            <a:spAutoFit/>
          </a:bodyPr>
          <a:lstStyle/>
          <a:p>
            <a:pPr algn="l"/>
            <a:endParaRPr lang="en-US" sz="1500">
              <a:solidFill>
                <a:schemeClr val="tx2"/>
              </a:solidFill>
            </a:endParaRPr>
          </a:p>
        </p:txBody>
      </p:sp>
      <p:sp>
        <p:nvSpPr>
          <p:cNvPr id="13" name="TextBox 12">
            <a:extLst>
              <a:ext uri="{FF2B5EF4-FFF2-40B4-BE49-F238E27FC236}">
                <a16:creationId xmlns:a16="http://schemas.microsoft.com/office/drawing/2014/main" id="{1462D1D2-FB80-9044-313B-1CFEE42D1910}"/>
              </a:ext>
            </a:extLst>
          </p:cNvPr>
          <p:cNvSpPr txBox="1"/>
          <p:nvPr/>
        </p:nvSpPr>
        <p:spPr>
          <a:xfrm>
            <a:off x="5635995" y="4101631"/>
            <a:ext cx="5080811" cy="2202160"/>
          </a:xfrm>
          <a:prstGeom prst="rect">
            <a:avLst/>
          </a:prstGeom>
          <a:noFill/>
        </p:spPr>
        <p:txBody>
          <a:bodyPr wrap="square" rtlCol="0">
            <a:spAutoFit/>
          </a:bodyPr>
          <a:lstStyle/>
          <a:p>
            <a:pPr algn="l"/>
            <a:endParaRPr lang="en-US" sz="1500">
              <a:solidFill>
                <a:schemeClr val="tx2"/>
              </a:solidFill>
            </a:endParaRPr>
          </a:p>
        </p:txBody>
      </p:sp>
      <p:pic>
        <p:nvPicPr>
          <p:cNvPr id="14" name="Picture 13">
            <a:extLst>
              <a:ext uri="{FF2B5EF4-FFF2-40B4-BE49-F238E27FC236}">
                <a16:creationId xmlns:a16="http://schemas.microsoft.com/office/drawing/2014/main" id="{CD18FCFC-1D2E-DF60-59C7-94EF323E3BF3}"/>
              </a:ext>
            </a:extLst>
          </p:cNvPr>
          <p:cNvPicPr>
            <a:picLocks noChangeAspect="1"/>
          </p:cNvPicPr>
          <p:nvPr/>
        </p:nvPicPr>
        <p:blipFill>
          <a:blip r:embed="rId2"/>
          <a:stretch>
            <a:fillRect/>
          </a:stretch>
        </p:blipFill>
        <p:spPr>
          <a:xfrm>
            <a:off x="2959153" y="462114"/>
            <a:ext cx="6853085" cy="576662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3" name="Rectangle 2">
            <a:extLst>
              <a:ext uri="{FF2B5EF4-FFF2-40B4-BE49-F238E27FC236}">
                <a16:creationId xmlns:a16="http://schemas.microsoft.com/office/drawing/2014/main" id="{D26C047A-CAA0-600B-102F-3A4343434C4B}"/>
              </a:ext>
            </a:extLst>
          </p:cNvPr>
          <p:cNvSpPr/>
          <p:nvPr/>
        </p:nvSpPr>
        <p:spPr>
          <a:xfrm rot="20412153">
            <a:off x="93735" y="771367"/>
            <a:ext cx="3001142" cy="1077218"/>
          </a:xfrm>
          <a:prstGeom prst="rect">
            <a:avLst/>
          </a:prstGeom>
          <a:noFill/>
        </p:spPr>
        <p:txBody>
          <a:bodyPr wrap="none" lIns="91440" tIns="45720" rIns="91440" bIns="45720">
            <a:spAutoFit/>
          </a:bodyPr>
          <a:lstStyle/>
          <a:p>
            <a:pPr algn="ctr"/>
            <a:r>
              <a:rPr lang="en-US" sz="3200" b="1" cap="none" spc="0" err="1">
                <a:ln w="6600">
                  <a:solidFill>
                    <a:schemeClr val="accent2"/>
                  </a:solidFill>
                  <a:prstDash val="solid"/>
                </a:ln>
                <a:solidFill>
                  <a:srgbClr val="FFFFFF"/>
                </a:solidFill>
                <a:effectLst>
                  <a:outerShdw dist="38100" dir="2700000" algn="tl" rotWithShape="0">
                    <a:schemeClr val="accent2"/>
                  </a:outerShdw>
                </a:effectLst>
              </a:rPr>
              <a:t>DelVen</a:t>
            </a:r>
            <a:r>
              <a:rPr lang="en-US" sz="3200" b="1" cap="none" spc="0">
                <a:ln w="6600">
                  <a:solidFill>
                    <a:schemeClr val="accent2"/>
                  </a:solidFill>
                  <a:prstDash val="solid"/>
                </a:ln>
                <a:solidFill>
                  <a:srgbClr val="FFFFFF"/>
                </a:solidFill>
                <a:effectLst>
                  <a:outerShdw dist="38100" dir="2700000" algn="tl" rotWithShape="0">
                    <a:schemeClr val="accent2"/>
                  </a:outerShdw>
                </a:effectLst>
              </a:rPr>
              <a:t> form? </a:t>
            </a:r>
          </a:p>
          <a:p>
            <a:pPr algn="ctr"/>
            <a:r>
              <a:rPr lang="en-US" sz="3200" b="1" cap="none" spc="0">
                <a:ln w="6600">
                  <a:solidFill>
                    <a:schemeClr val="accent2"/>
                  </a:solidFill>
                  <a:prstDash val="solid"/>
                </a:ln>
                <a:solidFill>
                  <a:srgbClr val="FFFFFF"/>
                </a:solidFill>
                <a:effectLst>
                  <a:outerShdw dist="38100" dir="2700000" algn="tl" rotWithShape="0">
                    <a:schemeClr val="accent2"/>
                  </a:outerShdw>
                </a:effectLst>
              </a:rPr>
              <a:t>Audit form?</a:t>
            </a:r>
          </a:p>
        </p:txBody>
      </p:sp>
    </p:spTree>
    <p:extLst>
      <p:ext uri="{BB962C8B-B14F-4D97-AF65-F5344CB8AC3E}">
        <p14:creationId xmlns:p14="http://schemas.microsoft.com/office/powerpoint/2010/main" val="17478855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F5CE0A7-67FC-442E-DD80-DB33DC2102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70792C-5BB8-1754-FE26-FB2476A615B5}"/>
              </a:ext>
            </a:extLst>
          </p:cNvPr>
          <p:cNvSpPr>
            <a:spLocks noGrp="1"/>
          </p:cNvSpPr>
          <p:nvPr>
            <p:ph type="title"/>
          </p:nvPr>
        </p:nvSpPr>
        <p:spPr>
          <a:xfrm>
            <a:off x="-2162" y="506"/>
            <a:ext cx="11065073" cy="713232"/>
          </a:xfrm>
        </p:spPr>
        <p:txBody>
          <a:bodyPr/>
          <a:lstStyle/>
          <a:p>
            <a:r>
              <a:rPr lang="en-US" sz="2000">
                <a:solidFill>
                  <a:srgbClr val="868686"/>
                </a:solidFill>
              </a:rPr>
              <a:t>D360 MVP &gt; Clinical | Wireframe Mockups </a:t>
            </a:r>
            <a:r>
              <a:rPr lang="en-US" sz="2000">
                <a:solidFill>
                  <a:schemeClr val="bg1"/>
                </a:solidFill>
                <a:highlight>
                  <a:srgbClr val="FF0000"/>
                </a:highlight>
              </a:rPr>
              <a:t>DRAFT for Discussion Only</a:t>
            </a:r>
            <a:endParaRPr lang="en-US" sz="2000">
              <a:solidFill>
                <a:schemeClr val="tx1">
                  <a:lumMod val="50000"/>
                  <a:lumOff val="50000"/>
                </a:schemeClr>
              </a:solidFill>
            </a:endParaRPr>
          </a:p>
        </p:txBody>
      </p:sp>
      <p:sp>
        <p:nvSpPr>
          <p:cNvPr id="8" name="TextBox 7">
            <a:extLst>
              <a:ext uri="{FF2B5EF4-FFF2-40B4-BE49-F238E27FC236}">
                <a16:creationId xmlns:a16="http://schemas.microsoft.com/office/drawing/2014/main" id="{D9567412-1DD2-4E3A-F83D-494F7E5251C9}"/>
              </a:ext>
            </a:extLst>
          </p:cNvPr>
          <p:cNvSpPr txBox="1"/>
          <p:nvPr/>
        </p:nvSpPr>
        <p:spPr>
          <a:xfrm>
            <a:off x="191121" y="4193726"/>
            <a:ext cx="5080811" cy="2202160"/>
          </a:xfrm>
          <a:prstGeom prst="rect">
            <a:avLst/>
          </a:prstGeom>
          <a:noFill/>
        </p:spPr>
        <p:txBody>
          <a:bodyPr wrap="square" rtlCol="0">
            <a:spAutoFit/>
          </a:bodyPr>
          <a:lstStyle/>
          <a:p>
            <a:pPr algn="l"/>
            <a:endParaRPr lang="en-US" sz="1500">
              <a:solidFill>
                <a:schemeClr val="tx2"/>
              </a:solidFill>
            </a:endParaRPr>
          </a:p>
        </p:txBody>
      </p:sp>
      <p:sp>
        <p:nvSpPr>
          <p:cNvPr id="13" name="TextBox 12">
            <a:extLst>
              <a:ext uri="{FF2B5EF4-FFF2-40B4-BE49-F238E27FC236}">
                <a16:creationId xmlns:a16="http://schemas.microsoft.com/office/drawing/2014/main" id="{40FF1FC4-163F-26EB-5BA0-80AE4C178EE5}"/>
              </a:ext>
            </a:extLst>
          </p:cNvPr>
          <p:cNvSpPr txBox="1"/>
          <p:nvPr/>
        </p:nvSpPr>
        <p:spPr>
          <a:xfrm>
            <a:off x="5635995" y="4101631"/>
            <a:ext cx="5080811" cy="2202160"/>
          </a:xfrm>
          <a:prstGeom prst="rect">
            <a:avLst/>
          </a:prstGeom>
          <a:noFill/>
        </p:spPr>
        <p:txBody>
          <a:bodyPr wrap="square" rtlCol="0">
            <a:spAutoFit/>
          </a:bodyPr>
          <a:lstStyle/>
          <a:p>
            <a:pPr algn="l"/>
            <a:endParaRPr lang="en-US" sz="1500">
              <a:solidFill>
                <a:schemeClr val="tx2"/>
              </a:solidFill>
            </a:endParaRPr>
          </a:p>
        </p:txBody>
      </p:sp>
      <p:pic>
        <p:nvPicPr>
          <p:cNvPr id="15" name="Picture 14">
            <a:extLst>
              <a:ext uri="{FF2B5EF4-FFF2-40B4-BE49-F238E27FC236}">
                <a16:creationId xmlns:a16="http://schemas.microsoft.com/office/drawing/2014/main" id="{6F4754FE-A55F-677D-B558-A7B1043408B1}"/>
              </a:ext>
            </a:extLst>
          </p:cNvPr>
          <p:cNvPicPr>
            <a:picLocks noChangeAspect="1"/>
          </p:cNvPicPr>
          <p:nvPr/>
        </p:nvPicPr>
        <p:blipFill>
          <a:blip r:embed="rId2"/>
          <a:stretch>
            <a:fillRect/>
          </a:stretch>
        </p:blipFill>
        <p:spPr>
          <a:xfrm>
            <a:off x="-10243282" y="872688"/>
            <a:ext cx="8283189" cy="5522126"/>
          </a:xfrm>
          <a:prstGeom prst="rect">
            <a:avLst/>
          </a:prstGeom>
          <a:ln w="19050" cap="sq">
            <a:solidFill>
              <a:srgbClr val="000000"/>
            </a:solidFill>
            <a:prstDash val="solid"/>
            <a:miter lim="800000"/>
          </a:ln>
          <a:effectLst>
            <a:outerShdw blurRad="50800" dist="38100" dir="2700000" algn="tl" rotWithShape="0">
              <a:srgbClr val="000000">
                <a:alpha val="43000"/>
              </a:srgbClr>
            </a:outerShdw>
          </a:effectLst>
        </p:spPr>
      </p:pic>
      <p:pic>
        <p:nvPicPr>
          <p:cNvPr id="17" name="Picture 16">
            <a:extLst>
              <a:ext uri="{FF2B5EF4-FFF2-40B4-BE49-F238E27FC236}">
                <a16:creationId xmlns:a16="http://schemas.microsoft.com/office/drawing/2014/main" id="{512DFF33-9BE8-2A07-43B9-2EE0A6E0FAE9}"/>
              </a:ext>
            </a:extLst>
          </p:cNvPr>
          <p:cNvPicPr>
            <a:picLocks noChangeAspect="1"/>
          </p:cNvPicPr>
          <p:nvPr/>
        </p:nvPicPr>
        <p:blipFill>
          <a:blip r:embed="rId3"/>
          <a:stretch>
            <a:fillRect/>
          </a:stretch>
        </p:blipFill>
        <p:spPr>
          <a:xfrm>
            <a:off x="194811" y="353871"/>
            <a:ext cx="9143898" cy="6050530"/>
          </a:xfrm>
          <a:prstGeom prst="rect">
            <a:avLst/>
          </a:prstGeom>
          <a:ln w="19050" cap="sq">
            <a:solidFill>
              <a:srgbClr val="000000"/>
            </a:solidFill>
            <a:prstDash val="solid"/>
            <a:miter lim="800000"/>
          </a:ln>
          <a:effectLst>
            <a:outerShdw blurRad="50800" dist="38100" dir="2700000" algn="tl" rotWithShape="0">
              <a:srgbClr val="000000">
                <a:alpha val="43000"/>
              </a:srgbClr>
            </a:outerShdw>
          </a:effectLst>
        </p:spPr>
      </p:pic>
      <p:pic>
        <p:nvPicPr>
          <p:cNvPr id="19" name="Picture 18">
            <a:extLst>
              <a:ext uri="{FF2B5EF4-FFF2-40B4-BE49-F238E27FC236}">
                <a16:creationId xmlns:a16="http://schemas.microsoft.com/office/drawing/2014/main" id="{92841E03-5076-4494-CC91-53D5E072C131}"/>
              </a:ext>
            </a:extLst>
          </p:cNvPr>
          <p:cNvPicPr>
            <a:picLocks noChangeAspect="1"/>
          </p:cNvPicPr>
          <p:nvPr/>
        </p:nvPicPr>
        <p:blipFill>
          <a:blip r:embed="rId4"/>
          <a:stretch>
            <a:fillRect/>
          </a:stretch>
        </p:blipFill>
        <p:spPr>
          <a:xfrm>
            <a:off x="8336908" y="512913"/>
            <a:ext cx="8524505" cy="5728393"/>
          </a:xfrm>
          <a:prstGeom prst="rect">
            <a:avLst/>
          </a:prstGeom>
          <a:ln w="1905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7712401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A4A698-5F0E-4A1D-B74E-F2B221392ACB}"/>
              </a:ext>
            </a:extLst>
          </p:cNvPr>
          <p:cNvSpPr>
            <a:spLocks noGrp="1"/>
          </p:cNvSpPr>
          <p:nvPr>
            <p:ph type="title"/>
          </p:nvPr>
        </p:nvSpPr>
        <p:spPr/>
        <p:txBody>
          <a:bodyPr/>
          <a:lstStyle/>
          <a:p>
            <a:r>
              <a:rPr lang="en-US"/>
              <a:t>Agenda 1</a:t>
            </a:r>
          </a:p>
        </p:txBody>
      </p:sp>
      <p:sp>
        <p:nvSpPr>
          <p:cNvPr id="3" name="Text Placeholder 2"/>
          <p:cNvSpPr>
            <a:spLocks noGrp="1"/>
          </p:cNvSpPr>
          <p:nvPr>
            <p:ph type="body" sz="quarter" idx="15"/>
          </p:nvPr>
        </p:nvSpPr>
        <p:spPr/>
        <p:txBody>
          <a:bodyPr/>
          <a:lstStyle/>
          <a:p>
            <a:r>
              <a:rPr lang="en-US">
                <a:latin typeface="+mn-lt"/>
              </a:rPr>
              <a:t>Agenda item one</a:t>
            </a:r>
          </a:p>
          <a:p>
            <a:pPr lvl="1"/>
            <a:r>
              <a:rPr lang="en-US"/>
              <a:t>Speaker and topic</a:t>
            </a:r>
          </a:p>
          <a:p>
            <a:r>
              <a:rPr lang="en-US">
                <a:latin typeface="+mn-lt"/>
              </a:rPr>
              <a:t>Agenda item two</a:t>
            </a:r>
          </a:p>
          <a:p>
            <a:pPr lvl="1"/>
            <a:r>
              <a:rPr lang="en-US"/>
              <a:t>Speaker and topic</a:t>
            </a:r>
          </a:p>
          <a:p>
            <a:r>
              <a:rPr lang="en-US">
                <a:latin typeface="+mn-lt"/>
              </a:rPr>
              <a:t>Agenda item three</a:t>
            </a:r>
          </a:p>
          <a:p>
            <a:pPr lvl="1"/>
            <a:r>
              <a:rPr lang="en-US"/>
              <a:t>Speaker and topic</a:t>
            </a:r>
          </a:p>
        </p:txBody>
      </p:sp>
    </p:spTree>
    <p:extLst>
      <p:ext uri="{BB962C8B-B14F-4D97-AF65-F5344CB8AC3E}">
        <p14:creationId xmlns:p14="http://schemas.microsoft.com/office/powerpoint/2010/main" val="3133235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D5AAACAC-377E-47F9-A981-1675BF7C5715}"/>
              </a:ext>
            </a:extLst>
          </p:cNvPr>
          <p:cNvSpPr>
            <a:spLocks noGrp="1"/>
          </p:cNvSpPr>
          <p:nvPr>
            <p:ph type="title"/>
          </p:nvPr>
        </p:nvSpPr>
        <p:spPr>
          <a:xfrm>
            <a:off x="3231270" y="3022967"/>
            <a:ext cx="5726284" cy="812066"/>
          </a:xfrm>
        </p:spPr>
        <p:txBody>
          <a:bodyPr/>
          <a:lstStyle/>
          <a:p>
            <a:r>
              <a:rPr lang="en-US"/>
              <a:t>Divider slide with white heart pattern</a:t>
            </a:r>
          </a:p>
        </p:txBody>
      </p:sp>
      <p:grpSp>
        <p:nvGrpSpPr>
          <p:cNvPr id="2" name="Group 1">
            <a:extLst>
              <a:ext uri="{FF2B5EF4-FFF2-40B4-BE49-F238E27FC236}">
                <a16:creationId xmlns:a16="http://schemas.microsoft.com/office/drawing/2014/main" id="{3DF35673-F9C1-4B38-BEDA-2CDCA3408517}"/>
              </a:ext>
              <a:ext uri="{C183D7F6-B498-43B3-948B-1728B52AA6E4}">
                <adec:decorative xmlns:adec="http://schemas.microsoft.com/office/drawing/2017/decorative" val="1"/>
              </a:ext>
            </a:extLst>
          </p:cNvPr>
          <p:cNvGrpSpPr/>
          <p:nvPr/>
        </p:nvGrpSpPr>
        <p:grpSpPr>
          <a:xfrm>
            <a:off x="5897563" y="2649212"/>
            <a:ext cx="393699" cy="1559576"/>
            <a:chOff x="5897563" y="2649212"/>
            <a:chExt cx="393699" cy="1559576"/>
          </a:xfrm>
        </p:grpSpPr>
        <p:cxnSp>
          <p:nvCxnSpPr>
            <p:cNvPr id="4" name="Straight Connector 3">
              <a:extLst>
                <a:ext uri="{FF2B5EF4-FFF2-40B4-BE49-F238E27FC236}">
                  <a16:creationId xmlns:a16="http://schemas.microsoft.com/office/drawing/2014/main" id="{3803646A-DC40-45F9-ACB5-C358D2C9DB8A}"/>
                </a:ext>
                <a:ext uri="{C183D7F6-B498-43B3-948B-1728B52AA6E4}">
                  <adec:decorative xmlns:adec="http://schemas.microsoft.com/office/drawing/2017/decorative" val="1"/>
                </a:ext>
              </a:extLst>
            </p:cNvPr>
            <p:cNvCxnSpPr/>
            <p:nvPr/>
          </p:nvCxnSpPr>
          <p:spPr>
            <a:xfrm>
              <a:off x="5897563" y="2649212"/>
              <a:ext cx="393699" cy="0"/>
            </a:xfrm>
            <a:prstGeom prst="line">
              <a:avLst/>
            </a:prstGeom>
            <a:ln w="25400" cmpd="sng">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40B4BE02-BBE7-484D-8D0D-002813652CC0}"/>
                </a:ext>
                <a:ext uri="{C183D7F6-B498-43B3-948B-1728B52AA6E4}">
                  <adec:decorative xmlns:adec="http://schemas.microsoft.com/office/drawing/2017/decorative" val="1"/>
                </a:ext>
              </a:extLst>
            </p:cNvPr>
            <p:cNvCxnSpPr/>
            <p:nvPr/>
          </p:nvCxnSpPr>
          <p:spPr>
            <a:xfrm>
              <a:off x="5897563" y="4208788"/>
              <a:ext cx="393699" cy="0"/>
            </a:xfrm>
            <a:prstGeom prst="line">
              <a:avLst/>
            </a:prstGeom>
            <a:ln w="25400" cmpd="sng">
              <a:solidFill>
                <a:schemeClr val="accent6"/>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2837212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FFBD8F-D1FD-44B4-8347-131FB3983362}"/>
              </a:ext>
            </a:extLst>
          </p:cNvPr>
          <p:cNvSpPr>
            <a:spLocks noGrp="1"/>
          </p:cNvSpPr>
          <p:nvPr>
            <p:ph type="title"/>
          </p:nvPr>
        </p:nvSpPr>
        <p:spPr/>
        <p:txBody>
          <a:bodyPr/>
          <a:lstStyle/>
          <a:p>
            <a:r>
              <a:rPr lang="en-US"/>
              <a:t>Divider slide with dark </a:t>
            </a:r>
            <a:br>
              <a:rPr lang="en-US"/>
            </a:br>
            <a:r>
              <a:rPr lang="en-US"/>
              <a:t>heart pattern</a:t>
            </a:r>
          </a:p>
        </p:txBody>
      </p:sp>
      <p:grpSp>
        <p:nvGrpSpPr>
          <p:cNvPr id="3" name="Group 2">
            <a:extLst>
              <a:ext uri="{FF2B5EF4-FFF2-40B4-BE49-F238E27FC236}">
                <a16:creationId xmlns:a16="http://schemas.microsoft.com/office/drawing/2014/main" id="{8234D7D9-2121-4C48-B73D-AF96D6D6A6B0}"/>
              </a:ext>
              <a:ext uri="{C183D7F6-B498-43B3-948B-1728B52AA6E4}">
                <adec:decorative xmlns:adec="http://schemas.microsoft.com/office/drawing/2017/decorative" val="1"/>
              </a:ext>
            </a:extLst>
          </p:cNvPr>
          <p:cNvGrpSpPr/>
          <p:nvPr/>
        </p:nvGrpSpPr>
        <p:grpSpPr>
          <a:xfrm>
            <a:off x="5897563" y="2649212"/>
            <a:ext cx="393699" cy="1559576"/>
            <a:chOff x="5897563" y="2649212"/>
            <a:chExt cx="393699" cy="1559576"/>
          </a:xfrm>
        </p:grpSpPr>
        <p:cxnSp>
          <p:nvCxnSpPr>
            <p:cNvPr id="4" name="Straight Connector 3">
              <a:extLst>
                <a:ext uri="{FF2B5EF4-FFF2-40B4-BE49-F238E27FC236}">
                  <a16:creationId xmlns:a16="http://schemas.microsoft.com/office/drawing/2014/main" id="{16C407EC-732B-4543-8411-91439666EF94}"/>
                </a:ext>
                <a:ext uri="{C183D7F6-B498-43B3-948B-1728B52AA6E4}">
                  <adec:decorative xmlns:adec="http://schemas.microsoft.com/office/drawing/2017/decorative" val="1"/>
                </a:ext>
              </a:extLst>
            </p:cNvPr>
            <p:cNvCxnSpPr/>
            <p:nvPr/>
          </p:nvCxnSpPr>
          <p:spPr>
            <a:xfrm>
              <a:off x="5897563" y="2649212"/>
              <a:ext cx="393699" cy="0"/>
            </a:xfrm>
            <a:prstGeom prst="line">
              <a:avLst/>
            </a:prstGeom>
            <a:ln w="25400" cmpd="sng">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14AA9187-83F0-4591-8484-213A8E42D882}"/>
                </a:ext>
                <a:ext uri="{C183D7F6-B498-43B3-948B-1728B52AA6E4}">
                  <adec:decorative xmlns:adec="http://schemas.microsoft.com/office/drawing/2017/decorative" val="1"/>
                </a:ext>
              </a:extLst>
            </p:cNvPr>
            <p:cNvCxnSpPr/>
            <p:nvPr/>
          </p:nvCxnSpPr>
          <p:spPr>
            <a:xfrm>
              <a:off x="5897563" y="4208788"/>
              <a:ext cx="393699" cy="0"/>
            </a:xfrm>
            <a:prstGeom prst="line">
              <a:avLst/>
            </a:prstGeom>
            <a:ln w="25400" cmpd="sng">
              <a:solidFill>
                <a:schemeClr val="bg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8126579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Title for one-column layout</a:t>
            </a:r>
          </a:p>
        </p:txBody>
      </p:sp>
      <p:sp>
        <p:nvSpPr>
          <p:cNvPr id="3" name="Content Placeholder 2"/>
          <p:cNvSpPr>
            <a:spLocks noGrp="1"/>
          </p:cNvSpPr>
          <p:nvPr>
            <p:ph idx="1"/>
          </p:nvPr>
        </p:nvSpPr>
        <p:spPr/>
        <p:txBody>
          <a:bodyPr/>
          <a:lstStyle/>
          <a:p>
            <a:pPr lvl="0"/>
            <a:r>
              <a:rPr lang="en-US"/>
              <a:t>The body text is 13-point CVS Health Sans in Text Gray.</a:t>
            </a:r>
          </a:p>
          <a:p>
            <a:pPr>
              <a:spcBef>
                <a:spcPts val="1200"/>
              </a:spcBef>
            </a:pPr>
            <a:r>
              <a:rPr lang="en-US"/>
              <a:t>This single column text box width is two-thirds of the page width. Do not extend this text box. You can use </a:t>
            </a:r>
            <a:br>
              <a:rPr lang="en-US"/>
            </a:br>
            <a:r>
              <a:rPr lang="en-US"/>
              <a:t>a two-column layout if you need to use the full width of the page.</a:t>
            </a:r>
          </a:p>
          <a:p>
            <a:pPr lvl="1"/>
            <a:r>
              <a:rPr lang="en-US"/>
              <a:t>First-level bullet</a:t>
            </a:r>
          </a:p>
          <a:p>
            <a:pPr lvl="1"/>
            <a:r>
              <a:rPr lang="en-US"/>
              <a:t>First-level bullet</a:t>
            </a:r>
          </a:p>
          <a:p>
            <a:pPr lvl="2"/>
            <a:r>
              <a:rPr lang="en-US"/>
              <a:t>Second-level bullet</a:t>
            </a:r>
          </a:p>
        </p:txBody>
      </p:sp>
      <p:sp>
        <p:nvSpPr>
          <p:cNvPr id="9" name="TextBox 8"/>
          <p:cNvSpPr txBox="1"/>
          <p:nvPr/>
        </p:nvSpPr>
        <p:spPr>
          <a:xfrm>
            <a:off x="864472" y="4593988"/>
            <a:ext cx="6106340" cy="1154162"/>
          </a:xfrm>
          <a:prstGeom prst="rect">
            <a:avLst/>
          </a:prstGeom>
          <a:noFill/>
        </p:spPr>
        <p:txBody>
          <a:bodyPr wrap="square" lIns="0" tIns="0" bIns="0" rtlCol="0">
            <a:spAutoFit/>
          </a:bodyPr>
          <a:lstStyle/>
          <a:p>
            <a:pPr marL="0" marR="0" lvl="0" indent="0" algn="l" defTabSz="914400" rtl="0" eaLnBrk="1" fontAlgn="auto" latinLnBrk="0" hangingPunct="1">
              <a:spcBef>
                <a:spcPts val="0"/>
              </a:spcBef>
              <a:spcAft>
                <a:spcPts val="300"/>
              </a:spcAft>
              <a:buClrTx/>
              <a:buSzTx/>
              <a:buFontTx/>
              <a:buNone/>
              <a:tabLst/>
              <a:defRPr/>
            </a:pPr>
            <a:r>
              <a:rPr kumimoji="0" lang="en-US" sz="1300" b="1" i="0" u="none" strike="noStrike" kern="1200" cap="none" spc="0" normalizeH="0" baseline="0" noProof="0">
                <a:ln>
                  <a:noFill/>
                </a:ln>
                <a:solidFill>
                  <a:schemeClr val="tx2"/>
                </a:solidFill>
                <a:effectLst/>
                <a:uLnTx/>
                <a:uFillTx/>
                <a:cs typeface="Arial"/>
              </a:rPr>
              <a:t>Footnote/Source </a:t>
            </a:r>
            <a:r>
              <a:rPr lang="en-US" sz="1300" b="1">
                <a:solidFill>
                  <a:schemeClr val="tx2"/>
                </a:solidFill>
                <a:cs typeface="Arial"/>
              </a:rPr>
              <a:t>information</a:t>
            </a:r>
            <a:r>
              <a:rPr kumimoji="0" lang="en-US" sz="1300" b="1" i="0" u="none" strike="noStrike" kern="1200" cap="none" spc="0" normalizeH="0" baseline="0" noProof="0">
                <a:ln>
                  <a:noFill/>
                </a:ln>
                <a:solidFill>
                  <a:schemeClr val="tx2"/>
                </a:solidFill>
                <a:effectLst/>
                <a:uLnTx/>
                <a:uFillTx/>
                <a:cs typeface="Arial"/>
              </a:rPr>
              <a:t>.</a:t>
            </a:r>
            <a:endParaRPr lang="en-US" sz="1300" b="1">
              <a:solidFill>
                <a:schemeClr val="tx2"/>
              </a:solidFill>
              <a:cs typeface="Arial"/>
            </a:endParaRPr>
          </a:p>
          <a:p>
            <a:pPr marL="0" marR="0" lvl="0" indent="0" algn="l" defTabSz="914400" rtl="0" eaLnBrk="1" fontAlgn="auto" latinLnBrk="0" hangingPunct="1">
              <a:spcBef>
                <a:spcPts val="0"/>
              </a:spcBef>
              <a:spcAft>
                <a:spcPts val="600"/>
              </a:spcAft>
              <a:buClrTx/>
              <a:buSzTx/>
              <a:buFontTx/>
              <a:buNone/>
              <a:tabLst/>
              <a:defRPr/>
            </a:pPr>
            <a:r>
              <a:rPr kumimoji="0" lang="en-US" sz="1300" b="0" i="0" u="none" strike="noStrike" kern="1200" cap="none" spc="0" normalizeH="0" baseline="0" noProof="0">
                <a:ln>
                  <a:noFill/>
                </a:ln>
                <a:solidFill>
                  <a:schemeClr val="tx2"/>
                </a:solidFill>
                <a:effectLst/>
                <a:uLnTx/>
                <a:uFillTx/>
                <a:cs typeface="Arial"/>
              </a:rPr>
              <a:t>Copy, paste and edit the text in </a:t>
            </a:r>
            <a:r>
              <a:rPr lang="en-US" sz="1300">
                <a:solidFill>
                  <a:schemeClr val="tx2"/>
                </a:solidFill>
                <a:cs typeface="Arial"/>
              </a:rPr>
              <a:t>Footnote/Source placeholder </a:t>
            </a:r>
            <a:r>
              <a:rPr kumimoji="0" lang="en-US" sz="1300" b="0" i="0" u="none" strike="noStrike" kern="1200" cap="none" spc="0" normalizeH="0" baseline="0" noProof="0">
                <a:ln>
                  <a:noFill/>
                </a:ln>
                <a:solidFill>
                  <a:schemeClr val="tx2"/>
                </a:solidFill>
                <a:effectLst/>
                <a:uLnTx/>
                <a:uFillTx/>
                <a:cs typeface="Arial"/>
              </a:rPr>
              <a:t>as needed. </a:t>
            </a:r>
            <a:br>
              <a:rPr kumimoji="0" lang="en-US" sz="1300" b="0" i="0" u="none" strike="noStrike" kern="1200" cap="none" spc="0" normalizeH="0" baseline="0" noProof="0">
                <a:ln>
                  <a:noFill/>
                </a:ln>
                <a:solidFill>
                  <a:schemeClr val="tx2"/>
                </a:solidFill>
                <a:effectLst/>
                <a:uLnTx/>
                <a:uFillTx/>
                <a:cs typeface="Arial"/>
              </a:rPr>
            </a:br>
            <a:r>
              <a:rPr kumimoji="0" lang="en-US" sz="1300" b="0" i="0" u="none" strike="noStrike" kern="1200" cap="none" spc="0" normalizeH="0" baseline="0" noProof="0">
                <a:ln>
                  <a:noFill/>
                </a:ln>
                <a:solidFill>
                  <a:schemeClr val="tx2"/>
                </a:solidFill>
                <a:effectLst/>
                <a:uLnTx/>
                <a:uFillTx/>
                <a:cs typeface="Arial"/>
              </a:rPr>
              <a:t>Do not resize or reposition the text box.</a:t>
            </a:r>
          </a:p>
          <a:p>
            <a:pPr>
              <a:spcAft>
                <a:spcPts val="300"/>
              </a:spcAft>
              <a:tabLst>
                <a:tab pos="2286000" algn="l"/>
              </a:tabLst>
            </a:pPr>
            <a:r>
              <a:rPr lang="en-US" sz="1300">
                <a:solidFill>
                  <a:schemeClr val="tx2"/>
                </a:solidFill>
                <a:cs typeface="Arial" panose="020B0604020202020204" pitchFamily="34" charset="0"/>
              </a:rPr>
              <a:t>Minimum size for footnotes:</a:t>
            </a:r>
            <a:r>
              <a:rPr lang="en-US" sz="1300">
                <a:solidFill>
                  <a:schemeClr val="tx2"/>
                </a:solidFill>
              </a:rPr>
              <a:t>	10-point ― Commercial/member facing </a:t>
            </a:r>
          </a:p>
          <a:p>
            <a:pPr>
              <a:spcAft>
                <a:spcPts val="600"/>
              </a:spcAft>
              <a:tabLst>
                <a:tab pos="2286000" algn="l"/>
              </a:tabLst>
            </a:pPr>
            <a:r>
              <a:rPr lang="en-US" sz="1300">
                <a:solidFill>
                  <a:schemeClr val="tx2"/>
                </a:solidFill>
              </a:rPr>
              <a:t>	11-point ― Medicare/member facing</a:t>
            </a:r>
          </a:p>
        </p:txBody>
      </p:sp>
      <p:cxnSp>
        <p:nvCxnSpPr>
          <p:cNvPr id="11" name="Straight Arrow Connector 10" descr="Arrow pointing down.">
            <a:extLst>
              <a:ext uri="{C183D7F6-B498-43B3-948B-1728B52AA6E4}">
                <adec:decorative xmlns:adec="http://schemas.microsoft.com/office/drawing/2017/decorative" val="0"/>
              </a:ext>
            </a:extLst>
          </p:cNvPr>
          <p:cNvCxnSpPr/>
          <p:nvPr/>
        </p:nvCxnSpPr>
        <p:spPr bwMode="gray">
          <a:xfrm>
            <a:off x="701680" y="4640288"/>
            <a:ext cx="0" cy="1164812"/>
          </a:xfrm>
          <a:prstGeom prst="straightConnector1">
            <a:avLst/>
          </a:prstGeom>
          <a:ln w="38100" cap="rnd">
            <a:solidFill>
              <a:schemeClr val="accent2"/>
            </a:solidFill>
            <a:prstDash val="solid"/>
            <a:tailEnd type="arrow"/>
          </a:ln>
          <a:effectLst/>
        </p:spPr>
        <p:style>
          <a:lnRef idx="2">
            <a:schemeClr val="accent1"/>
          </a:lnRef>
          <a:fillRef idx="0">
            <a:schemeClr val="accent1"/>
          </a:fillRef>
          <a:effectRef idx="1">
            <a:schemeClr val="accent1"/>
          </a:effectRef>
          <a:fontRef idx="minor">
            <a:schemeClr val="tx1"/>
          </a:fontRef>
        </p:style>
      </p:cxnSp>
      <p:sp>
        <p:nvSpPr>
          <p:cNvPr id="8" name="Text Placeholder 8">
            <a:extLst>
              <a:ext uri="{FF2B5EF4-FFF2-40B4-BE49-F238E27FC236}">
                <a16:creationId xmlns:a16="http://schemas.microsoft.com/office/drawing/2014/main" id="{9B139D3B-52C5-4839-A018-180237B7A206}"/>
              </a:ext>
            </a:extLst>
          </p:cNvPr>
          <p:cNvSpPr txBox="1">
            <a:spLocks/>
          </p:cNvSpPr>
          <p:nvPr/>
        </p:nvSpPr>
        <p:spPr>
          <a:xfrm>
            <a:off x="0" y="5991225"/>
            <a:ext cx="9759950" cy="866775"/>
          </a:xfrm>
          <a:prstGeom prst="rect">
            <a:avLst/>
          </a:prstGeom>
        </p:spPr>
        <p:txBody>
          <a:bodyPr lIns="557784" tIns="0" bIns="557784" anchor="b" anchorCtr="0"/>
          <a:lstStyle>
            <a:lvl1pPr marL="173038" indent="-173038" algn="l" defTabSz="457200" rtl="0" eaLnBrk="1" latinLnBrk="0" hangingPunct="1">
              <a:spcBef>
                <a:spcPts val="100"/>
              </a:spcBef>
              <a:spcAft>
                <a:spcPts val="600"/>
              </a:spcAft>
              <a:buClrTx/>
              <a:buFont typeface="Arial"/>
              <a:buChar char="•"/>
              <a:defRPr sz="2000" kern="1200">
                <a:solidFill>
                  <a:schemeClr val="tx1"/>
                </a:solidFill>
                <a:latin typeface="+mn-lt"/>
                <a:ea typeface="+mn-ea"/>
                <a:cs typeface="+mn-cs"/>
              </a:defRPr>
            </a:lvl1pPr>
            <a:lvl2pPr marL="396875" indent="-166688" algn="l" defTabSz="457200" rtl="0" eaLnBrk="1" latinLnBrk="0" hangingPunct="1">
              <a:spcBef>
                <a:spcPts val="100"/>
              </a:spcBef>
              <a:spcAft>
                <a:spcPts val="600"/>
              </a:spcAft>
              <a:buClrTx/>
              <a:buFont typeface="CVS Health Sans"/>
              <a:buChar char="–"/>
              <a:tabLst/>
              <a:defRPr sz="1800" kern="1200">
                <a:solidFill>
                  <a:schemeClr val="tx1"/>
                </a:solidFill>
                <a:latin typeface="+mn-lt"/>
                <a:ea typeface="+mn-ea"/>
                <a:cs typeface="+mn-cs"/>
              </a:defRPr>
            </a:lvl2pPr>
            <a:lvl3pPr marL="622300" indent="-161925" algn="l" defTabSz="457200" rtl="0" eaLnBrk="1" latinLnBrk="0" hangingPunct="1">
              <a:spcBef>
                <a:spcPts val="100"/>
              </a:spcBef>
              <a:spcAft>
                <a:spcPts val="600"/>
              </a:spcAft>
              <a:buClrTx/>
              <a:buFont typeface="Arial"/>
              <a:buChar char="•"/>
              <a:defRPr sz="1600" kern="1200">
                <a:solidFill>
                  <a:schemeClr val="tx1"/>
                </a:solidFill>
                <a:latin typeface="+mn-lt"/>
                <a:ea typeface="+mn-ea"/>
                <a:cs typeface="+mn-cs"/>
              </a:defRPr>
            </a:lvl3pPr>
            <a:lvl4pPr marL="911225" indent="-228600" algn="l" defTabSz="457200" rtl="0" eaLnBrk="1" latinLnBrk="0" hangingPunct="1">
              <a:spcBef>
                <a:spcPts val="100"/>
              </a:spcBef>
              <a:spcAft>
                <a:spcPts val="600"/>
              </a:spcAft>
              <a:buClrTx/>
              <a:buFont typeface="CVS Health Sans"/>
              <a:buChar char="–"/>
              <a:defRPr sz="1600" kern="1200">
                <a:solidFill>
                  <a:schemeClr val="bg2">
                    <a:lumMod val="75000"/>
                  </a:schemeClr>
                </a:solidFill>
                <a:latin typeface="+mn-lt"/>
                <a:ea typeface="+mn-ea"/>
                <a:cs typeface="+mn-cs"/>
              </a:defRPr>
            </a:lvl4pPr>
            <a:lvl5pPr marL="1141413" indent="-230188" algn="l" defTabSz="457200" rtl="0" eaLnBrk="1" latinLnBrk="0" hangingPunct="1">
              <a:spcBef>
                <a:spcPts val="100"/>
              </a:spcBef>
              <a:spcAft>
                <a:spcPts val="600"/>
              </a:spcAft>
              <a:buClrTx/>
              <a:buFont typeface="Arial"/>
              <a:buChar char="•"/>
              <a:defRPr sz="1600" kern="1200">
                <a:solidFill>
                  <a:schemeClr val="bg2">
                    <a:lumMod val="75000"/>
                  </a:schemeClr>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Aft>
                <a:spcPts val="0"/>
              </a:spcAft>
              <a:buNone/>
            </a:pPr>
            <a:r>
              <a:rPr lang="en-US" sz="1000">
                <a:solidFill>
                  <a:schemeClr val="tx2"/>
                </a:solidFill>
                <a:cs typeface="Arial"/>
              </a:rPr>
              <a:t>Footnote/Source placeholder: Enter footnote/source copy in this live text box.</a:t>
            </a:r>
            <a:br>
              <a:rPr lang="en-US" sz="1000">
                <a:solidFill>
                  <a:schemeClr val="tx2"/>
                </a:solidFill>
                <a:cs typeface="Arial"/>
              </a:rPr>
            </a:br>
            <a:r>
              <a:rPr lang="en-US" sz="1000">
                <a:solidFill>
                  <a:schemeClr val="tx2"/>
                </a:solidFill>
                <a:cs typeface="Arial"/>
              </a:rPr>
              <a:t>Text will wrap up from bottom of text box. Do not resize or reposition this text box. </a:t>
            </a:r>
          </a:p>
        </p:txBody>
      </p:sp>
    </p:spTree>
    <p:extLst>
      <p:ext uri="{BB962C8B-B14F-4D97-AF65-F5344CB8AC3E}">
        <p14:creationId xmlns:p14="http://schemas.microsoft.com/office/powerpoint/2010/main" val="37212541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Title for one-column layout with header</a:t>
            </a:r>
          </a:p>
        </p:txBody>
      </p:sp>
      <p:sp>
        <p:nvSpPr>
          <p:cNvPr id="3" name="Content Placeholder 2"/>
          <p:cNvSpPr>
            <a:spLocks noGrp="1"/>
          </p:cNvSpPr>
          <p:nvPr>
            <p:ph idx="1"/>
          </p:nvPr>
        </p:nvSpPr>
        <p:spPr/>
        <p:txBody>
          <a:bodyPr/>
          <a:lstStyle/>
          <a:p>
            <a:r>
              <a:rPr lang="en-US"/>
              <a:t>Header is 18-point CVS Health Sans Bold in Text Gray</a:t>
            </a:r>
          </a:p>
          <a:p>
            <a:pPr lvl="1"/>
            <a:r>
              <a:rPr lang="en-US"/>
              <a:t>The body text is 13-point CVS Health Sans in Text Gray.</a:t>
            </a:r>
          </a:p>
          <a:p>
            <a:pPr lvl="1"/>
            <a:r>
              <a:rPr lang="en-US"/>
              <a:t>This single column text box width is two-thirds of the page width. Do not extend this text box. You can use </a:t>
            </a:r>
            <a:br>
              <a:rPr lang="en-US"/>
            </a:br>
            <a:r>
              <a:rPr lang="en-US"/>
              <a:t>a two-column layout if you need to use the full width of the page. </a:t>
            </a:r>
          </a:p>
          <a:p>
            <a:pPr lvl="2"/>
            <a:r>
              <a:rPr lang="en-US"/>
              <a:t>First-level bullet</a:t>
            </a:r>
          </a:p>
          <a:p>
            <a:pPr lvl="2"/>
            <a:r>
              <a:rPr lang="en-US"/>
              <a:t>First-level bullet</a:t>
            </a:r>
          </a:p>
          <a:p>
            <a:pPr lvl="3"/>
            <a:r>
              <a:rPr lang="en-US"/>
              <a:t>Second-level bullet</a:t>
            </a:r>
          </a:p>
        </p:txBody>
      </p:sp>
      <p:sp>
        <p:nvSpPr>
          <p:cNvPr id="11" name="TextBox 10">
            <a:extLst>
              <a:ext uri="{FF2B5EF4-FFF2-40B4-BE49-F238E27FC236}">
                <a16:creationId xmlns:a16="http://schemas.microsoft.com/office/drawing/2014/main" id="{66218E72-B4BE-49AE-B542-C68DF2821934}"/>
              </a:ext>
            </a:extLst>
          </p:cNvPr>
          <p:cNvSpPr txBox="1"/>
          <p:nvPr/>
        </p:nvSpPr>
        <p:spPr>
          <a:xfrm>
            <a:off x="864472" y="4593988"/>
            <a:ext cx="6106340" cy="1154162"/>
          </a:xfrm>
          <a:prstGeom prst="rect">
            <a:avLst/>
          </a:prstGeom>
          <a:noFill/>
        </p:spPr>
        <p:txBody>
          <a:bodyPr wrap="square" lIns="0" tIns="0" bIns="0" rtlCol="0">
            <a:spAutoFit/>
          </a:bodyPr>
          <a:lstStyle/>
          <a:p>
            <a:pPr marL="0" marR="0" lvl="0" indent="0" algn="l" defTabSz="914400" rtl="0" eaLnBrk="1" fontAlgn="auto" latinLnBrk="0" hangingPunct="1">
              <a:spcBef>
                <a:spcPts val="0"/>
              </a:spcBef>
              <a:spcAft>
                <a:spcPts val="300"/>
              </a:spcAft>
              <a:buClrTx/>
              <a:buSzTx/>
              <a:buFontTx/>
              <a:buNone/>
              <a:tabLst/>
              <a:defRPr/>
            </a:pPr>
            <a:r>
              <a:rPr kumimoji="0" lang="en-US" sz="1300" b="1" i="0" u="none" strike="noStrike" kern="1200" cap="none" spc="0" normalizeH="0" baseline="0" noProof="0">
                <a:ln>
                  <a:noFill/>
                </a:ln>
                <a:solidFill>
                  <a:schemeClr val="tx2"/>
                </a:solidFill>
                <a:effectLst/>
                <a:uLnTx/>
                <a:uFillTx/>
                <a:cs typeface="Arial"/>
              </a:rPr>
              <a:t>Footnote/Source </a:t>
            </a:r>
            <a:r>
              <a:rPr lang="en-US" sz="1300" b="1">
                <a:solidFill>
                  <a:schemeClr val="tx2"/>
                </a:solidFill>
                <a:cs typeface="Arial"/>
              </a:rPr>
              <a:t>information</a:t>
            </a:r>
            <a:r>
              <a:rPr kumimoji="0" lang="en-US" sz="1300" b="1" i="0" u="none" strike="noStrike" kern="1200" cap="none" spc="0" normalizeH="0" baseline="0" noProof="0">
                <a:ln>
                  <a:noFill/>
                </a:ln>
                <a:solidFill>
                  <a:schemeClr val="tx2"/>
                </a:solidFill>
                <a:effectLst/>
                <a:uLnTx/>
                <a:uFillTx/>
                <a:cs typeface="Arial"/>
              </a:rPr>
              <a:t>.</a:t>
            </a:r>
            <a:endParaRPr lang="en-US" sz="1300" b="1">
              <a:solidFill>
                <a:schemeClr val="tx2"/>
              </a:solidFill>
              <a:cs typeface="Arial"/>
            </a:endParaRPr>
          </a:p>
          <a:p>
            <a:pPr marL="0" marR="0" lvl="0" indent="0" algn="l" defTabSz="914400" rtl="0" eaLnBrk="1" fontAlgn="auto" latinLnBrk="0" hangingPunct="1">
              <a:spcBef>
                <a:spcPts val="0"/>
              </a:spcBef>
              <a:spcAft>
                <a:spcPts val="600"/>
              </a:spcAft>
              <a:buClrTx/>
              <a:buSzTx/>
              <a:buFontTx/>
              <a:buNone/>
              <a:tabLst/>
              <a:defRPr/>
            </a:pPr>
            <a:r>
              <a:rPr kumimoji="0" lang="en-US" sz="1300" b="0" i="0" u="none" strike="noStrike" kern="1200" cap="none" spc="0" normalizeH="0" baseline="0" noProof="0">
                <a:ln>
                  <a:noFill/>
                </a:ln>
                <a:solidFill>
                  <a:schemeClr val="tx2"/>
                </a:solidFill>
                <a:effectLst/>
                <a:uLnTx/>
                <a:uFillTx/>
                <a:cs typeface="Arial"/>
              </a:rPr>
              <a:t>Copy, paste and edit the text in </a:t>
            </a:r>
            <a:r>
              <a:rPr lang="en-US" sz="1300">
                <a:solidFill>
                  <a:schemeClr val="tx2"/>
                </a:solidFill>
                <a:cs typeface="Arial"/>
              </a:rPr>
              <a:t>Footnote/Source placeholder </a:t>
            </a:r>
            <a:r>
              <a:rPr kumimoji="0" lang="en-US" sz="1300" b="0" i="0" u="none" strike="noStrike" kern="1200" cap="none" spc="0" normalizeH="0" baseline="0" noProof="0">
                <a:ln>
                  <a:noFill/>
                </a:ln>
                <a:solidFill>
                  <a:schemeClr val="tx2"/>
                </a:solidFill>
                <a:effectLst/>
                <a:uLnTx/>
                <a:uFillTx/>
                <a:cs typeface="Arial"/>
              </a:rPr>
              <a:t>as needed. </a:t>
            </a:r>
            <a:br>
              <a:rPr kumimoji="0" lang="en-US" sz="1300" b="0" i="0" u="none" strike="noStrike" kern="1200" cap="none" spc="0" normalizeH="0" baseline="0" noProof="0">
                <a:ln>
                  <a:noFill/>
                </a:ln>
                <a:solidFill>
                  <a:schemeClr val="tx2"/>
                </a:solidFill>
                <a:effectLst/>
                <a:uLnTx/>
                <a:uFillTx/>
                <a:cs typeface="Arial"/>
              </a:rPr>
            </a:br>
            <a:r>
              <a:rPr kumimoji="0" lang="en-US" sz="1300" b="0" i="0" u="none" strike="noStrike" kern="1200" cap="none" spc="0" normalizeH="0" baseline="0" noProof="0">
                <a:ln>
                  <a:noFill/>
                </a:ln>
                <a:solidFill>
                  <a:schemeClr val="tx2"/>
                </a:solidFill>
                <a:effectLst/>
                <a:uLnTx/>
                <a:uFillTx/>
                <a:cs typeface="Arial"/>
              </a:rPr>
              <a:t>Do not resize or reposition the text box.</a:t>
            </a:r>
          </a:p>
          <a:p>
            <a:pPr>
              <a:spcAft>
                <a:spcPts val="300"/>
              </a:spcAft>
              <a:tabLst>
                <a:tab pos="2286000" algn="l"/>
              </a:tabLst>
            </a:pPr>
            <a:r>
              <a:rPr lang="en-US" sz="1300">
                <a:solidFill>
                  <a:schemeClr val="tx2"/>
                </a:solidFill>
                <a:cs typeface="Arial" panose="020B0604020202020204" pitchFamily="34" charset="0"/>
              </a:rPr>
              <a:t>Minimum size for footnotes:</a:t>
            </a:r>
            <a:r>
              <a:rPr lang="en-US" sz="1300">
                <a:solidFill>
                  <a:schemeClr val="tx2"/>
                </a:solidFill>
              </a:rPr>
              <a:t>	10-point ― Commercial/member facing </a:t>
            </a:r>
          </a:p>
          <a:p>
            <a:pPr>
              <a:spcAft>
                <a:spcPts val="600"/>
              </a:spcAft>
              <a:tabLst>
                <a:tab pos="2286000" algn="l"/>
              </a:tabLst>
            </a:pPr>
            <a:r>
              <a:rPr lang="en-US" sz="1300">
                <a:solidFill>
                  <a:schemeClr val="tx2"/>
                </a:solidFill>
              </a:rPr>
              <a:t>	11-point ― Medicare/member facing</a:t>
            </a:r>
          </a:p>
        </p:txBody>
      </p:sp>
      <p:cxnSp>
        <p:nvCxnSpPr>
          <p:cNvPr id="12" name="Straight Arrow Connector 11" descr="Arrow pointing down.">
            <a:extLst>
              <a:ext uri="{FF2B5EF4-FFF2-40B4-BE49-F238E27FC236}">
                <a16:creationId xmlns:a16="http://schemas.microsoft.com/office/drawing/2014/main" id="{1207C4DB-AEF8-4C79-87D6-978CE24A211C}"/>
              </a:ext>
              <a:ext uri="{C183D7F6-B498-43B3-948B-1728B52AA6E4}">
                <adec:decorative xmlns:adec="http://schemas.microsoft.com/office/drawing/2017/decorative" val="0"/>
              </a:ext>
            </a:extLst>
          </p:cNvPr>
          <p:cNvCxnSpPr/>
          <p:nvPr/>
        </p:nvCxnSpPr>
        <p:spPr bwMode="gray">
          <a:xfrm>
            <a:off x="701680" y="4640288"/>
            <a:ext cx="0" cy="1164812"/>
          </a:xfrm>
          <a:prstGeom prst="straightConnector1">
            <a:avLst/>
          </a:prstGeom>
          <a:ln w="38100" cap="rnd">
            <a:solidFill>
              <a:schemeClr val="accent2"/>
            </a:solidFill>
            <a:prstDash val="solid"/>
            <a:tailEnd type="arrow"/>
          </a:ln>
          <a:effectLst/>
        </p:spPr>
        <p:style>
          <a:lnRef idx="2">
            <a:schemeClr val="accent1"/>
          </a:lnRef>
          <a:fillRef idx="0">
            <a:schemeClr val="accent1"/>
          </a:fillRef>
          <a:effectRef idx="1">
            <a:schemeClr val="accent1"/>
          </a:effectRef>
          <a:fontRef idx="minor">
            <a:schemeClr val="tx1"/>
          </a:fontRef>
        </p:style>
      </p:cxnSp>
      <p:sp>
        <p:nvSpPr>
          <p:cNvPr id="8" name="Text Placeholder 8">
            <a:extLst>
              <a:ext uri="{FF2B5EF4-FFF2-40B4-BE49-F238E27FC236}">
                <a16:creationId xmlns:a16="http://schemas.microsoft.com/office/drawing/2014/main" id="{D033352E-E465-4F6F-9A73-2045D875BC03}"/>
              </a:ext>
            </a:extLst>
          </p:cNvPr>
          <p:cNvSpPr txBox="1">
            <a:spLocks/>
          </p:cNvSpPr>
          <p:nvPr/>
        </p:nvSpPr>
        <p:spPr>
          <a:xfrm>
            <a:off x="0" y="5991225"/>
            <a:ext cx="9759950" cy="866775"/>
          </a:xfrm>
          <a:prstGeom prst="rect">
            <a:avLst/>
          </a:prstGeom>
        </p:spPr>
        <p:txBody>
          <a:bodyPr lIns="557784" tIns="0" bIns="557784" anchor="b" anchorCtr="0"/>
          <a:lstStyle>
            <a:lvl1pPr marL="173038" indent="-173038" algn="l" defTabSz="457200" rtl="0" eaLnBrk="1" latinLnBrk="0" hangingPunct="1">
              <a:spcBef>
                <a:spcPts val="100"/>
              </a:spcBef>
              <a:spcAft>
                <a:spcPts val="600"/>
              </a:spcAft>
              <a:buClrTx/>
              <a:buFont typeface="Arial"/>
              <a:buChar char="•"/>
              <a:defRPr sz="2000" kern="1200">
                <a:solidFill>
                  <a:schemeClr val="tx1"/>
                </a:solidFill>
                <a:latin typeface="+mn-lt"/>
                <a:ea typeface="+mn-ea"/>
                <a:cs typeface="+mn-cs"/>
              </a:defRPr>
            </a:lvl1pPr>
            <a:lvl2pPr marL="396875" indent="-166688" algn="l" defTabSz="457200" rtl="0" eaLnBrk="1" latinLnBrk="0" hangingPunct="1">
              <a:spcBef>
                <a:spcPts val="100"/>
              </a:spcBef>
              <a:spcAft>
                <a:spcPts val="600"/>
              </a:spcAft>
              <a:buClrTx/>
              <a:buFont typeface="CVS Health Sans"/>
              <a:buChar char="–"/>
              <a:tabLst/>
              <a:defRPr sz="1800" kern="1200">
                <a:solidFill>
                  <a:schemeClr val="tx1"/>
                </a:solidFill>
                <a:latin typeface="+mn-lt"/>
                <a:ea typeface="+mn-ea"/>
                <a:cs typeface="+mn-cs"/>
              </a:defRPr>
            </a:lvl2pPr>
            <a:lvl3pPr marL="622300" indent="-161925" algn="l" defTabSz="457200" rtl="0" eaLnBrk="1" latinLnBrk="0" hangingPunct="1">
              <a:spcBef>
                <a:spcPts val="100"/>
              </a:spcBef>
              <a:spcAft>
                <a:spcPts val="600"/>
              </a:spcAft>
              <a:buClrTx/>
              <a:buFont typeface="Arial"/>
              <a:buChar char="•"/>
              <a:defRPr sz="1600" kern="1200">
                <a:solidFill>
                  <a:schemeClr val="tx1"/>
                </a:solidFill>
                <a:latin typeface="+mn-lt"/>
                <a:ea typeface="+mn-ea"/>
                <a:cs typeface="+mn-cs"/>
              </a:defRPr>
            </a:lvl3pPr>
            <a:lvl4pPr marL="911225" indent="-228600" algn="l" defTabSz="457200" rtl="0" eaLnBrk="1" latinLnBrk="0" hangingPunct="1">
              <a:spcBef>
                <a:spcPts val="100"/>
              </a:spcBef>
              <a:spcAft>
                <a:spcPts val="600"/>
              </a:spcAft>
              <a:buClrTx/>
              <a:buFont typeface="CVS Health Sans"/>
              <a:buChar char="–"/>
              <a:defRPr sz="1600" kern="1200">
                <a:solidFill>
                  <a:schemeClr val="bg2">
                    <a:lumMod val="75000"/>
                  </a:schemeClr>
                </a:solidFill>
                <a:latin typeface="+mn-lt"/>
                <a:ea typeface="+mn-ea"/>
                <a:cs typeface="+mn-cs"/>
              </a:defRPr>
            </a:lvl4pPr>
            <a:lvl5pPr marL="1141413" indent="-230188" algn="l" defTabSz="457200" rtl="0" eaLnBrk="1" latinLnBrk="0" hangingPunct="1">
              <a:spcBef>
                <a:spcPts val="100"/>
              </a:spcBef>
              <a:spcAft>
                <a:spcPts val="600"/>
              </a:spcAft>
              <a:buClrTx/>
              <a:buFont typeface="Arial"/>
              <a:buChar char="•"/>
              <a:defRPr sz="1600" kern="1200">
                <a:solidFill>
                  <a:schemeClr val="bg2">
                    <a:lumMod val="75000"/>
                  </a:schemeClr>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Aft>
                <a:spcPts val="0"/>
              </a:spcAft>
              <a:buNone/>
            </a:pPr>
            <a:r>
              <a:rPr lang="en-US" sz="1000">
                <a:solidFill>
                  <a:schemeClr val="tx2"/>
                </a:solidFill>
                <a:cs typeface="Arial"/>
              </a:rPr>
              <a:t>Footnote/Source placeholder: Enter footnote/source copy in this live text box.</a:t>
            </a:r>
            <a:br>
              <a:rPr lang="en-US" sz="1000">
                <a:solidFill>
                  <a:schemeClr val="tx2"/>
                </a:solidFill>
                <a:cs typeface="Arial"/>
              </a:rPr>
            </a:br>
            <a:r>
              <a:rPr lang="en-US" sz="1000">
                <a:solidFill>
                  <a:schemeClr val="tx2"/>
                </a:solidFill>
                <a:cs typeface="Arial"/>
              </a:rPr>
              <a:t>Text will wrap up from bottom of text box. Do not resize or reposition this text box. </a:t>
            </a:r>
          </a:p>
        </p:txBody>
      </p:sp>
    </p:spTree>
    <p:extLst>
      <p:ext uri="{BB962C8B-B14F-4D97-AF65-F5344CB8AC3E}">
        <p14:creationId xmlns:p14="http://schemas.microsoft.com/office/powerpoint/2010/main" val="82761979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Title for two-column layout</a:t>
            </a:r>
          </a:p>
        </p:txBody>
      </p:sp>
      <p:sp>
        <p:nvSpPr>
          <p:cNvPr id="3" name="Content Placeholder 2"/>
          <p:cNvSpPr>
            <a:spLocks noGrp="1"/>
          </p:cNvSpPr>
          <p:nvPr>
            <p:ph sz="half" idx="1"/>
          </p:nvPr>
        </p:nvSpPr>
        <p:spPr/>
        <p:txBody>
          <a:bodyPr/>
          <a:lstStyle/>
          <a:p>
            <a:r>
              <a:rPr lang="en-US"/>
              <a:t>Header is 18-point CVS Health Sans Bold </a:t>
            </a:r>
            <a:br>
              <a:rPr lang="en-US"/>
            </a:br>
            <a:r>
              <a:rPr lang="en-US"/>
              <a:t>in Text Gray</a:t>
            </a:r>
          </a:p>
          <a:p>
            <a:pPr lvl="1"/>
            <a:r>
              <a:rPr lang="en-US"/>
              <a:t>The body text is 13-point CVS Health Sans in Text Gray. </a:t>
            </a:r>
          </a:p>
          <a:p>
            <a:pPr lvl="2"/>
            <a:r>
              <a:rPr lang="en-US"/>
              <a:t>First-level bullet </a:t>
            </a:r>
          </a:p>
          <a:p>
            <a:pPr lvl="2"/>
            <a:r>
              <a:rPr lang="en-US"/>
              <a:t>First-level bullet</a:t>
            </a:r>
          </a:p>
          <a:p>
            <a:pPr lvl="3"/>
            <a:r>
              <a:rPr lang="en-US"/>
              <a:t>Second-level bullet</a:t>
            </a:r>
          </a:p>
        </p:txBody>
      </p:sp>
      <p:sp>
        <p:nvSpPr>
          <p:cNvPr id="4" name="Content Placeholder 3"/>
          <p:cNvSpPr>
            <a:spLocks noGrp="1"/>
          </p:cNvSpPr>
          <p:nvPr>
            <p:ph sz="half" idx="10"/>
          </p:nvPr>
        </p:nvSpPr>
        <p:spPr/>
        <p:txBody>
          <a:bodyPr/>
          <a:lstStyle/>
          <a:p>
            <a:r>
              <a:rPr lang="en-US"/>
              <a:t>Header is 18-point CVS Health Sans Bold </a:t>
            </a:r>
            <a:br>
              <a:rPr lang="en-US"/>
            </a:br>
            <a:r>
              <a:rPr lang="en-US"/>
              <a:t>in Text Gray</a:t>
            </a:r>
          </a:p>
          <a:p>
            <a:pPr lvl="1"/>
            <a:r>
              <a:rPr lang="en-US"/>
              <a:t>The body text is 13-point CVS Health Sans in Text Gray. </a:t>
            </a:r>
          </a:p>
          <a:p>
            <a:pPr lvl="2"/>
            <a:r>
              <a:rPr lang="en-US"/>
              <a:t>First-level bullet </a:t>
            </a:r>
          </a:p>
          <a:p>
            <a:pPr lvl="2"/>
            <a:r>
              <a:rPr lang="en-US"/>
              <a:t>First-level bullet</a:t>
            </a:r>
          </a:p>
          <a:p>
            <a:pPr lvl="3"/>
            <a:r>
              <a:rPr lang="en-US"/>
              <a:t>Second-level bullet</a:t>
            </a:r>
          </a:p>
        </p:txBody>
      </p:sp>
    </p:spTree>
    <p:extLst>
      <p:ext uri="{BB962C8B-B14F-4D97-AF65-F5344CB8AC3E}">
        <p14:creationId xmlns:p14="http://schemas.microsoft.com/office/powerpoint/2010/main" val="32544162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Title for three-column layout</a:t>
            </a:r>
          </a:p>
        </p:txBody>
      </p:sp>
      <p:sp>
        <p:nvSpPr>
          <p:cNvPr id="3" name="Content Placeholder 2"/>
          <p:cNvSpPr>
            <a:spLocks noGrp="1"/>
          </p:cNvSpPr>
          <p:nvPr>
            <p:ph sz="half" idx="1"/>
          </p:nvPr>
        </p:nvSpPr>
        <p:spPr/>
        <p:txBody>
          <a:bodyPr/>
          <a:lstStyle/>
          <a:p>
            <a:r>
              <a:rPr lang="en-US"/>
              <a:t>Header is 18-point CVS Health Sans Bold in Text Gray</a:t>
            </a:r>
          </a:p>
          <a:p>
            <a:pPr lvl="1"/>
            <a:r>
              <a:rPr lang="en-US"/>
              <a:t>The body text is 13-point CVS Health Sans </a:t>
            </a:r>
            <a:br>
              <a:rPr lang="en-US"/>
            </a:br>
            <a:r>
              <a:rPr lang="en-US"/>
              <a:t>in Text Gray.</a:t>
            </a:r>
          </a:p>
          <a:p>
            <a:pPr lvl="2"/>
            <a:r>
              <a:rPr lang="en-US"/>
              <a:t>First-level bullet</a:t>
            </a:r>
          </a:p>
          <a:p>
            <a:pPr lvl="2"/>
            <a:r>
              <a:rPr lang="en-US"/>
              <a:t>First-level bullet</a:t>
            </a:r>
          </a:p>
          <a:p>
            <a:pPr lvl="3"/>
            <a:r>
              <a:rPr lang="en-US"/>
              <a:t>Second-level bullet</a:t>
            </a:r>
          </a:p>
        </p:txBody>
      </p:sp>
      <p:sp>
        <p:nvSpPr>
          <p:cNvPr id="4" name="Content Placeholder 3"/>
          <p:cNvSpPr>
            <a:spLocks noGrp="1"/>
          </p:cNvSpPr>
          <p:nvPr>
            <p:ph sz="half" idx="10"/>
          </p:nvPr>
        </p:nvSpPr>
        <p:spPr/>
        <p:txBody>
          <a:bodyPr/>
          <a:lstStyle/>
          <a:p>
            <a:r>
              <a:rPr lang="en-US"/>
              <a:t>Header is 18-point CVS Health Sans Bold in Text Gray</a:t>
            </a:r>
          </a:p>
          <a:p>
            <a:pPr lvl="1"/>
            <a:r>
              <a:rPr lang="en-US"/>
              <a:t>The body text is 13-point CVS Health Sans </a:t>
            </a:r>
            <a:br>
              <a:rPr lang="en-US"/>
            </a:br>
            <a:r>
              <a:rPr lang="en-US"/>
              <a:t>in Text Gray.</a:t>
            </a:r>
          </a:p>
          <a:p>
            <a:pPr lvl="2"/>
            <a:r>
              <a:rPr lang="en-US"/>
              <a:t>First-level bullet</a:t>
            </a:r>
          </a:p>
          <a:p>
            <a:pPr lvl="2"/>
            <a:r>
              <a:rPr lang="en-US"/>
              <a:t>First-level bullet</a:t>
            </a:r>
          </a:p>
          <a:p>
            <a:pPr lvl="3"/>
            <a:r>
              <a:rPr lang="en-US"/>
              <a:t>Second-level bullet</a:t>
            </a:r>
          </a:p>
        </p:txBody>
      </p:sp>
      <p:sp>
        <p:nvSpPr>
          <p:cNvPr id="5" name="Content Placeholder 4"/>
          <p:cNvSpPr>
            <a:spLocks noGrp="1"/>
          </p:cNvSpPr>
          <p:nvPr>
            <p:ph sz="half" idx="11"/>
          </p:nvPr>
        </p:nvSpPr>
        <p:spPr/>
        <p:txBody>
          <a:bodyPr/>
          <a:lstStyle/>
          <a:p>
            <a:r>
              <a:rPr lang="en-US"/>
              <a:t>Header is 18-point CVS Health Sans Bold in Text Gray</a:t>
            </a:r>
          </a:p>
          <a:p>
            <a:pPr lvl="1"/>
            <a:r>
              <a:rPr lang="en-US"/>
              <a:t>The body text is 13-point CVS Health Sans </a:t>
            </a:r>
            <a:br>
              <a:rPr lang="en-US"/>
            </a:br>
            <a:r>
              <a:rPr lang="en-US"/>
              <a:t>in Text Gray.</a:t>
            </a:r>
          </a:p>
          <a:p>
            <a:pPr lvl="2"/>
            <a:r>
              <a:rPr lang="en-US"/>
              <a:t>First-level bullet</a:t>
            </a:r>
          </a:p>
          <a:p>
            <a:pPr lvl="2"/>
            <a:r>
              <a:rPr lang="en-US"/>
              <a:t>First-level bullet</a:t>
            </a:r>
          </a:p>
          <a:p>
            <a:pPr lvl="3"/>
            <a:r>
              <a:rPr lang="en-US"/>
              <a:t>Second-level bullet</a:t>
            </a:r>
          </a:p>
        </p:txBody>
      </p:sp>
    </p:spTree>
    <p:extLst>
      <p:ext uri="{BB962C8B-B14F-4D97-AF65-F5344CB8AC3E}">
        <p14:creationId xmlns:p14="http://schemas.microsoft.com/office/powerpoint/2010/main" val="18626351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Title for four-column layout</a:t>
            </a:r>
          </a:p>
        </p:txBody>
      </p:sp>
      <p:sp>
        <p:nvSpPr>
          <p:cNvPr id="3" name="Content Placeholder 2"/>
          <p:cNvSpPr>
            <a:spLocks noGrp="1"/>
          </p:cNvSpPr>
          <p:nvPr>
            <p:ph sz="half" idx="1"/>
          </p:nvPr>
        </p:nvSpPr>
        <p:spPr/>
        <p:txBody>
          <a:bodyPr/>
          <a:lstStyle/>
          <a:p>
            <a:r>
              <a:rPr lang="en-US"/>
              <a:t>Header is 18-point </a:t>
            </a:r>
            <a:br>
              <a:rPr lang="en-US"/>
            </a:br>
            <a:r>
              <a:rPr lang="en-US"/>
              <a:t>CVS Health Sans </a:t>
            </a:r>
            <a:br>
              <a:rPr lang="en-US"/>
            </a:br>
            <a:r>
              <a:rPr lang="en-US"/>
              <a:t>Bold in Text Gray</a:t>
            </a:r>
          </a:p>
          <a:p>
            <a:pPr lvl="1"/>
            <a:r>
              <a:rPr lang="en-US"/>
              <a:t>The body text is 13-point </a:t>
            </a:r>
            <a:br>
              <a:rPr lang="en-US"/>
            </a:br>
            <a:r>
              <a:rPr lang="en-US"/>
              <a:t>CVS Health Sans in Text Gray.</a:t>
            </a:r>
          </a:p>
          <a:p>
            <a:pPr lvl="2"/>
            <a:r>
              <a:rPr lang="en-US"/>
              <a:t>First-level bullet</a:t>
            </a:r>
          </a:p>
          <a:p>
            <a:pPr lvl="2"/>
            <a:r>
              <a:rPr lang="en-US"/>
              <a:t>First-level bullet</a:t>
            </a:r>
          </a:p>
          <a:p>
            <a:pPr lvl="3"/>
            <a:r>
              <a:rPr lang="en-US"/>
              <a:t>Second-level bullet</a:t>
            </a:r>
          </a:p>
        </p:txBody>
      </p:sp>
      <p:sp>
        <p:nvSpPr>
          <p:cNvPr id="4" name="Content Placeholder 3"/>
          <p:cNvSpPr>
            <a:spLocks noGrp="1"/>
          </p:cNvSpPr>
          <p:nvPr>
            <p:ph sz="half" idx="10"/>
          </p:nvPr>
        </p:nvSpPr>
        <p:spPr/>
        <p:txBody>
          <a:bodyPr/>
          <a:lstStyle/>
          <a:p>
            <a:r>
              <a:rPr lang="en-US"/>
              <a:t>Header is 18-point </a:t>
            </a:r>
            <a:br>
              <a:rPr lang="en-US"/>
            </a:br>
            <a:r>
              <a:rPr lang="en-US"/>
              <a:t>CVS Health Sans </a:t>
            </a:r>
            <a:br>
              <a:rPr lang="en-US"/>
            </a:br>
            <a:r>
              <a:rPr lang="en-US"/>
              <a:t>Bold in Text Gray</a:t>
            </a:r>
          </a:p>
          <a:p>
            <a:pPr lvl="1"/>
            <a:r>
              <a:rPr lang="en-US"/>
              <a:t>The body text is 13-point </a:t>
            </a:r>
            <a:br>
              <a:rPr lang="en-US"/>
            </a:br>
            <a:r>
              <a:rPr lang="en-US"/>
              <a:t>CVS Health Sans in Text Gray.</a:t>
            </a:r>
          </a:p>
          <a:p>
            <a:pPr lvl="2"/>
            <a:r>
              <a:rPr lang="en-US"/>
              <a:t>First-level bullet</a:t>
            </a:r>
          </a:p>
          <a:p>
            <a:pPr lvl="2"/>
            <a:r>
              <a:rPr lang="en-US"/>
              <a:t>First-level bullet</a:t>
            </a:r>
          </a:p>
          <a:p>
            <a:pPr lvl="3"/>
            <a:r>
              <a:rPr lang="en-US"/>
              <a:t>Second-level bullet</a:t>
            </a:r>
          </a:p>
        </p:txBody>
      </p:sp>
      <p:sp>
        <p:nvSpPr>
          <p:cNvPr id="5" name="Content Placeholder 4"/>
          <p:cNvSpPr>
            <a:spLocks noGrp="1"/>
          </p:cNvSpPr>
          <p:nvPr>
            <p:ph sz="half" idx="11"/>
          </p:nvPr>
        </p:nvSpPr>
        <p:spPr/>
        <p:txBody>
          <a:bodyPr/>
          <a:lstStyle/>
          <a:p>
            <a:r>
              <a:rPr lang="en-US"/>
              <a:t>Header is 18-point </a:t>
            </a:r>
            <a:br>
              <a:rPr lang="en-US"/>
            </a:br>
            <a:r>
              <a:rPr lang="en-US"/>
              <a:t>CVS Health Sans </a:t>
            </a:r>
            <a:br>
              <a:rPr lang="en-US"/>
            </a:br>
            <a:r>
              <a:rPr lang="en-US"/>
              <a:t>Bold in Text Gray</a:t>
            </a:r>
          </a:p>
          <a:p>
            <a:pPr lvl="1"/>
            <a:r>
              <a:rPr lang="en-US"/>
              <a:t>The body text is 13-point </a:t>
            </a:r>
            <a:br>
              <a:rPr lang="en-US"/>
            </a:br>
            <a:r>
              <a:rPr lang="en-US"/>
              <a:t>CVS Health Sans in Text Gray.</a:t>
            </a:r>
          </a:p>
          <a:p>
            <a:pPr lvl="2"/>
            <a:r>
              <a:rPr lang="en-US"/>
              <a:t>First-level bullet</a:t>
            </a:r>
          </a:p>
          <a:p>
            <a:pPr lvl="2"/>
            <a:r>
              <a:rPr lang="en-US"/>
              <a:t>First-level bullet</a:t>
            </a:r>
          </a:p>
          <a:p>
            <a:pPr lvl="3"/>
            <a:r>
              <a:rPr lang="en-US"/>
              <a:t>Second-level bullet</a:t>
            </a:r>
          </a:p>
        </p:txBody>
      </p:sp>
      <p:sp>
        <p:nvSpPr>
          <p:cNvPr id="6" name="Content Placeholder 5"/>
          <p:cNvSpPr>
            <a:spLocks noGrp="1"/>
          </p:cNvSpPr>
          <p:nvPr>
            <p:ph sz="half" idx="12"/>
          </p:nvPr>
        </p:nvSpPr>
        <p:spPr/>
        <p:txBody>
          <a:bodyPr/>
          <a:lstStyle/>
          <a:p>
            <a:r>
              <a:rPr lang="en-US"/>
              <a:t>Header is 18-point </a:t>
            </a:r>
            <a:br>
              <a:rPr lang="en-US"/>
            </a:br>
            <a:r>
              <a:rPr lang="en-US"/>
              <a:t>CVS Health Sans </a:t>
            </a:r>
            <a:br>
              <a:rPr lang="en-US"/>
            </a:br>
            <a:r>
              <a:rPr lang="en-US"/>
              <a:t>Bold in Text Gray</a:t>
            </a:r>
          </a:p>
          <a:p>
            <a:pPr lvl="1"/>
            <a:r>
              <a:rPr lang="en-US"/>
              <a:t>The body text is 13-point </a:t>
            </a:r>
            <a:br>
              <a:rPr lang="en-US"/>
            </a:br>
            <a:r>
              <a:rPr lang="en-US"/>
              <a:t>CVS Health Sans in Text Gray.</a:t>
            </a:r>
          </a:p>
          <a:p>
            <a:pPr lvl="2"/>
            <a:r>
              <a:rPr lang="en-US"/>
              <a:t>First-level bullet</a:t>
            </a:r>
          </a:p>
          <a:p>
            <a:pPr lvl="2"/>
            <a:r>
              <a:rPr lang="en-US"/>
              <a:t>First-level bullet</a:t>
            </a:r>
          </a:p>
          <a:p>
            <a:pPr lvl="3"/>
            <a:r>
              <a:rPr lang="en-US"/>
              <a:t>Second-level bullet</a:t>
            </a:r>
          </a:p>
        </p:txBody>
      </p:sp>
    </p:spTree>
    <p:extLst>
      <p:ext uri="{BB962C8B-B14F-4D97-AF65-F5344CB8AC3E}">
        <p14:creationId xmlns:p14="http://schemas.microsoft.com/office/powerpoint/2010/main" val="16180724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3D91EB-444A-42AA-A2DA-1900368249EA}"/>
              </a:ext>
            </a:extLst>
          </p:cNvPr>
          <p:cNvSpPr>
            <a:spLocks noGrp="1"/>
          </p:cNvSpPr>
          <p:nvPr>
            <p:ph type="title"/>
          </p:nvPr>
        </p:nvSpPr>
        <p:spPr/>
        <p:txBody>
          <a:bodyPr/>
          <a:lstStyle/>
          <a:p>
            <a:r>
              <a:rPr lang="en-US"/>
              <a:t>Title for five-column journey layout</a:t>
            </a:r>
          </a:p>
        </p:txBody>
      </p:sp>
      <p:sp>
        <p:nvSpPr>
          <p:cNvPr id="45" name="Rectangle 44"/>
          <p:cNvSpPr/>
          <p:nvPr/>
        </p:nvSpPr>
        <p:spPr>
          <a:xfrm>
            <a:off x="960072" y="2045984"/>
            <a:ext cx="1097280" cy="848941"/>
          </a:xfrm>
          <a:prstGeom prst="rect">
            <a:avLst/>
          </a:prstGeom>
          <a:noFill/>
          <a:ln w="3175"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2"/>
                </a:solidFill>
                <a:cs typeface="Arial" panose="020B0604020202020204" pitchFamily="34" charset="0"/>
              </a:rPr>
              <a:t>place</a:t>
            </a:r>
            <a:br>
              <a:rPr lang="en-US" sz="1200" b="1">
                <a:solidFill>
                  <a:schemeClr val="tx2"/>
                </a:solidFill>
                <a:cs typeface="Arial" panose="020B0604020202020204" pitchFamily="34" charset="0"/>
              </a:rPr>
            </a:br>
            <a:r>
              <a:rPr lang="en-US" sz="1200" b="1">
                <a:solidFill>
                  <a:schemeClr val="tx2"/>
                </a:solidFill>
                <a:cs typeface="Arial" panose="020B0604020202020204" pitchFamily="34" charset="0"/>
              </a:rPr>
              <a:t>pictogram 1</a:t>
            </a:r>
            <a:br>
              <a:rPr lang="en-US" sz="1200" b="1">
                <a:solidFill>
                  <a:schemeClr val="tx2"/>
                </a:solidFill>
                <a:cs typeface="Arial" panose="020B0604020202020204" pitchFamily="34" charset="0"/>
              </a:rPr>
            </a:br>
            <a:r>
              <a:rPr lang="en-US" sz="1200" b="1">
                <a:solidFill>
                  <a:schemeClr val="tx2"/>
                </a:solidFill>
                <a:cs typeface="Arial" panose="020B0604020202020204" pitchFamily="34" charset="0"/>
              </a:rPr>
              <a:t>here</a:t>
            </a:r>
          </a:p>
        </p:txBody>
      </p:sp>
      <p:sp>
        <p:nvSpPr>
          <p:cNvPr id="11" name="Content Placeholder 10"/>
          <p:cNvSpPr>
            <a:spLocks noGrp="1"/>
          </p:cNvSpPr>
          <p:nvPr>
            <p:ph sz="half" idx="1"/>
          </p:nvPr>
        </p:nvSpPr>
        <p:spPr/>
        <p:txBody>
          <a:bodyPr/>
          <a:lstStyle/>
          <a:p>
            <a:r>
              <a:rPr lang="en-US"/>
              <a:t>Header 1</a:t>
            </a:r>
          </a:p>
          <a:p>
            <a:pPr lvl="1"/>
            <a:r>
              <a:rPr lang="en-US"/>
              <a:t>Descriptor text </a:t>
            </a:r>
            <a:br>
              <a:rPr lang="en-US"/>
            </a:br>
            <a:r>
              <a:rPr lang="en-US"/>
              <a:t>here in 13-point </a:t>
            </a:r>
            <a:br>
              <a:rPr lang="en-US"/>
            </a:br>
            <a:r>
              <a:rPr lang="en-US"/>
              <a:t>CVS Health Sans.</a:t>
            </a:r>
          </a:p>
        </p:txBody>
      </p:sp>
      <p:sp>
        <p:nvSpPr>
          <p:cNvPr id="26" name="Rectangle 25"/>
          <p:cNvSpPr/>
          <p:nvPr/>
        </p:nvSpPr>
        <p:spPr>
          <a:xfrm>
            <a:off x="3072064" y="2045984"/>
            <a:ext cx="1097280" cy="848941"/>
          </a:xfrm>
          <a:prstGeom prst="rect">
            <a:avLst/>
          </a:prstGeom>
          <a:noFill/>
          <a:ln w="3175"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2"/>
                </a:solidFill>
                <a:cs typeface="Arial" panose="020B0604020202020204" pitchFamily="34" charset="0"/>
              </a:rPr>
              <a:t>place</a:t>
            </a:r>
            <a:br>
              <a:rPr lang="en-US" sz="1200" b="1">
                <a:solidFill>
                  <a:schemeClr val="tx2"/>
                </a:solidFill>
                <a:cs typeface="Arial" panose="020B0604020202020204" pitchFamily="34" charset="0"/>
              </a:rPr>
            </a:br>
            <a:r>
              <a:rPr lang="en-US" sz="1200" b="1">
                <a:solidFill>
                  <a:schemeClr val="tx2"/>
                </a:solidFill>
                <a:cs typeface="Arial" panose="020B0604020202020204" pitchFamily="34" charset="0"/>
              </a:rPr>
              <a:t>pictogram 2</a:t>
            </a:r>
            <a:br>
              <a:rPr lang="en-US" sz="1200" b="1">
                <a:solidFill>
                  <a:schemeClr val="tx2"/>
                </a:solidFill>
                <a:cs typeface="Arial" panose="020B0604020202020204" pitchFamily="34" charset="0"/>
              </a:rPr>
            </a:br>
            <a:r>
              <a:rPr lang="en-US" sz="1200" b="1">
                <a:solidFill>
                  <a:schemeClr val="tx2"/>
                </a:solidFill>
                <a:cs typeface="Arial" panose="020B0604020202020204" pitchFamily="34" charset="0"/>
              </a:rPr>
              <a:t>here</a:t>
            </a:r>
          </a:p>
        </p:txBody>
      </p:sp>
      <p:sp>
        <p:nvSpPr>
          <p:cNvPr id="12" name="Content Placeholder 11"/>
          <p:cNvSpPr>
            <a:spLocks noGrp="1"/>
          </p:cNvSpPr>
          <p:nvPr>
            <p:ph sz="half" idx="10"/>
          </p:nvPr>
        </p:nvSpPr>
        <p:spPr/>
        <p:txBody>
          <a:bodyPr/>
          <a:lstStyle/>
          <a:p>
            <a:r>
              <a:rPr lang="en-US"/>
              <a:t>Header 2</a:t>
            </a:r>
          </a:p>
          <a:p>
            <a:pPr lvl="1"/>
            <a:r>
              <a:rPr lang="en-US"/>
              <a:t>Descriptor text </a:t>
            </a:r>
            <a:br>
              <a:rPr lang="en-US"/>
            </a:br>
            <a:r>
              <a:rPr lang="en-US"/>
              <a:t>here in 13-point </a:t>
            </a:r>
            <a:br>
              <a:rPr lang="en-US"/>
            </a:br>
            <a:r>
              <a:rPr lang="en-US"/>
              <a:t>CVS Health Sans.</a:t>
            </a:r>
          </a:p>
        </p:txBody>
      </p:sp>
      <p:sp>
        <p:nvSpPr>
          <p:cNvPr id="49" name="Rectangle 48"/>
          <p:cNvSpPr/>
          <p:nvPr/>
        </p:nvSpPr>
        <p:spPr>
          <a:xfrm>
            <a:off x="5151072" y="2045984"/>
            <a:ext cx="1097280" cy="848941"/>
          </a:xfrm>
          <a:prstGeom prst="rect">
            <a:avLst/>
          </a:prstGeom>
          <a:noFill/>
          <a:ln w="3175"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2"/>
                </a:solidFill>
                <a:cs typeface="Arial" panose="020B0604020202020204" pitchFamily="34" charset="0"/>
              </a:rPr>
              <a:t>place</a:t>
            </a:r>
            <a:br>
              <a:rPr lang="en-US" sz="1200" b="1">
                <a:solidFill>
                  <a:schemeClr val="tx2"/>
                </a:solidFill>
                <a:cs typeface="Arial" panose="020B0604020202020204" pitchFamily="34" charset="0"/>
              </a:rPr>
            </a:br>
            <a:r>
              <a:rPr lang="en-US" sz="1200" b="1">
                <a:solidFill>
                  <a:schemeClr val="tx2"/>
                </a:solidFill>
                <a:cs typeface="Arial" panose="020B0604020202020204" pitchFamily="34" charset="0"/>
              </a:rPr>
              <a:t>pictogram 3</a:t>
            </a:r>
            <a:br>
              <a:rPr lang="en-US" sz="1200" b="1">
                <a:solidFill>
                  <a:schemeClr val="tx2"/>
                </a:solidFill>
                <a:cs typeface="Arial" panose="020B0604020202020204" pitchFamily="34" charset="0"/>
              </a:rPr>
            </a:br>
            <a:r>
              <a:rPr lang="en-US" sz="1200" b="1">
                <a:solidFill>
                  <a:schemeClr val="tx2"/>
                </a:solidFill>
                <a:cs typeface="Arial" panose="020B0604020202020204" pitchFamily="34" charset="0"/>
              </a:rPr>
              <a:t>here</a:t>
            </a:r>
          </a:p>
        </p:txBody>
      </p:sp>
      <p:sp>
        <p:nvSpPr>
          <p:cNvPr id="13" name="Content Placeholder 12"/>
          <p:cNvSpPr>
            <a:spLocks noGrp="1"/>
          </p:cNvSpPr>
          <p:nvPr>
            <p:ph sz="half" idx="11"/>
          </p:nvPr>
        </p:nvSpPr>
        <p:spPr/>
        <p:txBody>
          <a:bodyPr/>
          <a:lstStyle/>
          <a:p>
            <a:r>
              <a:rPr lang="en-US"/>
              <a:t>Header 3</a:t>
            </a:r>
          </a:p>
          <a:p>
            <a:pPr lvl="1"/>
            <a:r>
              <a:rPr lang="en-US"/>
              <a:t>Descriptor text </a:t>
            </a:r>
            <a:br>
              <a:rPr lang="en-US"/>
            </a:br>
            <a:r>
              <a:rPr lang="en-US"/>
              <a:t>here in 13-point </a:t>
            </a:r>
            <a:br>
              <a:rPr lang="en-US"/>
            </a:br>
            <a:r>
              <a:rPr lang="en-US"/>
              <a:t>CVS Health Sans.</a:t>
            </a:r>
          </a:p>
        </p:txBody>
      </p:sp>
      <p:sp>
        <p:nvSpPr>
          <p:cNvPr id="53" name="Rectangle 52"/>
          <p:cNvSpPr/>
          <p:nvPr/>
        </p:nvSpPr>
        <p:spPr>
          <a:xfrm>
            <a:off x="7246904" y="2045984"/>
            <a:ext cx="1097280" cy="848941"/>
          </a:xfrm>
          <a:prstGeom prst="rect">
            <a:avLst/>
          </a:prstGeom>
          <a:noFill/>
          <a:ln w="3175"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2"/>
                </a:solidFill>
                <a:cs typeface="Arial" panose="020B0604020202020204" pitchFamily="34" charset="0"/>
              </a:rPr>
              <a:t>place</a:t>
            </a:r>
            <a:br>
              <a:rPr lang="en-US" sz="1200" b="1">
                <a:solidFill>
                  <a:schemeClr val="tx2"/>
                </a:solidFill>
                <a:cs typeface="Arial" panose="020B0604020202020204" pitchFamily="34" charset="0"/>
              </a:rPr>
            </a:br>
            <a:r>
              <a:rPr lang="en-US" sz="1200" b="1">
                <a:solidFill>
                  <a:schemeClr val="tx2"/>
                </a:solidFill>
                <a:cs typeface="Arial" panose="020B0604020202020204" pitchFamily="34" charset="0"/>
              </a:rPr>
              <a:t>pictogram 4</a:t>
            </a:r>
            <a:br>
              <a:rPr lang="en-US" sz="1200" b="1">
                <a:solidFill>
                  <a:schemeClr val="tx2"/>
                </a:solidFill>
                <a:cs typeface="Arial" panose="020B0604020202020204" pitchFamily="34" charset="0"/>
              </a:rPr>
            </a:br>
            <a:r>
              <a:rPr lang="en-US" sz="1200" b="1">
                <a:solidFill>
                  <a:schemeClr val="tx2"/>
                </a:solidFill>
                <a:cs typeface="Arial" panose="020B0604020202020204" pitchFamily="34" charset="0"/>
              </a:rPr>
              <a:t>here</a:t>
            </a:r>
          </a:p>
        </p:txBody>
      </p:sp>
      <p:sp>
        <p:nvSpPr>
          <p:cNvPr id="14" name="Content Placeholder 13"/>
          <p:cNvSpPr>
            <a:spLocks noGrp="1"/>
          </p:cNvSpPr>
          <p:nvPr>
            <p:ph sz="half" idx="12"/>
          </p:nvPr>
        </p:nvSpPr>
        <p:spPr/>
        <p:txBody>
          <a:bodyPr/>
          <a:lstStyle/>
          <a:p>
            <a:r>
              <a:rPr lang="en-US"/>
              <a:t>Header 4</a:t>
            </a:r>
          </a:p>
          <a:p>
            <a:pPr lvl="1"/>
            <a:r>
              <a:rPr lang="en-US"/>
              <a:t>Descriptor text </a:t>
            </a:r>
            <a:br>
              <a:rPr lang="en-US"/>
            </a:br>
            <a:r>
              <a:rPr lang="en-US"/>
              <a:t>here in 13-point </a:t>
            </a:r>
            <a:br>
              <a:rPr lang="en-US"/>
            </a:br>
            <a:r>
              <a:rPr lang="en-US"/>
              <a:t>CVS Health Sans.</a:t>
            </a:r>
          </a:p>
        </p:txBody>
      </p:sp>
      <p:sp>
        <p:nvSpPr>
          <p:cNvPr id="57" name="Rectangle 56"/>
          <p:cNvSpPr/>
          <p:nvPr/>
        </p:nvSpPr>
        <p:spPr>
          <a:xfrm>
            <a:off x="9333607" y="2045984"/>
            <a:ext cx="1097280" cy="848941"/>
          </a:xfrm>
          <a:prstGeom prst="rect">
            <a:avLst/>
          </a:prstGeom>
          <a:noFill/>
          <a:ln w="3175"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2"/>
                </a:solidFill>
                <a:cs typeface="Arial" panose="020B0604020202020204" pitchFamily="34" charset="0"/>
              </a:rPr>
              <a:t>place</a:t>
            </a:r>
            <a:br>
              <a:rPr lang="en-US" sz="1200" b="1">
                <a:solidFill>
                  <a:schemeClr val="tx2"/>
                </a:solidFill>
                <a:cs typeface="Arial" panose="020B0604020202020204" pitchFamily="34" charset="0"/>
              </a:rPr>
            </a:br>
            <a:r>
              <a:rPr lang="en-US" sz="1200" b="1">
                <a:solidFill>
                  <a:schemeClr val="tx2"/>
                </a:solidFill>
                <a:cs typeface="Arial" panose="020B0604020202020204" pitchFamily="34" charset="0"/>
              </a:rPr>
              <a:t>pictogram 5</a:t>
            </a:r>
            <a:br>
              <a:rPr lang="en-US" sz="1200" b="1">
                <a:solidFill>
                  <a:schemeClr val="tx2"/>
                </a:solidFill>
                <a:cs typeface="Arial" panose="020B0604020202020204" pitchFamily="34" charset="0"/>
              </a:rPr>
            </a:br>
            <a:r>
              <a:rPr lang="en-US" sz="1200" b="1">
                <a:solidFill>
                  <a:schemeClr val="tx2"/>
                </a:solidFill>
                <a:cs typeface="Arial" panose="020B0604020202020204" pitchFamily="34" charset="0"/>
              </a:rPr>
              <a:t>here</a:t>
            </a:r>
          </a:p>
        </p:txBody>
      </p:sp>
      <p:sp>
        <p:nvSpPr>
          <p:cNvPr id="16" name="Content Placeholder 15"/>
          <p:cNvSpPr>
            <a:spLocks noGrp="1"/>
          </p:cNvSpPr>
          <p:nvPr>
            <p:ph sz="half" idx="13"/>
          </p:nvPr>
        </p:nvSpPr>
        <p:spPr/>
        <p:txBody>
          <a:bodyPr/>
          <a:lstStyle/>
          <a:p>
            <a:r>
              <a:rPr lang="en-US"/>
              <a:t>Header 5</a:t>
            </a:r>
          </a:p>
          <a:p>
            <a:pPr lvl="1"/>
            <a:r>
              <a:rPr lang="en-US"/>
              <a:t>Descriptor text </a:t>
            </a:r>
            <a:br>
              <a:rPr lang="en-US"/>
            </a:br>
            <a:r>
              <a:rPr lang="en-US"/>
              <a:t>here in 13-point </a:t>
            </a:r>
            <a:br>
              <a:rPr lang="en-US"/>
            </a:br>
            <a:r>
              <a:rPr lang="en-US"/>
              <a:t>CVS Health Sans.</a:t>
            </a:r>
          </a:p>
        </p:txBody>
      </p:sp>
      <p:cxnSp>
        <p:nvCxnSpPr>
          <p:cNvPr id="15" name="Straight Connector 14">
            <a:extLst>
              <a:ext uri="{FF2B5EF4-FFF2-40B4-BE49-F238E27FC236}">
                <a16:creationId xmlns:a16="http://schemas.microsoft.com/office/drawing/2014/main" id="{07846BF9-DC5F-415C-BF7D-80A9BA867CB4}"/>
              </a:ext>
              <a:ext uri="{C183D7F6-B498-43B3-948B-1728B52AA6E4}">
                <adec:decorative xmlns:adec="http://schemas.microsoft.com/office/drawing/2017/decorative" val="1"/>
              </a:ext>
            </a:extLst>
          </p:cNvPr>
          <p:cNvCxnSpPr>
            <a:cxnSpLocks/>
          </p:cNvCxnSpPr>
          <p:nvPr/>
        </p:nvCxnSpPr>
        <p:spPr>
          <a:xfrm>
            <a:off x="1064663" y="3200868"/>
            <a:ext cx="11124162" cy="0"/>
          </a:xfrm>
          <a:prstGeom prst="line">
            <a:avLst/>
          </a:prstGeom>
          <a:ln w="12700" cmpd="sng">
            <a:solidFill>
              <a:schemeClr val="accent6"/>
            </a:solidFill>
          </a:ln>
        </p:spPr>
        <p:style>
          <a:lnRef idx="1">
            <a:schemeClr val="accent1"/>
          </a:lnRef>
          <a:fillRef idx="0">
            <a:schemeClr val="accent1"/>
          </a:fillRef>
          <a:effectRef idx="0">
            <a:schemeClr val="accent1"/>
          </a:effectRef>
          <a:fontRef idx="minor">
            <a:schemeClr val="tx1"/>
          </a:fontRef>
        </p:style>
      </p:cxnSp>
      <p:sp>
        <p:nvSpPr>
          <p:cNvPr id="34" name="Rectangle 33">
            <a:extLst>
              <a:ext uri="{FF2B5EF4-FFF2-40B4-BE49-F238E27FC236}">
                <a16:creationId xmlns:a16="http://schemas.microsoft.com/office/drawing/2014/main" id="{4CB59A1C-077D-48CE-A261-5549C3E7826D}"/>
              </a:ext>
            </a:extLst>
          </p:cNvPr>
          <p:cNvSpPr/>
          <p:nvPr/>
        </p:nvSpPr>
        <p:spPr bwMode="gray">
          <a:xfrm>
            <a:off x="12372479" y="0"/>
            <a:ext cx="1771034" cy="894125"/>
          </a:xfrm>
          <a:prstGeom prst="rect">
            <a:avLst/>
          </a:prstGeom>
          <a:solidFill>
            <a:srgbClr val="FFFF99"/>
          </a:solidFill>
          <a:ln>
            <a:noFill/>
            <a:miter lim="800000"/>
          </a:ln>
          <a:effectLst/>
        </p:spPr>
        <p:style>
          <a:lnRef idx="1">
            <a:schemeClr val="accent1"/>
          </a:lnRef>
          <a:fillRef idx="3">
            <a:schemeClr val="accent1"/>
          </a:fillRef>
          <a:effectRef idx="2">
            <a:schemeClr val="accent1"/>
          </a:effectRef>
          <a:fontRef idx="minor">
            <a:schemeClr val="lt1"/>
          </a:fontRef>
        </p:style>
        <p:txBody>
          <a:bodyPr lIns="182880" rtlCol="0" anchor="ctr"/>
          <a:lstStyle/>
          <a:p>
            <a:pPr>
              <a:lnSpc>
                <a:spcPct val="105000"/>
              </a:lnSpc>
              <a:spcAft>
                <a:spcPts val="1200"/>
              </a:spcAft>
            </a:pPr>
            <a:r>
              <a:rPr lang="en-US" sz="1300" b="1">
                <a:solidFill>
                  <a:srgbClr val="3F3F3F"/>
                </a:solidFill>
              </a:rPr>
              <a:t>Pictogram library </a:t>
            </a:r>
            <a:br>
              <a:rPr lang="en-US" sz="1300" b="1">
                <a:solidFill>
                  <a:srgbClr val="3F3F3F"/>
                </a:solidFill>
              </a:rPr>
            </a:br>
            <a:r>
              <a:rPr lang="en-US" sz="1300">
                <a:solidFill>
                  <a:srgbClr val="3F3F3F"/>
                </a:solidFill>
              </a:rPr>
              <a:t>is</a:t>
            </a:r>
            <a:r>
              <a:rPr lang="en-US" sz="1300" b="1">
                <a:solidFill>
                  <a:srgbClr val="3F3F3F"/>
                </a:solidFill>
              </a:rPr>
              <a:t> </a:t>
            </a:r>
            <a:r>
              <a:rPr lang="en-US" sz="1300">
                <a:solidFill>
                  <a:srgbClr val="3F3F3F"/>
                </a:solidFill>
              </a:rPr>
              <a:t>available on the </a:t>
            </a:r>
            <a:r>
              <a:rPr lang="en-US" sz="1300" u="sng">
                <a:solidFill>
                  <a:srgbClr val="3F3F3F"/>
                </a:solidFill>
                <a:hlinkClick r:id="rId2"/>
              </a:rPr>
              <a:t>Brand Center</a:t>
            </a:r>
            <a:r>
              <a:rPr lang="en-US" sz="1300">
                <a:solidFill>
                  <a:srgbClr val="3F3F3F"/>
                </a:solidFill>
              </a:rPr>
              <a:t>.</a:t>
            </a:r>
            <a:endParaRPr lang="en-US" sz="1300" u="sng">
              <a:solidFill>
                <a:schemeClr val="accent2"/>
              </a:solidFill>
            </a:endParaRPr>
          </a:p>
        </p:txBody>
      </p:sp>
      <p:sp>
        <p:nvSpPr>
          <p:cNvPr id="17" name="Rectangle 16">
            <a:extLst>
              <a:ext uri="{FF2B5EF4-FFF2-40B4-BE49-F238E27FC236}">
                <a16:creationId xmlns:a16="http://schemas.microsoft.com/office/drawing/2014/main" id="{EEFD5D2D-97CB-448D-BC43-0DE044DF7534}"/>
              </a:ext>
            </a:extLst>
          </p:cNvPr>
          <p:cNvSpPr/>
          <p:nvPr/>
        </p:nvSpPr>
        <p:spPr bwMode="gray">
          <a:xfrm>
            <a:off x="12372479" y="980292"/>
            <a:ext cx="1771034" cy="1583045"/>
          </a:xfrm>
          <a:prstGeom prst="rect">
            <a:avLst/>
          </a:prstGeom>
          <a:solidFill>
            <a:schemeClr val="bg1"/>
          </a:solidFill>
          <a:ln>
            <a:noFill/>
            <a:miter lim="800000"/>
          </a:ln>
          <a:effectLst/>
        </p:spPr>
        <p:style>
          <a:lnRef idx="1">
            <a:schemeClr val="accent1"/>
          </a:lnRef>
          <a:fillRef idx="3">
            <a:schemeClr val="accent1"/>
          </a:fillRef>
          <a:effectRef idx="2">
            <a:schemeClr val="accent1"/>
          </a:effectRef>
          <a:fontRef idx="minor">
            <a:schemeClr val="lt1"/>
          </a:fontRef>
        </p:style>
        <p:txBody>
          <a:bodyPr lIns="182880" rtlCol="0" anchor="ctr"/>
          <a:lstStyle/>
          <a:p>
            <a:pPr marL="0" lvl="1">
              <a:lnSpc>
                <a:spcPct val="95000"/>
              </a:lnSpc>
              <a:spcAft>
                <a:spcPts val="600"/>
              </a:spcAft>
            </a:pPr>
            <a:r>
              <a:rPr lang="en-US" sz="1500" b="1">
                <a:solidFill>
                  <a:schemeClr val="tx2"/>
                </a:solidFill>
              </a:rPr>
              <a:t>Accessibility </a:t>
            </a:r>
            <a:r>
              <a:rPr lang="en-US" sz="1300">
                <a:solidFill>
                  <a:schemeClr val="tx2"/>
                </a:solidFill>
              </a:rPr>
              <a:t>guidance</a:t>
            </a:r>
          </a:p>
          <a:p>
            <a:pPr marL="0" lvl="1">
              <a:lnSpc>
                <a:spcPct val="105000"/>
              </a:lnSpc>
              <a:spcAft>
                <a:spcPts val="600"/>
              </a:spcAft>
            </a:pPr>
            <a:r>
              <a:rPr lang="en-US" sz="1300">
                <a:solidFill>
                  <a:schemeClr val="tx2"/>
                </a:solidFill>
              </a:rPr>
              <a:t>Pictograms </a:t>
            </a:r>
            <a:br>
              <a:rPr lang="en-US" sz="1300">
                <a:solidFill>
                  <a:schemeClr val="tx2"/>
                </a:solidFill>
              </a:rPr>
            </a:br>
            <a:r>
              <a:rPr lang="en-US" sz="1300">
                <a:solidFill>
                  <a:schemeClr val="tx2"/>
                </a:solidFill>
              </a:rPr>
              <a:t>must have a </a:t>
            </a:r>
            <a:br>
              <a:rPr lang="en-US" sz="1300">
                <a:solidFill>
                  <a:schemeClr val="tx2"/>
                </a:solidFill>
              </a:rPr>
            </a:br>
            <a:r>
              <a:rPr lang="en-US" sz="1300">
                <a:solidFill>
                  <a:schemeClr val="tx2"/>
                </a:solidFill>
              </a:rPr>
              <a:t>short description </a:t>
            </a:r>
            <a:br>
              <a:rPr lang="en-US" sz="1300">
                <a:solidFill>
                  <a:schemeClr val="tx2"/>
                </a:solidFill>
              </a:rPr>
            </a:br>
            <a:r>
              <a:rPr lang="en-US" sz="1300">
                <a:solidFill>
                  <a:schemeClr val="tx2"/>
                </a:solidFill>
              </a:rPr>
              <a:t>in Alt Text.</a:t>
            </a:r>
          </a:p>
        </p:txBody>
      </p:sp>
    </p:spTree>
    <p:extLst>
      <p:ext uri="{BB962C8B-B14F-4D97-AF65-F5344CB8AC3E}">
        <p14:creationId xmlns:p14="http://schemas.microsoft.com/office/powerpoint/2010/main" val="23237200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5368A-1D7E-4C3A-9193-0DE13B47EE25}"/>
              </a:ext>
            </a:extLst>
          </p:cNvPr>
          <p:cNvSpPr>
            <a:spLocks noGrp="1"/>
          </p:cNvSpPr>
          <p:nvPr>
            <p:ph type="title"/>
          </p:nvPr>
        </p:nvSpPr>
        <p:spPr>
          <a:xfrm>
            <a:off x="557784" y="530351"/>
            <a:ext cx="5009018" cy="713232"/>
          </a:xfrm>
        </p:spPr>
        <p:txBody>
          <a:bodyPr/>
          <a:lstStyle/>
          <a:p>
            <a:r>
              <a:rPr lang="en-US"/>
              <a:t>Title with image on right layout</a:t>
            </a:r>
          </a:p>
        </p:txBody>
      </p:sp>
      <p:sp>
        <p:nvSpPr>
          <p:cNvPr id="4" name="Content Placeholder 3">
            <a:extLst>
              <a:ext uri="{FF2B5EF4-FFF2-40B4-BE49-F238E27FC236}">
                <a16:creationId xmlns:a16="http://schemas.microsoft.com/office/drawing/2014/main" id="{D7DA9EA9-60C9-4A53-8C15-F03D3C1FBD87}"/>
              </a:ext>
            </a:extLst>
          </p:cNvPr>
          <p:cNvSpPr>
            <a:spLocks noGrp="1"/>
          </p:cNvSpPr>
          <p:nvPr>
            <p:ph idx="1"/>
          </p:nvPr>
        </p:nvSpPr>
        <p:spPr/>
        <p:txBody>
          <a:bodyPr/>
          <a:lstStyle/>
          <a:p>
            <a:r>
              <a:rPr lang="en-US"/>
              <a:t>The body text is 13-point CVS Health Sans in Text Gray. </a:t>
            </a:r>
          </a:p>
          <a:p>
            <a:pPr lvl="1"/>
            <a:r>
              <a:rPr lang="en-US"/>
              <a:t>First-level bullet </a:t>
            </a:r>
          </a:p>
          <a:p>
            <a:pPr lvl="1"/>
            <a:r>
              <a:rPr lang="en-US"/>
              <a:t>First-level bullet</a:t>
            </a:r>
          </a:p>
          <a:p>
            <a:pPr lvl="2"/>
            <a:r>
              <a:rPr lang="en-US"/>
              <a:t>Second-level bullet</a:t>
            </a:r>
          </a:p>
        </p:txBody>
      </p:sp>
      <p:pic>
        <p:nvPicPr>
          <p:cNvPr id="8" name="Picture Placeholder 7" descr="Two people sitting at a table looking at a phone.&#10;&#10;20220611_CVS_HHT_Bill_Nicole_Billy_Maya_Shot_02_0144.">
            <a:extLst>
              <a:ext uri="{FF2B5EF4-FFF2-40B4-BE49-F238E27FC236}">
                <a16:creationId xmlns:a16="http://schemas.microsoft.com/office/drawing/2014/main" id="{5B4C906B-2400-4BC1-A6E3-FD9FBA35E300}"/>
              </a:ext>
            </a:extLst>
          </p:cNvPr>
          <p:cNvPicPr>
            <a:picLocks noGrp="1" noChangeAspect="1"/>
          </p:cNvPicPr>
          <p:nvPr>
            <p:ph type="pic" sz="quarter" idx="16"/>
          </p:nvPr>
        </p:nvPicPr>
        <p:blipFill>
          <a:blip r:embed="rId2" cstate="screen">
            <a:extLst>
              <a:ext uri="{28A0092B-C50C-407E-A947-70E740481C1C}">
                <a14:useLocalDpi xmlns:a14="http://schemas.microsoft.com/office/drawing/2010/main"/>
              </a:ext>
            </a:extLst>
          </a:blip>
          <a:srcRect l="20382" r="20382"/>
          <a:stretch>
            <a:fillRect/>
          </a:stretch>
        </p:blipFill>
        <p:spPr/>
      </p:pic>
      <p:pic>
        <p:nvPicPr>
          <p:cNvPr id="13" name="Graphic 12" descr="CVS Health logo.">
            <a:extLst>
              <a:ext uri="{FF2B5EF4-FFF2-40B4-BE49-F238E27FC236}">
                <a16:creationId xmlns:a16="http://schemas.microsoft.com/office/drawing/2014/main" id="{54479C4D-022E-4D96-B53C-82E852717F1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351008" y="6373368"/>
            <a:ext cx="1273813" cy="155448"/>
          </a:xfrm>
          <a:prstGeom prst="rect">
            <a:avLst/>
          </a:prstGeom>
        </p:spPr>
      </p:pic>
      <p:sp>
        <p:nvSpPr>
          <p:cNvPr id="9" name="Rectangle 8">
            <a:extLst>
              <a:ext uri="{FF2B5EF4-FFF2-40B4-BE49-F238E27FC236}">
                <a16:creationId xmlns:a16="http://schemas.microsoft.com/office/drawing/2014/main" id="{4F4EE746-0F43-45D9-BADD-E93AD07C440A}"/>
              </a:ext>
            </a:extLst>
          </p:cNvPr>
          <p:cNvSpPr/>
          <p:nvPr/>
        </p:nvSpPr>
        <p:spPr bwMode="gray">
          <a:xfrm>
            <a:off x="12372479" y="0"/>
            <a:ext cx="2321422" cy="1351128"/>
          </a:xfrm>
          <a:prstGeom prst="rect">
            <a:avLst/>
          </a:prstGeom>
          <a:solidFill>
            <a:srgbClr val="FFFF99"/>
          </a:solidFill>
          <a:ln>
            <a:noFill/>
            <a:miter lim="800000"/>
          </a:ln>
          <a:effectLst/>
        </p:spPr>
        <p:style>
          <a:lnRef idx="1">
            <a:schemeClr val="accent1"/>
          </a:lnRef>
          <a:fillRef idx="3">
            <a:schemeClr val="accent1"/>
          </a:fillRef>
          <a:effectRef idx="2">
            <a:schemeClr val="accent1"/>
          </a:effectRef>
          <a:fontRef idx="minor">
            <a:schemeClr val="lt1"/>
          </a:fontRef>
        </p:style>
        <p:txBody>
          <a:bodyPr lIns="182880" tIns="137160" rtlCol="0" anchor="t"/>
          <a:lstStyle/>
          <a:p>
            <a:pPr>
              <a:spcAft>
                <a:spcPts val="600"/>
              </a:spcAft>
            </a:pPr>
            <a:r>
              <a:rPr lang="en-US" sz="1300" b="0">
                <a:solidFill>
                  <a:schemeClr val="tx2"/>
                </a:solidFill>
              </a:rPr>
              <a:t>More images are available on CVS Health Assets.</a:t>
            </a:r>
          </a:p>
          <a:p>
            <a:r>
              <a:rPr lang="en-US" sz="1300" b="0">
                <a:solidFill>
                  <a:schemeClr val="tx2"/>
                </a:solidFill>
              </a:rPr>
              <a:t>Please direct questions to </a:t>
            </a:r>
          </a:p>
          <a:p>
            <a:r>
              <a:rPr lang="en-US" sz="1300" b="0" u="sng">
                <a:solidFill>
                  <a:schemeClr val="tx2"/>
                </a:solidFill>
                <a:hlinkClick r:id="rId4"/>
              </a:rPr>
              <a:t>CVSDAMSupport@</a:t>
            </a:r>
            <a:br>
              <a:rPr lang="en-US" sz="1300" b="0" u="sng">
                <a:solidFill>
                  <a:schemeClr val="tx2"/>
                </a:solidFill>
                <a:hlinkClick r:id="rId4"/>
              </a:rPr>
            </a:br>
            <a:r>
              <a:rPr lang="en-US" sz="1300" b="0" u="sng">
                <a:solidFill>
                  <a:schemeClr val="tx2"/>
                </a:solidFill>
                <a:hlinkClick r:id="rId4"/>
              </a:rPr>
              <a:t>CVSHealth.com</a:t>
            </a:r>
            <a:endParaRPr lang="en-US" sz="1300" b="0">
              <a:solidFill>
                <a:schemeClr val="tx2"/>
              </a:solidFill>
            </a:endParaRPr>
          </a:p>
        </p:txBody>
      </p:sp>
    </p:spTree>
    <p:extLst>
      <p:ext uri="{BB962C8B-B14F-4D97-AF65-F5344CB8AC3E}">
        <p14:creationId xmlns:p14="http://schemas.microsoft.com/office/powerpoint/2010/main" val="205970963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3C91AB-440A-4A2D-98F4-F02F41592E84}"/>
              </a:ext>
            </a:extLst>
          </p:cNvPr>
          <p:cNvSpPr>
            <a:spLocks noGrp="1"/>
          </p:cNvSpPr>
          <p:nvPr>
            <p:ph type="title"/>
          </p:nvPr>
        </p:nvSpPr>
        <p:spPr/>
        <p:txBody>
          <a:bodyPr/>
          <a:lstStyle/>
          <a:p>
            <a:r>
              <a:rPr lang="en-US"/>
              <a:t>Title with image on left layout</a:t>
            </a:r>
          </a:p>
        </p:txBody>
      </p:sp>
      <p:sp>
        <p:nvSpPr>
          <p:cNvPr id="3" name="Text Placeholder 2">
            <a:extLst>
              <a:ext uri="{FF2B5EF4-FFF2-40B4-BE49-F238E27FC236}">
                <a16:creationId xmlns:a16="http://schemas.microsoft.com/office/drawing/2014/main" id="{6117D3D4-BA0A-4CDD-9EC6-8E17D279EAAC}"/>
              </a:ext>
            </a:extLst>
          </p:cNvPr>
          <p:cNvSpPr>
            <a:spLocks noGrp="1"/>
          </p:cNvSpPr>
          <p:nvPr>
            <p:ph idx="1"/>
          </p:nvPr>
        </p:nvSpPr>
        <p:spPr/>
        <p:txBody>
          <a:bodyPr/>
          <a:lstStyle/>
          <a:p>
            <a:r>
              <a:rPr lang="en-US"/>
              <a:t>The body text is 13-point CVS Health Sans in Text Gray. </a:t>
            </a:r>
          </a:p>
          <a:p>
            <a:pPr lvl="1"/>
            <a:r>
              <a:rPr lang="en-US"/>
              <a:t>First-level bullet </a:t>
            </a:r>
          </a:p>
          <a:p>
            <a:pPr lvl="1"/>
            <a:r>
              <a:rPr lang="en-US"/>
              <a:t>First-level bullet</a:t>
            </a:r>
          </a:p>
          <a:p>
            <a:pPr lvl="2"/>
            <a:r>
              <a:rPr lang="en-US"/>
              <a:t>Second-level bullet</a:t>
            </a:r>
          </a:p>
        </p:txBody>
      </p:sp>
      <p:pic>
        <p:nvPicPr>
          <p:cNvPr id="7" name="Picture Placeholder 6" descr="A senior man riding a bicycle.&#10;&#10;20220612_CVS_HHT_Pauline_Richard_Shot_02_1476.">
            <a:extLst>
              <a:ext uri="{FF2B5EF4-FFF2-40B4-BE49-F238E27FC236}">
                <a16:creationId xmlns:a16="http://schemas.microsoft.com/office/drawing/2014/main" id="{DBD453BB-F081-4944-A28D-E7872D9544E9}"/>
              </a:ext>
            </a:extLst>
          </p:cNvPr>
          <p:cNvPicPr>
            <a:picLocks noGrp="1" noChangeAspect="1"/>
          </p:cNvPicPr>
          <p:nvPr>
            <p:ph type="pic" sz="quarter" idx="16"/>
          </p:nvPr>
        </p:nvPicPr>
        <p:blipFill rotWithShape="1">
          <a:blip r:embed="rId2" cstate="screen">
            <a:extLst>
              <a:ext uri="{28A0092B-C50C-407E-A947-70E740481C1C}">
                <a14:useLocalDpi xmlns:a14="http://schemas.microsoft.com/office/drawing/2010/main"/>
              </a:ext>
            </a:extLst>
          </a:blip>
          <a:srcRect l="20431" r="20431"/>
          <a:stretch/>
        </p:blipFill>
        <p:spPr>
          <a:xfrm flipH="1">
            <a:off x="0" y="0"/>
            <a:ext cx="6094413" cy="6858000"/>
          </a:xfrm>
        </p:spPr>
      </p:pic>
      <p:sp>
        <p:nvSpPr>
          <p:cNvPr id="10" name="Content Placeholder 8">
            <a:extLst>
              <a:ext uri="{FF2B5EF4-FFF2-40B4-BE49-F238E27FC236}">
                <a16:creationId xmlns:a16="http://schemas.microsoft.com/office/drawing/2014/main" id="{D7945FCD-5DE8-4D6A-A06A-87A56179F4FD}"/>
              </a:ext>
            </a:extLst>
          </p:cNvPr>
          <p:cNvSpPr txBox="1">
            <a:spLocks/>
          </p:cNvSpPr>
          <p:nvPr/>
        </p:nvSpPr>
        <p:spPr>
          <a:xfrm>
            <a:off x="557784" y="6367487"/>
            <a:ext cx="352367" cy="228600"/>
          </a:xfrm>
          <a:prstGeom prst="rect">
            <a:avLst/>
          </a:prstGeom>
        </p:spPr>
        <p:txBody>
          <a:bodyPr lIns="0" rIns="0" anchor="ctr"/>
          <a:lstStyle>
            <a:lvl1pPr marL="0" indent="0" algn="l" defTabSz="914400" rtl="0" eaLnBrk="1" latinLnBrk="0" hangingPunct="1">
              <a:spcBef>
                <a:spcPts val="600"/>
              </a:spcBef>
              <a:spcAft>
                <a:spcPts val="0"/>
              </a:spcAft>
              <a:buClrTx/>
              <a:buFontTx/>
              <a:buNone/>
              <a:tabLst>
                <a:tab pos="1201738" algn="l"/>
              </a:tabLst>
              <a:defRPr sz="800" b="0" i="0" kern="1200">
                <a:solidFill>
                  <a:schemeClr val="tx2"/>
                </a:solidFill>
                <a:latin typeface="Open Sans"/>
                <a:ea typeface="+mn-ea"/>
                <a:cs typeface="Open Sans"/>
              </a:defRPr>
            </a:lvl1pPr>
            <a:lvl2pPr marL="200025"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2pPr>
            <a:lvl3pPr marL="398463" indent="-200025" algn="l" defTabSz="914400" rtl="0" eaLnBrk="1" latinLnBrk="0" hangingPunct="1">
              <a:spcBef>
                <a:spcPts val="600"/>
              </a:spcBef>
              <a:spcAft>
                <a:spcPts val="0"/>
              </a:spcAft>
              <a:buClrTx/>
              <a:buFont typeface="CVS Health Sans"/>
              <a:buChar char="−"/>
              <a:tabLst>
                <a:tab pos="1201738" algn="l"/>
              </a:tabLst>
              <a:defRPr sz="1600" b="0" i="0" kern="1200">
                <a:solidFill>
                  <a:schemeClr val="tx2"/>
                </a:solidFill>
                <a:latin typeface="Open Sans Light"/>
                <a:ea typeface="+mn-ea"/>
                <a:cs typeface="Open Sans Light"/>
              </a:defRPr>
            </a:lvl3pPr>
            <a:lvl4pPr marL="622300"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4pPr>
            <a:lvl5pPr marL="806450" indent="-182563" algn="l" defTabSz="914400" rtl="0" eaLnBrk="1" latinLnBrk="0" hangingPunct="1">
              <a:spcBef>
                <a:spcPts val="600"/>
              </a:spcBef>
              <a:spcAft>
                <a:spcPts val="0"/>
              </a:spcAft>
              <a:buClrTx/>
              <a:buFont typeface="CVS Health Sans"/>
              <a:buChar char="−"/>
              <a:tabLst>
                <a:tab pos="1201738" algn="l"/>
              </a:tabLst>
              <a:defRPr sz="1600" b="0" i="0" kern="1200">
                <a:solidFill>
                  <a:schemeClr val="tx2"/>
                </a:solidFill>
                <a:latin typeface="Open Sans Light"/>
                <a:ea typeface="+mn-ea"/>
                <a:cs typeface="Open Sans Light"/>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l"/>
            <a:fld id="{38743595-4496-5147-A886-7D133864DF76}" type="slidenum">
              <a:rPr lang="en-US" sz="1000" b="0" smtClean="0">
                <a:solidFill>
                  <a:schemeClr val="bg1"/>
                </a:solidFill>
                <a:latin typeface="CVS Health Sans Medium" panose="020B0504020202020204" pitchFamily="34" charset="0"/>
                <a:ea typeface="Open Sans" panose="020B0606030504020204" pitchFamily="34" charset="0"/>
                <a:cs typeface="Arial" panose="020B0604020202020204" pitchFamily="34" charset="0"/>
              </a:rPr>
              <a:pPr algn="l"/>
              <a:t>30</a:t>
            </a:fld>
            <a:endParaRPr lang="en-US" sz="1000" b="0">
              <a:solidFill>
                <a:schemeClr val="bg1"/>
              </a:solidFill>
              <a:latin typeface="CVS Health Sans Medium" panose="020B0504020202020204" pitchFamily="34" charset="0"/>
              <a:ea typeface="Open Sans" panose="020B0606030504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3C638B1D-A52D-463A-A3DD-5E0D246E8BF3}"/>
              </a:ext>
            </a:extLst>
          </p:cNvPr>
          <p:cNvSpPr txBox="1"/>
          <p:nvPr/>
        </p:nvSpPr>
        <p:spPr>
          <a:xfrm>
            <a:off x="859534" y="6425581"/>
            <a:ext cx="8046720" cy="123111"/>
          </a:xfrm>
          <a:prstGeom prst="rect">
            <a:avLst/>
          </a:prstGeom>
          <a:noFill/>
        </p:spPr>
        <p:txBody>
          <a:bodyPr wrap="square" lIns="0" tIns="0" rIns="0" bIns="0" rtlCol="0" anchor="b">
            <a:spAutoFit/>
          </a:bodyPr>
          <a:lstStyle/>
          <a:p>
            <a:r>
              <a:rPr lang="en-US" sz="800">
                <a:solidFill>
                  <a:schemeClr val="bg1"/>
                </a:solidFill>
                <a:latin typeface="+mn-lt"/>
              </a:rPr>
              <a:t>©2026 CVS Health and/or one of its affiliates. Confidential and proprietary.</a:t>
            </a:r>
          </a:p>
        </p:txBody>
      </p:sp>
      <p:sp>
        <p:nvSpPr>
          <p:cNvPr id="8" name="Rectangle 7">
            <a:extLst>
              <a:ext uri="{FF2B5EF4-FFF2-40B4-BE49-F238E27FC236}">
                <a16:creationId xmlns:a16="http://schemas.microsoft.com/office/drawing/2014/main" id="{7AA7ABA4-2BBC-45AA-8551-1E1221FEE5D8}"/>
              </a:ext>
            </a:extLst>
          </p:cNvPr>
          <p:cNvSpPr/>
          <p:nvPr/>
        </p:nvSpPr>
        <p:spPr bwMode="gray">
          <a:xfrm>
            <a:off x="12372479" y="0"/>
            <a:ext cx="2321422" cy="1351128"/>
          </a:xfrm>
          <a:prstGeom prst="rect">
            <a:avLst/>
          </a:prstGeom>
          <a:solidFill>
            <a:srgbClr val="FFFF99"/>
          </a:solidFill>
          <a:ln>
            <a:noFill/>
            <a:miter lim="800000"/>
          </a:ln>
          <a:effectLst/>
        </p:spPr>
        <p:style>
          <a:lnRef idx="1">
            <a:schemeClr val="accent1"/>
          </a:lnRef>
          <a:fillRef idx="3">
            <a:schemeClr val="accent1"/>
          </a:fillRef>
          <a:effectRef idx="2">
            <a:schemeClr val="accent1"/>
          </a:effectRef>
          <a:fontRef idx="minor">
            <a:schemeClr val="lt1"/>
          </a:fontRef>
        </p:style>
        <p:txBody>
          <a:bodyPr lIns="182880" tIns="137160" rtlCol="0" anchor="t"/>
          <a:lstStyle/>
          <a:p>
            <a:pPr>
              <a:spcAft>
                <a:spcPts val="600"/>
              </a:spcAft>
            </a:pPr>
            <a:r>
              <a:rPr lang="en-US" sz="1300" b="0">
                <a:solidFill>
                  <a:schemeClr val="tx2"/>
                </a:solidFill>
              </a:rPr>
              <a:t>More images are available on CVS Health Assets.</a:t>
            </a:r>
          </a:p>
          <a:p>
            <a:r>
              <a:rPr lang="en-US" sz="1300" b="0">
                <a:solidFill>
                  <a:schemeClr val="tx2"/>
                </a:solidFill>
              </a:rPr>
              <a:t>Please direct questions to </a:t>
            </a:r>
          </a:p>
          <a:p>
            <a:r>
              <a:rPr lang="en-US" sz="1300" b="0" u="sng">
                <a:solidFill>
                  <a:schemeClr val="tx2"/>
                </a:solidFill>
                <a:hlinkClick r:id="rId3"/>
              </a:rPr>
              <a:t>CVSDAMSupport@</a:t>
            </a:r>
            <a:br>
              <a:rPr lang="en-US" sz="1300" b="0" u="sng">
                <a:solidFill>
                  <a:schemeClr val="tx2"/>
                </a:solidFill>
                <a:hlinkClick r:id="rId3"/>
              </a:rPr>
            </a:br>
            <a:r>
              <a:rPr lang="en-US" sz="1300" b="0" u="sng">
                <a:solidFill>
                  <a:schemeClr val="tx2"/>
                </a:solidFill>
                <a:hlinkClick r:id="rId3"/>
              </a:rPr>
              <a:t>CVSHealth.com</a:t>
            </a:r>
            <a:endParaRPr lang="en-US" sz="1300" b="0">
              <a:solidFill>
                <a:schemeClr val="tx2"/>
              </a:solidFill>
            </a:endParaRPr>
          </a:p>
        </p:txBody>
      </p:sp>
    </p:spTree>
    <p:extLst>
      <p:ext uri="{BB962C8B-B14F-4D97-AF65-F5344CB8AC3E}">
        <p14:creationId xmlns:p14="http://schemas.microsoft.com/office/powerpoint/2010/main" val="9934328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14B49EF0-1253-4071-A78C-B5C9E288CE4B}"/>
              </a:ext>
            </a:extLst>
          </p:cNvPr>
          <p:cNvSpPr>
            <a:spLocks noGrp="1"/>
          </p:cNvSpPr>
          <p:nvPr>
            <p:ph type="title"/>
          </p:nvPr>
        </p:nvSpPr>
        <p:spPr>
          <a:xfrm>
            <a:off x="579556" y="0"/>
            <a:ext cx="2958302" cy="6425581"/>
          </a:xfrm>
        </p:spPr>
        <p:txBody>
          <a:bodyPr/>
          <a:lstStyle/>
          <a:p>
            <a:r>
              <a:rPr lang="en-US"/>
              <a:t>Title for </a:t>
            </a:r>
            <a:br>
              <a:rPr lang="en-US"/>
            </a:br>
            <a:r>
              <a:rPr lang="en-US"/>
              <a:t>one panel comparison layout</a:t>
            </a:r>
          </a:p>
        </p:txBody>
      </p:sp>
      <p:sp>
        <p:nvSpPr>
          <p:cNvPr id="34" name="Rectangle 33"/>
          <p:cNvSpPr/>
          <p:nvPr/>
        </p:nvSpPr>
        <p:spPr>
          <a:xfrm>
            <a:off x="5541744" y="1619720"/>
            <a:ext cx="1097280" cy="848941"/>
          </a:xfrm>
          <a:prstGeom prst="rect">
            <a:avLst/>
          </a:prstGeom>
          <a:noFill/>
          <a:ln w="3175"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2"/>
                </a:solidFill>
                <a:cs typeface="Arial" panose="020B0604020202020204" pitchFamily="34" charset="0"/>
              </a:rPr>
              <a:t>place</a:t>
            </a:r>
            <a:br>
              <a:rPr lang="en-US" sz="1200" b="1">
                <a:solidFill>
                  <a:schemeClr val="tx2"/>
                </a:solidFill>
                <a:cs typeface="Arial" panose="020B0604020202020204" pitchFamily="34" charset="0"/>
              </a:rPr>
            </a:br>
            <a:r>
              <a:rPr lang="en-US" sz="1200" b="1">
                <a:solidFill>
                  <a:schemeClr val="tx2"/>
                </a:solidFill>
                <a:cs typeface="Arial" panose="020B0604020202020204" pitchFamily="34" charset="0"/>
              </a:rPr>
              <a:t>pictogram 1</a:t>
            </a:r>
            <a:br>
              <a:rPr lang="en-US" sz="1200" b="1">
                <a:solidFill>
                  <a:schemeClr val="tx2"/>
                </a:solidFill>
                <a:cs typeface="Arial" panose="020B0604020202020204" pitchFamily="34" charset="0"/>
              </a:rPr>
            </a:br>
            <a:r>
              <a:rPr lang="en-US" sz="1200" b="1">
                <a:solidFill>
                  <a:schemeClr val="tx2"/>
                </a:solidFill>
                <a:cs typeface="Arial" panose="020B0604020202020204" pitchFamily="34" charset="0"/>
              </a:rPr>
              <a:t>here</a:t>
            </a:r>
          </a:p>
        </p:txBody>
      </p:sp>
      <p:cxnSp>
        <p:nvCxnSpPr>
          <p:cNvPr id="24" name="Straight Connector 23">
            <a:extLst>
              <a:ext uri="{FF2B5EF4-FFF2-40B4-BE49-F238E27FC236}">
                <a16:creationId xmlns:a16="http://schemas.microsoft.com/office/drawing/2014/main" id="{94EBA17F-06DE-4D67-99C1-7FE1DB2B344C}"/>
              </a:ext>
              <a:ext uri="{C183D7F6-B498-43B3-948B-1728B52AA6E4}">
                <adec:decorative xmlns:adec="http://schemas.microsoft.com/office/drawing/2017/decorative" val="1"/>
              </a:ext>
            </a:extLst>
          </p:cNvPr>
          <p:cNvCxnSpPr/>
          <p:nvPr/>
        </p:nvCxnSpPr>
        <p:spPr>
          <a:xfrm>
            <a:off x="5761833" y="2633663"/>
            <a:ext cx="657102" cy="0"/>
          </a:xfrm>
          <a:prstGeom prst="line">
            <a:avLst/>
          </a:prstGeom>
          <a:ln w="12700" cmpd="sng">
            <a:solidFill>
              <a:schemeClr val="accent6"/>
            </a:solidFill>
          </a:ln>
        </p:spPr>
        <p:style>
          <a:lnRef idx="1">
            <a:schemeClr val="accent1"/>
          </a:lnRef>
          <a:fillRef idx="0">
            <a:schemeClr val="accent1"/>
          </a:fillRef>
          <a:effectRef idx="0">
            <a:schemeClr val="accent1"/>
          </a:effectRef>
          <a:fontRef idx="minor">
            <a:schemeClr val="tx1"/>
          </a:fontRef>
        </p:style>
      </p:cxnSp>
      <p:sp>
        <p:nvSpPr>
          <p:cNvPr id="9" name="Content Placeholder 8">
            <a:extLst>
              <a:ext uri="{FF2B5EF4-FFF2-40B4-BE49-F238E27FC236}">
                <a16:creationId xmlns:a16="http://schemas.microsoft.com/office/drawing/2014/main" id="{E2DCEA1F-5FFC-4229-B024-9897060EB4DE}"/>
              </a:ext>
            </a:extLst>
          </p:cNvPr>
          <p:cNvSpPr>
            <a:spLocks noGrp="1"/>
          </p:cNvSpPr>
          <p:nvPr>
            <p:ph sz="half" idx="2"/>
          </p:nvPr>
        </p:nvSpPr>
        <p:spPr>
          <a:xfrm>
            <a:off x="4906236" y="2971852"/>
            <a:ext cx="2368296" cy="2592183"/>
          </a:xfrm>
        </p:spPr>
        <p:txBody>
          <a:bodyPr/>
          <a:lstStyle/>
          <a:p>
            <a:r>
              <a:rPr lang="en-US"/>
              <a:t>Header 1</a:t>
            </a:r>
          </a:p>
          <a:p>
            <a:pPr lvl="1"/>
            <a:r>
              <a:rPr lang="en-US"/>
              <a:t>Title and body </a:t>
            </a:r>
            <a:br>
              <a:rPr lang="en-US"/>
            </a:br>
            <a:r>
              <a:rPr lang="en-US"/>
              <a:t>copy are centered. </a:t>
            </a:r>
            <a:br>
              <a:rPr lang="en-US"/>
            </a:br>
            <a:r>
              <a:rPr lang="en-US"/>
              <a:t>Descriptor</a:t>
            </a:r>
            <a:br>
              <a:rPr lang="en-US"/>
            </a:br>
            <a:r>
              <a:rPr lang="en-US"/>
              <a:t>text here.</a:t>
            </a:r>
          </a:p>
        </p:txBody>
      </p:sp>
      <p:cxnSp>
        <p:nvCxnSpPr>
          <p:cNvPr id="12" name="Straight Connector 11">
            <a:extLst>
              <a:ext uri="{FF2B5EF4-FFF2-40B4-BE49-F238E27FC236}">
                <a16:creationId xmlns:a16="http://schemas.microsoft.com/office/drawing/2014/main" id="{5DFF0962-0913-4464-866C-083196AC1CED}"/>
              </a:ext>
              <a:ext uri="{C183D7F6-B498-43B3-948B-1728B52AA6E4}">
                <adec:decorative xmlns:adec="http://schemas.microsoft.com/office/drawing/2017/decorative" val="1"/>
              </a:ext>
            </a:extLst>
          </p:cNvPr>
          <p:cNvCxnSpPr>
            <a:cxnSpLocks/>
          </p:cNvCxnSpPr>
          <p:nvPr/>
        </p:nvCxnSpPr>
        <p:spPr>
          <a:xfrm>
            <a:off x="8122959" y="1668153"/>
            <a:ext cx="0" cy="2822366"/>
          </a:xfrm>
          <a:prstGeom prst="line">
            <a:avLst/>
          </a:prstGeom>
          <a:ln w="12700" cmpd="sng">
            <a:solidFill>
              <a:schemeClr val="accent6"/>
            </a:solidFill>
          </a:ln>
        </p:spPr>
        <p:style>
          <a:lnRef idx="1">
            <a:schemeClr val="accent1"/>
          </a:lnRef>
          <a:fillRef idx="0">
            <a:schemeClr val="accent1"/>
          </a:fillRef>
          <a:effectRef idx="0">
            <a:schemeClr val="accent1"/>
          </a:effectRef>
          <a:fontRef idx="minor">
            <a:schemeClr val="tx1"/>
          </a:fontRef>
        </p:style>
      </p:cxnSp>
      <p:sp>
        <p:nvSpPr>
          <p:cNvPr id="42" name="Rectangle 41"/>
          <p:cNvSpPr/>
          <p:nvPr/>
        </p:nvSpPr>
        <p:spPr>
          <a:xfrm>
            <a:off x="9605237" y="1619720"/>
            <a:ext cx="1097280" cy="848941"/>
          </a:xfrm>
          <a:prstGeom prst="rect">
            <a:avLst/>
          </a:prstGeom>
          <a:noFill/>
          <a:ln w="3175"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2"/>
                </a:solidFill>
                <a:cs typeface="Arial" panose="020B0604020202020204" pitchFamily="34" charset="0"/>
              </a:rPr>
              <a:t>place</a:t>
            </a:r>
            <a:br>
              <a:rPr lang="en-US" sz="1200" b="1">
                <a:solidFill>
                  <a:schemeClr val="tx2"/>
                </a:solidFill>
                <a:cs typeface="Arial" panose="020B0604020202020204" pitchFamily="34" charset="0"/>
              </a:rPr>
            </a:br>
            <a:r>
              <a:rPr lang="en-US" sz="1200" b="1">
                <a:solidFill>
                  <a:schemeClr val="tx2"/>
                </a:solidFill>
                <a:cs typeface="Arial" panose="020B0604020202020204" pitchFamily="34" charset="0"/>
              </a:rPr>
              <a:t>pictogram 2</a:t>
            </a:r>
            <a:br>
              <a:rPr lang="en-US" sz="1200" b="1">
                <a:solidFill>
                  <a:schemeClr val="tx2"/>
                </a:solidFill>
                <a:cs typeface="Arial" panose="020B0604020202020204" pitchFamily="34" charset="0"/>
              </a:rPr>
            </a:br>
            <a:r>
              <a:rPr lang="en-US" sz="1200" b="1">
                <a:solidFill>
                  <a:schemeClr val="tx2"/>
                </a:solidFill>
                <a:cs typeface="Arial" panose="020B0604020202020204" pitchFamily="34" charset="0"/>
              </a:rPr>
              <a:t>here</a:t>
            </a:r>
          </a:p>
        </p:txBody>
      </p:sp>
      <p:cxnSp>
        <p:nvCxnSpPr>
          <p:cNvPr id="25" name="Straight Connector 24">
            <a:extLst>
              <a:ext uri="{FF2B5EF4-FFF2-40B4-BE49-F238E27FC236}">
                <a16:creationId xmlns:a16="http://schemas.microsoft.com/office/drawing/2014/main" id="{70402482-7D36-4B68-9CF2-1313D048C3C0}"/>
              </a:ext>
              <a:ext uri="{C183D7F6-B498-43B3-948B-1728B52AA6E4}">
                <adec:decorative xmlns:adec="http://schemas.microsoft.com/office/drawing/2017/decorative" val="1"/>
              </a:ext>
            </a:extLst>
          </p:cNvPr>
          <p:cNvCxnSpPr/>
          <p:nvPr/>
        </p:nvCxnSpPr>
        <p:spPr>
          <a:xfrm>
            <a:off x="9825326" y="2633663"/>
            <a:ext cx="657102" cy="0"/>
          </a:xfrm>
          <a:prstGeom prst="line">
            <a:avLst/>
          </a:prstGeom>
          <a:ln w="12700" cmpd="sng">
            <a:solidFill>
              <a:schemeClr val="accent6"/>
            </a:solidFill>
          </a:ln>
        </p:spPr>
        <p:style>
          <a:lnRef idx="1">
            <a:schemeClr val="accent1"/>
          </a:lnRef>
          <a:fillRef idx="0">
            <a:schemeClr val="accent1"/>
          </a:fillRef>
          <a:effectRef idx="0">
            <a:schemeClr val="accent1"/>
          </a:effectRef>
          <a:fontRef idx="minor">
            <a:schemeClr val="tx1"/>
          </a:fontRef>
        </p:style>
      </p:cxnSp>
      <p:sp>
        <p:nvSpPr>
          <p:cNvPr id="10" name="Content Placeholder 9">
            <a:extLst>
              <a:ext uri="{FF2B5EF4-FFF2-40B4-BE49-F238E27FC236}">
                <a16:creationId xmlns:a16="http://schemas.microsoft.com/office/drawing/2014/main" id="{42F800FE-E808-4768-8F24-349FE25B25D5}"/>
              </a:ext>
            </a:extLst>
          </p:cNvPr>
          <p:cNvSpPr>
            <a:spLocks noGrp="1"/>
          </p:cNvSpPr>
          <p:nvPr>
            <p:ph sz="half" idx="18"/>
          </p:nvPr>
        </p:nvSpPr>
        <p:spPr>
          <a:xfrm>
            <a:off x="8969729" y="2971852"/>
            <a:ext cx="2368296" cy="2592183"/>
          </a:xfrm>
        </p:spPr>
        <p:txBody>
          <a:bodyPr/>
          <a:lstStyle/>
          <a:p>
            <a:r>
              <a:rPr lang="en-US"/>
              <a:t>Header 2</a:t>
            </a:r>
          </a:p>
          <a:p>
            <a:pPr lvl="1"/>
            <a:r>
              <a:rPr lang="en-US"/>
              <a:t>Title and body </a:t>
            </a:r>
            <a:br>
              <a:rPr lang="en-US"/>
            </a:br>
            <a:r>
              <a:rPr lang="en-US"/>
              <a:t>copy are centered. </a:t>
            </a:r>
            <a:br>
              <a:rPr lang="en-US"/>
            </a:br>
            <a:r>
              <a:rPr lang="en-US"/>
              <a:t>Descriptor</a:t>
            </a:r>
            <a:br>
              <a:rPr lang="en-US"/>
            </a:br>
            <a:r>
              <a:rPr lang="en-US"/>
              <a:t>text here.</a:t>
            </a:r>
          </a:p>
        </p:txBody>
      </p:sp>
      <p:sp>
        <p:nvSpPr>
          <p:cNvPr id="13" name="Rectangle 12">
            <a:extLst>
              <a:ext uri="{FF2B5EF4-FFF2-40B4-BE49-F238E27FC236}">
                <a16:creationId xmlns:a16="http://schemas.microsoft.com/office/drawing/2014/main" id="{3590A6BA-845D-4BBF-9377-012D63434E3B}"/>
              </a:ext>
            </a:extLst>
          </p:cNvPr>
          <p:cNvSpPr/>
          <p:nvPr/>
        </p:nvSpPr>
        <p:spPr bwMode="gray">
          <a:xfrm>
            <a:off x="12372479" y="0"/>
            <a:ext cx="1771034" cy="894125"/>
          </a:xfrm>
          <a:prstGeom prst="rect">
            <a:avLst/>
          </a:prstGeom>
          <a:solidFill>
            <a:srgbClr val="FFFF99"/>
          </a:solidFill>
          <a:ln>
            <a:noFill/>
            <a:miter lim="800000"/>
          </a:ln>
          <a:effectLst/>
        </p:spPr>
        <p:style>
          <a:lnRef idx="1">
            <a:schemeClr val="accent1"/>
          </a:lnRef>
          <a:fillRef idx="3">
            <a:schemeClr val="accent1"/>
          </a:fillRef>
          <a:effectRef idx="2">
            <a:schemeClr val="accent1"/>
          </a:effectRef>
          <a:fontRef idx="minor">
            <a:schemeClr val="lt1"/>
          </a:fontRef>
        </p:style>
        <p:txBody>
          <a:bodyPr lIns="182880" rtlCol="0" anchor="ctr"/>
          <a:lstStyle/>
          <a:p>
            <a:pPr>
              <a:lnSpc>
                <a:spcPct val="105000"/>
              </a:lnSpc>
              <a:spcAft>
                <a:spcPts val="1200"/>
              </a:spcAft>
            </a:pPr>
            <a:r>
              <a:rPr lang="en-US" sz="1300" b="1">
                <a:solidFill>
                  <a:srgbClr val="3F3F3F"/>
                </a:solidFill>
              </a:rPr>
              <a:t>Pictogram library </a:t>
            </a:r>
            <a:br>
              <a:rPr lang="en-US" sz="1300" b="1">
                <a:solidFill>
                  <a:srgbClr val="3F3F3F"/>
                </a:solidFill>
              </a:rPr>
            </a:br>
            <a:r>
              <a:rPr lang="en-US" sz="1300">
                <a:solidFill>
                  <a:srgbClr val="3F3F3F"/>
                </a:solidFill>
              </a:rPr>
              <a:t>is</a:t>
            </a:r>
            <a:r>
              <a:rPr lang="en-US" sz="1300" b="1">
                <a:solidFill>
                  <a:srgbClr val="3F3F3F"/>
                </a:solidFill>
              </a:rPr>
              <a:t> </a:t>
            </a:r>
            <a:r>
              <a:rPr lang="en-US" sz="1300">
                <a:solidFill>
                  <a:srgbClr val="3F3F3F"/>
                </a:solidFill>
              </a:rPr>
              <a:t>available on the </a:t>
            </a:r>
            <a:r>
              <a:rPr lang="en-US" sz="1300" u="sng">
                <a:solidFill>
                  <a:srgbClr val="3F3F3F"/>
                </a:solidFill>
                <a:hlinkClick r:id="rId2"/>
              </a:rPr>
              <a:t>Brand Center</a:t>
            </a:r>
            <a:r>
              <a:rPr lang="en-US" sz="1300">
                <a:solidFill>
                  <a:srgbClr val="3F3F3F"/>
                </a:solidFill>
              </a:rPr>
              <a:t>.</a:t>
            </a:r>
            <a:endParaRPr lang="en-US" sz="1300" u="sng">
              <a:solidFill>
                <a:schemeClr val="accent2"/>
              </a:solidFill>
            </a:endParaRPr>
          </a:p>
        </p:txBody>
      </p:sp>
      <p:sp>
        <p:nvSpPr>
          <p:cNvPr id="15" name="Rectangle 14">
            <a:extLst>
              <a:ext uri="{FF2B5EF4-FFF2-40B4-BE49-F238E27FC236}">
                <a16:creationId xmlns:a16="http://schemas.microsoft.com/office/drawing/2014/main" id="{57BFEFFD-2F79-4831-9B21-793126B4305B}"/>
              </a:ext>
            </a:extLst>
          </p:cNvPr>
          <p:cNvSpPr/>
          <p:nvPr/>
        </p:nvSpPr>
        <p:spPr bwMode="gray">
          <a:xfrm>
            <a:off x="12372479" y="980292"/>
            <a:ext cx="1771034" cy="1626430"/>
          </a:xfrm>
          <a:prstGeom prst="rect">
            <a:avLst/>
          </a:prstGeom>
          <a:solidFill>
            <a:schemeClr val="bg1"/>
          </a:solidFill>
          <a:ln>
            <a:noFill/>
            <a:miter lim="800000"/>
          </a:ln>
          <a:effectLst/>
        </p:spPr>
        <p:style>
          <a:lnRef idx="1">
            <a:schemeClr val="accent1"/>
          </a:lnRef>
          <a:fillRef idx="3">
            <a:schemeClr val="accent1"/>
          </a:fillRef>
          <a:effectRef idx="2">
            <a:schemeClr val="accent1"/>
          </a:effectRef>
          <a:fontRef idx="minor">
            <a:schemeClr val="lt1"/>
          </a:fontRef>
        </p:style>
        <p:txBody>
          <a:bodyPr lIns="182880" tIns="137160" rtlCol="0" anchor="t"/>
          <a:lstStyle/>
          <a:p>
            <a:pPr marL="0" lvl="1">
              <a:lnSpc>
                <a:spcPct val="95000"/>
              </a:lnSpc>
              <a:spcAft>
                <a:spcPts val="600"/>
              </a:spcAft>
            </a:pPr>
            <a:r>
              <a:rPr lang="en-US" sz="1500" b="1">
                <a:solidFill>
                  <a:schemeClr val="tx2"/>
                </a:solidFill>
              </a:rPr>
              <a:t>Accessibility </a:t>
            </a:r>
            <a:r>
              <a:rPr lang="en-US" sz="1300">
                <a:solidFill>
                  <a:schemeClr val="tx2"/>
                </a:solidFill>
              </a:rPr>
              <a:t>guidance</a:t>
            </a:r>
          </a:p>
          <a:p>
            <a:pPr marL="0" lvl="1">
              <a:lnSpc>
                <a:spcPct val="105000"/>
              </a:lnSpc>
              <a:spcAft>
                <a:spcPts val="600"/>
              </a:spcAft>
            </a:pPr>
            <a:r>
              <a:rPr lang="en-US" sz="1300">
                <a:solidFill>
                  <a:schemeClr val="tx2"/>
                </a:solidFill>
              </a:rPr>
              <a:t>Pictograms </a:t>
            </a:r>
            <a:br>
              <a:rPr lang="en-US" sz="1300">
                <a:solidFill>
                  <a:schemeClr val="tx2"/>
                </a:solidFill>
              </a:rPr>
            </a:br>
            <a:r>
              <a:rPr lang="en-US" sz="1300">
                <a:solidFill>
                  <a:schemeClr val="tx2"/>
                </a:solidFill>
              </a:rPr>
              <a:t>must have a </a:t>
            </a:r>
            <a:br>
              <a:rPr lang="en-US" sz="1300">
                <a:solidFill>
                  <a:schemeClr val="tx2"/>
                </a:solidFill>
              </a:rPr>
            </a:br>
            <a:r>
              <a:rPr lang="en-US" sz="1300">
                <a:solidFill>
                  <a:schemeClr val="tx2"/>
                </a:solidFill>
              </a:rPr>
              <a:t>short description </a:t>
            </a:r>
            <a:br>
              <a:rPr lang="en-US" sz="1300">
                <a:solidFill>
                  <a:schemeClr val="tx2"/>
                </a:solidFill>
              </a:rPr>
            </a:br>
            <a:r>
              <a:rPr lang="en-US" sz="1300">
                <a:solidFill>
                  <a:schemeClr val="tx2"/>
                </a:solidFill>
              </a:rPr>
              <a:t>in Alt Text.</a:t>
            </a:r>
          </a:p>
        </p:txBody>
      </p:sp>
    </p:spTree>
    <p:extLst>
      <p:ext uri="{BB962C8B-B14F-4D97-AF65-F5344CB8AC3E}">
        <p14:creationId xmlns:p14="http://schemas.microsoft.com/office/powerpoint/2010/main" val="272941853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14B49EF0-1253-4071-A78C-B5C9E288CE4B}"/>
              </a:ext>
            </a:extLst>
          </p:cNvPr>
          <p:cNvSpPr>
            <a:spLocks noGrp="1"/>
          </p:cNvSpPr>
          <p:nvPr>
            <p:ph type="title"/>
          </p:nvPr>
        </p:nvSpPr>
        <p:spPr>
          <a:xfrm>
            <a:off x="579556" y="0"/>
            <a:ext cx="2958302" cy="6425581"/>
          </a:xfrm>
        </p:spPr>
        <p:txBody>
          <a:bodyPr/>
          <a:lstStyle/>
          <a:p>
            <a:r>
              <a:rPr lang="en-US"/>
              <a:t>Title for </a:t>
            </a:r>
            <a:br>
              <a:rPr lang="en-US"/>
            </a:br>
            <a:r>
              <a:rPr lang="en-US"/>
              <a:t>two panel comparison layout</a:t>
            </a:r>
          </a:p>
        </p:txBody>
      </p:sp>
      <p:sp>
        <p:nvSpPr>
          <p:cNvPr id="34" name="Rectangle 33"/>
          <p:cNvSpPr/>
          <p:nvPr/>
        </p:nvSpPr>
        <p:spPr>
          <a:xfrm>
            <a:off x="5541744" y="1619720"/>
            <a:ext cx="1097280" cy="848941"/>
          </a:xfrm>
          <a:prstGeom prst="rect">
            <a:avLst/>
          </a:prstGeom>
          <a:noFill/>
          <a:ln w="3175"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2"/>
                </a:solidFill>
                <a:cs typeface="Arial" panose="020B0604020202020204" pitchFamily="34" charset="0"/>
              </a:rPr>
              <a:t>place</a:t>
            </a:r>
            <a:br>
              <a:rPr lang="en-US" sz="1200" b="1">
                <a:solidFill>
                  <a:schemeClr val="tx2"/>
                </a:solidFill>
                <a:cs typeface="Arial" panose="020B0604020202020204" pitchFamily="34" charset="0"/>
              </a:rPr>
            </a:br>
            <a:r>
              <a:rPr lang="en-US" sz="1200" b="1">
                <a:solidFill>
                  <a:schemeClr val="tx2"/>
                </a:solidFill>
                <a:cs typeface="Arial" panose="020B0604020202020204" pitchFamily="34" charset="0"/>
              </a:rPr>
              <a:t>pictogram 1</a:t>
            </a:r>
            <a:br>
              <a:rPr lang="en-US" sz="1200" b="1">
                <a:solidFill>
                  <a:schemeClr val="tx2"/>
                </a:solidFill>
                <a:cs typeface="Arial" panose="020B0604020202020204" pitchFamily="34" charset="0"/>
              </a:rPr>
            </a:br>
            <a:r>
              <a:rPr lang="en-US" sz="1200" b="1">
                <a:solidFill>
                  <a:schemeClr val="tx2"/>
                </a:solidFill>
                <a:cs typeface="Arial" panose="020B0604020202020204" pitchFamily="34" charset="0"/>
              </a:rPr>
              <a:t>here</a:t>
            </a:r>
          </a:p>
        </p:txBody>
      </p:sp>
      <p:cxnSp>
        <p:nvCxnSpPr>
          <p:cNvPr id="24" name="Straight Connector 23">
            <a:extLst>
              <a:ext uri="{FF2B5EF4-FFF2-40B4-BE49-F238E27FC236}">
                <a16:creationId xmlns:a16="http://schemas.microsoft.com/office/drawing/2014/main" id="{94EBA17F-06DE-4D67-99C1-7FE1DB2B344C}"/>
              </a:ext>
              <a:ext uri="{C183D7F6-B498-43B3-948B-1728B52AA6E4}">
                <adec:decorative xmlns:adec="http://schemas.microsoft.com/office/drawing/2017/decorative" val="1"/>
              </a:ext>
            </a:extLst>
          </p:cNvPr>
          <p:cNvCxnSpPr/>
          <p:nvPr/>
        </p:nvCxnSpPr>
        <p:spPr>
          <a:xfrm>
            <a:off x="5761833" y="2633663"/>
            <a:ext cx="657102" cy="0"/>
          </a:xfrm>
          <a:prstGeom prst="line">
            <a:avLst/>
          </a:prstGeom>
          <a:ln w="12700" cmpd="sng">
            <a:solidFill>
              <a:schemeClr val="accent6"/>
            </a:solidFill>
          </a:ln>
        </p:spPr>
        <p:style>
          <a:lnRef idx="1">
            <a:schemeClr val="accent1"/>
          </a:lnRef>
          <a:fillRef idx="0">
            <a:schemeClr val="accent1"/>
          </a:fillRef>
          <a:effectRef idx="0">
            <a:schemeClr val="accent1"/>
          </a:effectRef>
          <a:fontRef idx="minor">
            <a:schemeClr val="tx1"/>
          </a:fontRef>
        </p:style>
      </p:cxnSp>
      <p:sp>
        <p:nvSpPr>
          <p:cNvPr id="9" name="Content Placeholder 8">
            <a:extLst>
              <a:ext uri="{FF2B5EF4-FFF2-40B4-BE49-F238E27FC236}">
                <a16:creationId xmlns:a16="http://schemas.microsoft.com/office/drawing/2014/main" id="{E2DCEA1F-5FFC-4229-B024-9897060EB4DE}"/>
              </a:ext>
            </a:extLst>
          </p:cNvPr>
          <p:cNvSpPr>
            <a:spLocks noGrp="1"/>
          </p:cNvSpPr>
          <p:nvPr>
            <p:ph sz="half" idx="2"/>
          </p:nvPr>
        </p:nvSpPr>
        <p:spPr>
          <a:xfrm>
            <a:off x="4906236" y="2971852"/>
            <a:ext cx="2368296" cy="2592183"/>
          </a:xfrm>
        </p:spPr>
        <p:txBody>
          <a:bodyPr/>
          <a:lstStyle/>
          <a:p>
            <a:r>
              <a:rPr lang="en-US"/>
              <a:t>Header 1</a:t>
            </a:r>
          </a:p>
          <a:p>
            <a:pPr lvl="1"/>
            <a:r>
              <a:rPr lang="en-US"/>
              <a:t>Title and body </a:t>
            </a:r>
            <a:br>
              <a:rPr lang="en-US"/>
            </a:br>
            <a:r>
              <a:rPr lang="en-US"/>
              <a:t>copy are centered. </a:t>
            </a:r>
            <a:br>
              <a:rPr lang="en-US"/>
            </a:br>
            <a:r>
              <a:rPr lang="en-US"/>
              <a:t>Descriptor</a:t>
            </a:r>
            <a:br>
              <a:rPr lang="en-US"/>
            </a:br>
            <a:r>
              <a:rPr lang="en-US"/>
              <a:t>text here.</a:t>
            </a:r>
          </a:p>
        </p:txBody>
      </p:sp>
      <p:sp>
        <p:nvSpPr>
          <p:cNvPr id="42" name="Rectangle 41"/>
          <p:cNvSpPr/>
          <p:nvPr/>
        </p:nvSpPr>
        <p:spPr>
          <a:xfrm>
            <a:off x="9605237" y="1619720"/>
            <a:ext cx="1097280" cy="848941"/>
          </a:xfrm>
          <a:prstGeom prst="rect">
            <a:avLst/>
          </a:prstGeom>
          <a:noFill/>
          <a:ln w="3175"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2"/>
                </a:solidFill>
                <a:cs typeface="Arial" panose="020B0604020202020204" pitchFamily="34" charset="0"/>
              </a:rPr>
              <a:t>place</a:t>
            </a:r>
            <a:br>
              <a:rPr lang="en-US" sz="1200" b="1">
                <a:solidFill>
                  <a:schemeClr val="tx2"/>
                </a:solidFill>
                <a:cs typeface="Arial" panose="020B0604020202020204" pitchFamily="34" charset="0"/>
              </a:rPr>
            </a:br>
            <a:r>
              <a:rPr lang="en-US" sz="1200" b="1">
                <a:solidFill>
                  <a:schemeClr val="tx2"/>
                </a:solidFill>
                <a:cs typeface="Arial" panose="020B0604020202020204" pitchFamily="34" charset="0"/>
              </a:rPr>
              <a:t>pictogram 2</a:t>
            </a:r>
            <a:br>
              <a:rPr lang="en-US" sz="1200" b="1">
                <a:solidFill>
                  <a:schemeClr val="tx2"/>
                </a:solidFill>
                <a:cs typeface="Arial" panose="020B0604020202020204" pitchFamily="34" charset="0"/>
              </a:rPr>
            </a:br>
            <a:r>
              <a:rPr lang="en-US" sz="1200" b="1">
                <a:solidFill>
                  <a:schemeClr val="tx2"/>
                </a:solidFill>
                <a:cs typeface="Arial" panose="020B0604020202020204" pitchFamily="34" charset="0"/>
              </a:rPr>
              <a:t>here</a:t>
            </a:r>
          </a:p>
        </p:txBody>
      </p:sp>
      <p:cxnSp>
        <p:nvCxnSpPr>
          <p:cNvPr id="25" name="Straight Connector 24">
            <a:extLst>
              <a:ext uri="{FF2B5EF4-FFF2-40B4-BE49-F238E27FC236}">
                <a16:creationId xmlns:a16="http://schemas.microsoft.com/office/drawing/2014/main" id="{70402482-7D36-4B68-9CF2-1313D048C3C0}"/>
              </a:ext>
              <a:ext uri="{C183D7F6-B498-43B3-948B-1728B52AA6E4}">
                <adec:decorative xmlns:adec="http://schemas.microsoft.com/office/drawing/2017/decorative" val="1"/>
              </a:ext>
            </a:extLst>
          </p:cNvPr>
          <p:cNvCxnSpPr/>
          <p:nvPr/>
        </p:nvCxnSpPr>
        <p:spPr>
          <a:xfrm>
            <a:off x="9825326" y="2633663"/>
            <a:ext cx="657102" cy="0"/>
          </a:xfrm>
          <a:prstGeom prst="line">
            <a:avLst/>
          </a:prstGeom>
          <a:ln w="12700" cmpd="sng">
            <a:solidFill>
              <a:schemeClr val="accent6"/>
            </a:solidFill>
          </a:ln>
        </p:spPr>
        <p:style>
          <a:lnRef idx="1">
            <a:schemeClr val="accent1"/>
          </a:lnRef>
          <a:fillRef idx="0">
            <a:schemeClr val="accent1"/>
          </a:fillRef>
          <a:effectRef idx="0">
            <a:schemeClr val="accent1"/>
          </a:effectRef>
          <a:fontRef idx="minor">
            <a:schemeClr val="tx1"/>
          </a:fontRef>
        </p:style>
      </p:cxnSp>
      <p:sp>
        <p:nvSpPr>
          <p:cNvPr id="10" name="Content Placeholder 9">
            <a:extLst>
              <a:ext uri="{FF2B5EF4-FFF2-40B4-BE49-F238E27FC236}">
                <a16:creationId xmlns:a16="http://schemas.microsoft.com/office/drawing/2014/main" id="{42F800FE-E808-4768-8F24-349FE25B25D5}"/>
              </a:ext>
            </a:extLst>
          </p:cNvPr>
          <p:cNvSpPr>
            <a:spLocks noGrp="1"/>
          </p:cNvSpPr>
          <p:nvPr>
            <p:ph sz="half" idx="18"/>
          </p:nvPr>
        </p:nvSpPr>
        <p:spPr>
          <a:xfrm>
            <a:off x="8969729" y="2971852"/>
            <a:ext cx="2368296" cy="2592183"/>
          </a:xfrm>
        </p:spPr>
        <p:txBody>
          <a:bodyPr/>
          <a:lstStyle/>
          <a:p>
            <a:r>
              <a:rPr lang="en-US"/>
              <a:t>Header 2</a:t>
            </a:r>
          </a:p>
          <a:p>
            <a:pPr lvl="1"/>
            <a:r>
              <a:rPr lang="en-US"/>
              <a:t>Title and body </a:t>
            </a:r>
            <a:br>
              <a:rPr lang="en-US"/>
            </a:br>
            <a:r>
              <a:rPr lang="en-US"/>
              <a:t>copy are centered. </a:t>
            </a:r>
            <a:br>
              <a:rPr lang="en-US"/>
            </a:br>
            <a:r>
              <a:rPr lang="en-US"/>
              <a:t>Descriptor</a:t>
            </a:r>
            <a:br>
              <a:rPr lang="en-US"/>
            </a:br>
            <a:r>
              <a:rPr lang="en-US"/>
              <a:t>text here.</a:t>
            </a:r>
          </a:p>
        </p:txBody>
      </p:sp>
      <p:sp>
        <p:nvSpPr>
          <p:cNvPr id="11" name="Rectangle 10">
            <a:extLst>
              <a:ext uri="{FF2B5EF4-FFF2-40B4-BE49-F238E27FC236}">
                <a16:creationId xmlns:a16="http://schemas.microsoft.com/office/drawing/2014/main" id="{D5CDD029-070F-43BF-9D15-AD3EBA2285DE}"/>
              </a:ext>
            </a:extLst>
          </p:cNvPr>
          <p:cNvSpPr/>
          <p:nvPr/>
        </p:nvSpPr>
        <p:spPr bwMode="gray">
          <a:xfrm>
            <a:off x="12372479" y="0"/>
            <a:ext cx="1771034" cy="894125"/>
          </a:xfrm>
          <a:prstGeom prst="rect">
            <a:avLst/>
          </a:prstGeom>
          <a:solidFill>
            <a:srgbClr val="FFFF99"/>
          </a:solidFill>
          <a:ln>
            <a:noFill/>
            <a:miter lim="800000"/>
          </a:ln>
          <a:effectLst/>
        </p:spPr>
        <p:style>
          <a:lnRef idx="1">
            <a:schemeClr val="accent1"/>
          </a:lnRef>
          <a:fillRef idx="3">
            <a:schemeClr val="accent1"/>
          </a:fillRef>
          <a:effectRef idx="2">
            <a:schemeClr val="accent1"/>
          </a:effectRef>
          <a:fontRef idx="minor">
            <a:schemeClr val="lt1"/>
          </a:fontRef>
        </p:style>
        <p:txBody>
          <a:bodyPr lIns="182880" rtlCol="0" anchor="ctr"/>
          <a:lstStyle/>
          <a:p>
            <a:pPr>
              <a:lnSpc>
                <a:spcPct val="105000"/>
              </a:lnSpc>
              <a:spcAft>
                <a:spcPts val="1200"/>
              </a:spcAft>
            </a:pPr>
            <a:r>
              <a:rPr lang="en-US" sz="1300" b="1">
                <a:solidFill>
                  <a:srgbClr val="3F3F3F"/>
                </a:solidFill>
              </a:rPr>
              <a:t>Pictogram library </a:t>
            </a:r>
            <a:br>
              <a:rPr lang="en-US" sz="1300" b="1">
                <a:solidFill>
                  <a:srgbClr val="3F3F3F"/>
                </a:solidFill>
              </a:rPr>
            </a:br>
            <a:r>
              <a:rPr lang="en-US" sz="1300">
                <a:solidFill>
                  <a:srgbClr val="3F3F3F"/>
                </a:solidFill>
              </a:rPr>
              <a:t>is</a:t>
            </a:r>
            <a:r>
              <a:rPr lang="en-US" sz="1300" b="1">
                <a:solidFill>
                  <a:srgbClr val="3F3F3F"/>
                </a:solidFill>
              </a:rPr>
              <a:t> </a:t>
            </a:r>
            <a:r>
              <a:rPr lang="en-US" sz="1300">
                <a:solidFill>
                  <a:srgbClr val="3F3F3F"/>
                </a:solidFill>
              </a:rPr>
              <a:t>available on the </a:t>
            </a:r>
            <a:r>
              <a:rPr lang="en-US" sz="1300" u="sng">
                <a:solidFill>
                  <a:srgbClr val="3F3F3F"/>
                </a:solidFill>
                <a:hlinkClick r:id="rId2"/>
              </a:rPr>
              <a:t>Brand Center</a:t>
            </a:r>
            <a:r>
              <a:rPr lang="en-US" sz="1300">
                <a:solidFill>
                  <a:srgbClr val="3F3F3F"/>
                </a:solidFill>
              </a:rPr>
              <a:t>.</a:t>
            </a:r>
            <a:endParaRPr lang="en-US" sz="1300" u="sng">
              <a:solidFill>
                <a:schemeClr val="accent2"/>
              </a:solidFill>
            </a:endParaRPr>
          </a:p>
        </p:txBody>
      </p:sp>
      <p:sp>
        <p:nvSpPr>
          <p:cNvPr id="14" name="Rectangle 13">
            <a:extLst>
              <a:ext uri="{FF2B5EF4-FFF2-40B4-BE49-F238E27FC236}">
                <a16:creationId xmlns:a16="http://schemas.microsoft.com/office/drawing/2014/main" id="{93D9BFAF-52BB-495A-8889-93054018E278}"/>
              </a:ext>
            </a:extLst>
          </p:cNvPr>
          <p:cNvSpPr/>
          <p:nvPr/>
        </p:nvSpPr>
        <p:spPr bwMode="gray">
          <a:xfrm>
            <a:off x="12372479" y="980292"/>
            <a:ext cx="1771034" cy="1626430"/>
          </a:xfrm>
          <a:prstGeom prst="rect">
            <a:avLst/>
          </a:prstGeom>
          <a:solidFill>
            <a:schemeClr val="bg1"/>
          </a:solidFill>
          <a:ln>
            <a:noFill/>
            <a:miter lim="800000"/>
          </a:ln>
          <a:effectLst/>
        </p:spPr>
        <p:style>
          <a:lnRef idx="1">
            <a:schemeClr val="accent1"/>
          </a:lnRef>
          <a:fillRef idx="3">
            <a:schemeClr val="accent1"/>
          </a:fillRef>
          <a:effectRef idx="2">
            <a:schemeClr val="accent1"/>
          </a:effectRef>
          <a:fontRef idx="minor">
            <a:schemeClr val="lt1"/>
          </a:fontRef>
        </p:style>
        <p:txBody>
          <a:bodyPr lIns="182880" tIns="137160" rtlCol="0" anchor="t"/>
          <a:lstStyle/>
          <a:p>
            <a:pPr marL="0" lvl="1">
              <a:lnSpc>
                <a:spcPct val="95000"/>
              </a:lnSpc>
              <a:spcAft>
                <a:spcPts val="600"/>
              </a:spcAft>
            </a:pPr>
            <a:r>
              <a:rPr lang="en-US" sz="1500" b="1">
                <a:solidFill>
                  <a:schemeClr val="tx2"/>
                </a:solidFill>
              </a:rPr>
              <a:t>Accessibility </a:t>
            </a:r>
            <a:r>
              <a:rPr lang="en-US" sz="1300">
                <a:solidFill>
                  <a:schemeClr val="tx2"/>
                </a:solidFill>
              </a:rPr>
              <a:t>guidance</a:t>
            </a:r>
          </a:p>
          <a:p>
            <a:pPr marL="0" lvl="1">
              <a:lnSpc>
                <a:spcPct val="105000"/>
              </a:lnSpc>
              <a:spcAft>
                <a:spcPts val="600"/>
              </a:spcAft>
            </a:pPr>
            <a:r>
              <a:rPr lang="en-US" sz="1300">
                <a:solidFill>
                  <a:schemeClr val="tx2"/>
                </a:solidFill>
              </a:rPr>
              <a:t>Pictograms </a:t>
            </a:r>
            <a:br>
              <a:rPr lang="en-US" sz="1300">
                <a:solidFill>
                  <a:schemeClr val="tx2"/>
                </a:solidFill>
              </a:rPr>
            </a:br>
            <a:r>
              <a:rPr lang="en-US" sz="1300">
                <a:solidFill>
                  <a:schemeClr val="tx2"/>
                </a:solidFill>
              </a:rPr>
              <a:t>must have a </a:t>
            </a:r>
            <a:br>
              <a:rPr lang="en-US" sz="1300">
                <a:solidFill>
                  <a:schemeClr val="tx2"/>
                </a:solidFill>
              </a:rPr>
            </a:br>
            <a:r>
              <a:rPr lang="en-US" sz="1300">
                <a:solidFill>
                  <a:schemeClr val="tx2"/>
                </a:solidFill>
              </a:rPr>
              <a:t>short description </a:t>
            </a:r>
            <a:br>
              <a:rPr lang="en-US" sz="1300">
                <a:solidFill>
                  <a:schemeClr val="tx2"/>
                </a:solidFill>
              </a:rPr>
            </a:br>
            <a:r>
              <a:rPr lang="en-US" sz="1300">
                <a:solidFill>
                  <a:schemeClr val="tx2"/>
                </a:solidFill>
              </a:rPr>
              <a:t>in Alt Text.</a:t>
            </a:r>
          </a:p>
        </p:txBody>
      </p:sp>
    </p:spTree>
    <p:extLst>
      <p:ext uri="{BB962C8B-B14F-4D97-AF65-F5344CB8AC3E}">
        <p14:creationId xmlns:p14="http://schemas.microsoft.com/office/powerpoint/2010/main" val="180084666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5E335D1-60CF-4949-97A4-D958F6CAAA7D}"/>
              </a:ext>
            </a:extLst>
          </p:cNvPr>
          <p:cNvSpPr>
            <a:spLocks noGrp="1"/>
          </p:cNvSpPr>
          <p:nvPr>
            <p:ph type="title"/>
          </p:nvPr>
        </p:nvSpPr>
        <p:spPr>
          <a:xfrm>
            <a:off x="557784" y="530351"/>
            <a:ext cx="9665208" cy="713232"/>
          </a:xfrm>
        </p:spPr>
        <p:txBody>
          <a:bodyPr/>
          <a:lstStyle/>
          <a:p>
            <a:r>
              <a:rPr lang="en-US"/>
              <a:t>Title for four-point process</a:t>
            </a:r>
          </a:p>
        </p:txBody>
      </p:sp>
      <p:cxnSp>
        <p:nvCxnSpPr>
          <p:cNvPr id="4" name="Straight Connector 3" descr="Arrow pointing to the right.">
            <a:extLst>
              <a:ext uri="{FF2B5EF4-FFF2-40B4-BE49-F238E27FC236}">
                <a16:creationId xmlns:a16="http://schemas.microsoft.com/office/drawing/2014/main" id="{55F4B486-9980-41CA-ABEA-66ED09CEC8A6}"/>
              </a:ext>
              <a:ext uri="{C183D7F6-B498-43B3-948B-1728B52AA6E4}">
                <adec:decorative xmlns:adec="http://schemas.microsoft.com/office/drawing/2017/decorative" val="0"/>
              </a:ext>
            </a:extLst>
          </p:cNvPr>
          <p:cNvCxnSpPr/>
          <p:nvPr/>
        </p:nvCxnSpPr>
        <p:spPr>
          <a:xfrm>
            <a:off x="3275946" y="2946157"/>
            <a:ext cx="8005612" cy="0"/>
          </a:xfrm>
          <a:prstGeom prst="line">
            <a:avLst/>
          </a:prstGeom>
          <a:ln w="12700" cmpd="sng">
            <a:solidFill>
              <a:schemeClr val="tx2"/>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nvGrpSpPr>
          <p:cNvPr id="3" name="Group 2" descr="Red circle with pictogram">
            <a:extLst>
              <a:ext uri="{FF2B5EF4-FFF2-40B4-BE49-F238E27FC236}">
                <a16:creationId xmlns:a16="http://schemas.microsoft.com/office/drawing/2014/main" id="{4A7641F1-0430-456B-9D5E-FBAA8B0B045D}"/>
              </a:ext>
            </a:extLst>
          </p:cNvPr>
          <p:cNvGrpSpPr/>
          <p:nvPr/>
        </p:nvGrpSpPr>
        <p:grpSpPr>
          <a:xfrm>
            <a:off x="1565417" y="1710047"/>
            <a:ext cx="2472222" cy="2472220"/>
            <a:chOff x="1565417" y="1710047"/>
            <a:chExt cx="2472222" cy="2472220"/>
          </a:xfrm>
        </p:grpSpPr>
        <p:sp>
          <p:nvSpPr>
            <p:cNvPr id="11" name="Oval 10">
              <a:extLst>
                <a:ext uri="{FF2B5EF4-FFF2-40B4-BE49-F238E27FC236}">
                  <a16:creationId xmlns:a16="http://schemas.microsoft.com/office/drawing/2014/main" id="{08A53DF1-83B1-448F-A4BD-7AEAF16F26E8}"/>
                </a:ext>
              </a:extLst>
            </p:cNvPr>
            <p:cNvSpPr/>
            <p:nvPr/>
          </p:nvSpPr>
          <p:spPr bwMode="gray">
            <a:xfrm>
              <a:off x="1565417" y="1710047"/>
              <a:ext cx="2472222" cy="2472220"/>
            </a:xfrm>
            <a:prstGeom prst="ellipse">
              <a:avLst/>
            </a:prstGeom>
            <a:solidFill>
              <a:srgbClr val="EB0000">
                <a:alpha val="84706"/>
              </a:srgbClr>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1">
                <a:solidFill>
                  <a:schemeClr val="bg1"/>
                </a:solidFill>
              </a:endParaRPr>
            </a:p>
          </p:txBody>
        </p:sp>
        <p:sp>
          <p:nvSpPr>
            <p:cNvPr id="12" name="Oval 11">
              <a:extLst>
                <a:ext uri="{FF2B5EF4-FFF2-40B4-BE49-F238E27FC236}">
                  <a16:creationId xmlns:a16="http://schemas.microsoft.com/office/drawing/2014/main" id="{93C9F3FE-C4E5-45AB-B5B9-11E58A8BBF9E}"/>
                </a:ext>
              </a:extLst>
            </p:cNvPr>
            <p:cNvSpPr/>
            <p:nvPr/>
          </p:nvSpPr>
          <p:spPr bwMode="gray">
            <a:xfrm>
              <a:off x="2327108" y="2471739"/>
              <a:ext cx="948838" cy="948836"/>
            </a:xfrm>
            <a:prstGeom prst="ellipse">
              <a:avLst/>
            </a:prstGeom>
            <a:solidFill>
              <a:schemeClr val="accent1"/>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1">
                <a:solidFill>
                  <a:schemeClr val="bg1"/>
                </a:solidFill>
              </a:endParaRPr>
            </a:p>
          </p:txBody>
        </p:sp>
        <p:pic>
          <p:nvPicPr>
            <p:cNvPr id="38" name="Picture 37" descr="Strategic mission pictogram">
              <a:extLst>
                <a:ext uri="{FF2B5EF4-FFF2-40B4-BE49-F238E27FC236}">
                  <a16:creationId xmlns:a16="http://schemas.microsoft.com/office/drawing/2014/main" id="{82784D01-E381-4210-AE68-34763CF18884}"/>
                </a:ext>
              </a:extLst>
            </p:cNvPr>
            <p:cNvPicPr>
              <a:picLocks noChangeAspect="1"/>
            </p:cNvPicPr>
            <p:nvPr/>
          </p:nvPicPr>
          <p:blipFill>
            <a:blip r:embed="rId2"/>
            <a:stretch>
              <a:fillRect/>
            </a:stretch>
          </p:blipFill>
          <p:spPr>
            <a:xfrm>
              <a:off x="2489373" y="2711395"/>
              <a:ext cx="624312" cy="469524"/>
            </a:xfrm>
            <a:prstGeom prst="rect">
              <a:avLst/>
            </a:prstGeom>
          </p:spPr>
        </p:pic>
      </p:grpSp>
      <p:cxnSp>
        <p:nvCxnSpPr>
          <p:cNvPr id="26" name="Straight Connector 25">
            <a:extLst>
              <a:ext uri="{FF2B5EF4-FFF2-40B4-BE49-F238E27FC236}">
                <a16:creationId xmlns:a16="http://schemas.microsoft.com/office/drawing/2014/main" id="{03882039-115F-47D4-AAD8-4D6B97550B6E}"/>
              </a:ext>
              <a:ext uri="{C183D7F6-B498-43B3-948B-1728B52AA6E4}">
                <adec:decorative xmlns:adec="http://schemas.microsoft.com/office/drawing/2017/decorative" val="1"/>
              </a:ext>
            </a:extLst>
          </p:cNvPr>
          <p:cNvCxnSpPr>
            <a:cxnSpLocks/>
          </p:cNvCxnSpPr>
          <p:nvPr/>
        </p:nvCxnSpPr>
        <p:spPr>
          <a:xfrm>
            <a:off x="2801527" y="4014790"/>
            <a:ext cx="0" cy="517886"/>
          </a:xfrm>
          <a:prstGeom prst="line">
            <a:avLst/>
          </a:prstGeom>
          <a:ln w="12700" cmpd="sng">
            <a:solidFill>
              <a:schemeClr val="accent5"/>
            </a:solidFill>
          </a:ln>
        </p:spPr>
        <p:style>
          <a:lnRef idx="1">
            <a:schemeClr val="accent1"/>
          </a:lnRef>
          <a:fillRef idx="0">
            <a:schemeClr val="accent1"/>
          </a:fillRef>
          <a:effectRef idx="0">
            <a:schemeClr val="accent1"/>
          </a:effectRef>
          <a:fontRef idx="minor">
            <a:schemeClr val="tx1"/>
          </a:fontRef>
        </p:style>
      </p:cxnSp>
      <p:sp>
        <p:nvSpPr>
          <p:cNvPr id="30" name="Content Placeholder 2">
            <a:extLst>
              <a:ext uri="{FF2B5EF4-FFF2-40B4-BE49-F238E27FC236}">
                <a16:creationId xmlns:a16="http://schemas.microsoft.com/office/drawing/2014/main" id="{0B80C825-8907-4233-A841-5CBFE1404987}"/>
              </a:ext>
            </a:extLst>
          </p:cNvPr>
          <p:cNvSpPr txBox="1">
            <a:spLocks/>
          </p:cNvSpPr>
          <p:nvPr/>
        </p:nvSpPr>
        <p:spPr>
          <a:xfrm>
            <a:off x="1876087" y="4536265"/>
            <a:ext cx="1860834" cy="1139467"/>
          </a:xfrm>
          <a:prstGeom prst="rect">
            <a:avLst/>
          </a:prstGeom>
        </p:spPr>
        <p:txBody>
          <a:bodyPr/>
          <a:lstStyle>
            <a:lvl1pPr marL="0" indent="0" algn="l" defTabSz="457200" rtl="0" eaLnBrk="1" latinLnBrk="0" hangingPunct="1">
              <a:spcBef>
                <a:spcPts val="1800"/>
              </a:spcBef>
              <a:buClrTx/>
              <a:buFont typeface="Arial"/>
              <a:buNone/>
              <a:defRPr sz="1400" b="0" kern="1200">
                <a:solidFill>
                  <a:schemeClr val="tx2"/>
                </a:solidFill>
                <a:latin typeface="+mn-lt"/>
                <a:ea typeface="+mn-ea"/>
                <a:cs typeface="+mn-cs"/>
              </a:defRPr>
            </a:lvl1pPr>
            <a:lvl2pPr marL="171450" indent="-171450" algn="l" defTabSz="457200" rtl="0" eaLnBrk="1" latinLnBrk="0" hangingPunct="1">
              <a:spcBef>
                <a:spcPts val="1200"/>
              </a:spcBef>
              <a:buClrTx/>
              <a:buFont typeface="Arial"/>
              <a:buChar char="•"/>
              <a:defRPr sz="1400" kern="1200">
                <a:solidFill>
                  <a:schemeClr val="tx2"/>
                </a:solidFill>
                <a:latin typeface="+mn-lt"/>
                <a:ea typeface="+mn-ea"/>
                <a:cs typeface="+mn-cs"/>
              </a:defRPr>
            </a:lvl2pPr>
            <a:lvl3pPr marL="342900" indent="-171450" algn="l" defTabSz="457200" rtl="0" eaLnBrk="1" latinLnBrk="0" hangingPunct="1">
              <a:spcBef>
                <a:spcPts val="600"/>
              </a:spcBef>
              <a:buClrTx/>
              <a:buFont typeface="CVS Health Sans"/>
              <a:buChar char="–"/>
              <a:defRPr sz="1400" kern="1200" baseline="0">
                <a:solidFill>
                  <a:schemeClr val="tx2"/>
                </a:solidFill>
                <a:latin typeface="+mn-lt"/>
                <a:ea typeface="+mn-ea"/>
                <a:cs typeface="+mn-cs"/>
              </a:defRPr>
            </a:lvl3pPr>
            <a:lvl4pPr marL="514350" indent="-171450" algn="l" defTabSz="457200" rtl="0" eaLnBrk="1" latinLnBrk="0" hangingPunct="1">
              <a:spcBef>
                <a:spcPts val="600"/>
              </a:spcBef>
              <a:buClrTx/>
              <a:buFont typeface="Arial"/>
              <a:buChar char="•"/>
              <a:defRPr sz="1400" kern="1200">
                <a:solidFill>
                  <a:schemeClr val="tx2"/>
                </a:solidFill>
                <a:latin typeface="+mn-lt"/>
                <a:ea typeface="+mn-ea"/>
                <a:cs typeface="+mn-cs"/>
              </a:defRPr>
            </a:lvl4pPr>
            <a:lvl5pPr marL="685800" indent="-171450" algn="l" defTabSz="457200" rtl="0" eaLnBrk="1" latinLnBrk="0" hangingPunct="1">
              <a:spcBef>
                <a:spcPts val="600"/>
              </a:spcBef>
              <a:buClrTx/>
              <a:buFont typeface="Arial" panose="020B0604020202020204" pitchFamily="34" charset="0"/>
              <a:buChar char="–"/>
              <a:defRPr sz="1400" kern="1200" baseline="0">
                <a:solidFill>
                  <a:schemeClr val="tx2"/>
                </a:solidFill>
                <a:latin typeface="+mn-lt"/>
                <a:ea typeface="+mn-ea"/>
                <a:cs typeface="+mn-cs"/>
              </a:defRPr>
            </a:lvl5pPr>
            <a:lvl6pPr marL="857250" indent="-171450" algn="l" defTabSz="457200" rtl="0" eaLnBrk="1" latinLnBrk="0" hangingPunct="1">
              <a:spcBef>
                <a:spcPts val="600"/>
              </a:spcBef>
              <a:buClrTx/>
              <a:buFont typeface="Arial" panose="020B0604020202020204" pitchFamily="34" charset="0"/>
              <a:buChar char="•"/>
              <a:defRPr sz="1400" kern="1200">
                <a:solidFill>
                  <a:schemeClr val="tx2"/>
                </a:solidFill>
                <a:latin typeface="+mn-lt"/>
                <a:ea typeface="+mn-ea"/>
                <a:cs typeface="+mn-cs"/>
              </a:defRPr>
            </a:lvl6pPr>
            <a:lvl7pPr marL="1028700" indent="-165100" algn="l" defTabSz="457200" rtl="0" eaLnBrk="1" latinLnBrk="0" hangingPunct="1">
              <a:spcBef>
                <a:spcPts val="600"/>
              </a:spcBef>
              <a:buClrTx/>
              <a:buFont typeface="Arial" panose="020B0604020202020204" pitchFamily="34" charset="0"/>
              <a:buChar char="–"/>
              <a:defRPr sz="1400" kern="1200">
                <a:solidFill>
                  <a:schemeClr val="tx2"/>
                </a:solidFill>
                <a:latin typeface="+mn-lt"/>
                <a:ea typeface="+mn-ea"/>
                <a:cs typeface="+mn-cs"/>
              </a:defRPr>
            </a:lvl7pPr>
            <a:lvl8pPr marL="1206500" indent="-177800" algn="l" defTabSz="457200" rtl="0" eaLnBrk="1" latinLnBrk="0" hangingPunct="1">
              <a:spcBef>
                <a:spcPts val="600"/>
              </a:spcBef>
              <a:buClrTx/>
              <a:buFont typeface="Arial"/>
              <a:buChar char="•"/>
              <a:defRPr sz="1400" kern="1200">
                <a:solidFill>
                  <a:schemeClr val="tx2"/>
                </a:solidFill>
                <a:latin typeface="+mn-lt"/>
                <a:ea typeface="+mn-ea"/>
                <a:cs typeface="+mn-cs"/>
              </a:defRPr>
            </a:lvl8pPr>
            <a:lvl9pPr marL="1371600" indent="-165100" algn="l" defTabSz="457200" rtl="0" eaLnBrk="1" latinLnBrk="0" hangingPunct="1">
              <a:spcBef>
                <a:spcPts val="600"/>
              </a:spcBef>
              <a:buClrTx/>
              <a:buFont typeface="Arial" panose="020B0604020202020204" pitchFamily="34" charset="0"/>
              <a:buChar char="–"/>
              <a:defRPr sz="1400" kern="1200">
                <a:solidFill>
                  <a:schemeClr val="tx2"/>
                </a:solidFill>
                <a:latin typeface="+mn-lt"/>
                <a:ea typeface="+mn-ea"/>
                <a:cs typeface="+mn-cs"/>
              </a:defRPr>
            </a:lvl9pPr>
          </a:lstStyle>
          <a:p>
            <a:pPr algn="ctr"/>
            <a:r>
              <a:rPr lang="en-US" sz="1300" b="1"/>
              <a:t>Item 1</a:t>
            </a:r>
            <a:br>
              <a:rPr lang="en-US" sz="1300"/>
            </a:br>
            <a:r>
              <a:rPr lang="en-US" sz="1300"/>
              <a:t>The body text is </a:t>
            </a:r>
            <a:br>
              <a:rPr lang="en-US" sz="1300"/>
            </a:br>
            <a:r>
              <a:rPr lang="en-US" sz="1300"/>
              <a:t>13-point CVS Health Sans in Text Gray. </a:t>
            </a:r>
          </a:p>
        </p:txBody>
      </p:sp>
      <p:grpSp>
        <p:nvGrpSpPr>
          <p:cNvPr id="5" name="Group 4" descr="Light blue circle with pictogram">
            <a:extLst>
              <a:ext uri="{FF2B5EF4-FFF2-40B4-BE49-F238E27FC236}">
                <a16:creationId xmlns:a16="http://schemas.microsoft.com/office/drawing/2014/main" id="{5F74D508-6324-4955-84AA-5F35925ED6A1}"/>
              </a:ext>
            </a:extLst>
          </p:cNvPr>
          <p:cNvGrpSpPr/>
          <p:nvPr/>
        </p:nvGrpSpPr>
        <p:grpSpPr>
          <a:xfrm>
            <a:off x="3760673" y="1710047"/>
            <a:ext cx="2472222" cy="2472220"/>
            <a:chOff x="3760673" y="1710047"/>
            <a:chExt cx="2472222" cy="2472220"/>
          </a:xfrm>
        </p:grpSpPr>
        <p:sp>
          <p:nvSpPr>
            <p:cNvPr id="16" name="Oval 15">
              <a:extLst>
                <a:ext uri="{FF2B5EF4-FFF2-40B4-BE49-F238E27FC236}">
                  <a16:creationId xmlns:a16="http://schemas.microsoft.com/office/drawing/2014/main" id="{B7C0B21D-B267-4953-8C8C-D965239A2467}"/>
                </a:ext>
              </a:extLst>
            </p:cNvPr>
            <p:cNvSpPr/>
            <p:nvPr/>
          </p:nvSpPr>
          <p:spPr bwMode="gray">
            <a:xfrm>
              <a:off x="3760673" y="1710047"/>
              <a:ext cx="2472222" cy="2472220"/>
            </a:xfrm>
            <a:prstGeom prst="ellipse">
              <a:avLst/>
            </a:prstGeom>
            <a:solidFill>
              <a:srgbClr val="6AB2E6">
                <a:alpha val="85098"/>
              </a:srgbClr>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1">
                <a:solidFill>
                  <a:schemeClr val="bg1"/>
                </a:solidFill>
              </a:endParaRPr>
            </a:p>
          </p:txBody>
        </p:sp>
        <p:sp>
          <p:nvSpPr>
            <p:cNvPr id="17" name="Oval 16">
              <a:extLst>
                <a:ext uri="{FF2B5EF4-FFF2-40B4-BE49-F238E27FC236}">
                  <a16:creationId xmlns:a16="http://schemas.microsoft.com/office/drawing/2014/main" id="{60D70545-DD9D-4B34-8C87-9EC4D3614684}"/>
                </a:ext>
              </a:extLst>
            </p:cNvPr>
            <p:cNvSpPr/>
            <p:nvPr/>
          </p:nvSpPr>
          <p:spPr bwMode="gray">
            <a:xfrm>
              <a:off x="4522364" y="2471739"/>
              <a:ext cx="948838" cy="948836"/>
            </a:xfrm>
            <a:prstGeom prst="ellipse">
              <a:avLst/>
            </a:prstGeom>
            <a:solidFill>
              <a:srgbClr val="267AC0"/>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1">
                <a:solidFill>
                  <a:schemeClr val="bg1"/>
                </a:solidFill>
              </a:endParaRPr>
            </a:p>
          </p:txBody>
        </p:sp>
        <p:pic>
          <p:nvPicPr>
            <p:cNvPr id="54" name="Picture 53" descr="Women's care pictogram">
              <a:extLst>
                <a:ext uri="{FF2B5EF4-FFF2-40B4-BE49-F238E27FC236}">
                  <a16:creationId xmlns:a16="http://schemas.microsoft.com/office/drawing/2014/main" id="{651FD770-C090-43A6-8A2B-F40A3DD82479}"/>
                </a:ext>
              </a:extLst>
            </p:cNvPr>
            <p:cNvPicPr>
              <a:picLocks noChangeAspect="1"/>
            </p:cNvPicPr>
            <p:nvPr/>
          </p:nvPicPr>
          <p:blipFill>
            <a:blip r:embed="rId3"/>
            <a:stretch>
              <a:fillRect/>
            </a:stretch>
          </p:blipFill>
          <p:spPr>
            <a:xfrm>
              <a:off x="4803744" y="2633617"/>
              <a:ext cx="386079" cy="625080"/>
            </a:xfrm>
            <a:prstGeom prst="rect">
              <a:avLst/>
            </a:prstGeom>
          </p:spPr>
        </p:pic>
      </p:grpSp>
      <p:cxnSp>
        <p:nvCxnSpPr>
          <p:cNvPr id="27" name="Straight Connector 26">
            <a:extLst>
              <a:ext uri="{FF2B5EF4-FFF2-40B4-BE49-F238E27FC236}">
                <a16:creationId xmlns:a16="http://schemas.microsoft.com/office/drawing/2014/main" id="{46F83648-1136-40C2-AAC8-E1366ECFF5D4}"/>
              </a:ext>
              <a:ext uri="{C183D7F6-B498-43B3-948B-1728B52AA6E4}">
                <adec:decorative xmlns:adec="http://schemas.microsoft.com/office/drawing/2017/decorative" val="1"/>
              </a:ext>
            </a:extLst>
          </p:cNvPr>
          <p:cNvCxnSpPr>
            <a:cxnSpLocks/>
          </p:cNvCxnSpPr>
          <p:nvPr/>
        </p:nvCxnSpPr>
        <p:spPr>
          <a:xfrm>
            <a:off x="4996783" y="4014790"/>
            <a:ext cx="0" cy="517886"/>
          </a:xfrm>
          <a:prstGeom prst="line">
            <a:avLst/>
          </a:prstGeom>
          <a:ln w="12700" cmpd="sng">
            <a:solidFill>
              <a:schemeClr val="accent5"/>
            </a:solidFill>
          </a:ln>
        </p:spPr>
        <p:style>
          <a:lnRef idx="1">
            <a:schemeClr val="accent1"/>
          </a:lnRef>
          <a:fillRef idx="0">
            <a:schemeClr val="accent1"/>
          </a:fillRef>
          <a:effectRef idx="0">
            <a:schemeClr val="accent1"/>
          </a:effectRef>
          <a:fontRef idx="minor">
            <a:schemeClr val="tx1"/>
          </a:fontRef>
        </p:style>
      </p:cxnSp>
      <p:sp>
        <p:nvSpPr>
          <p:cNvPr id="31" name="Content Placeholder 2">
            <a:extLst>
              <a:ext uri="{FF2B5EF4-FFF2-40B4-BE49-F238E27FC236}">
                <a16:creationId xmlns:a16="http://schemas.microsoft.com/office/drawing/2014/main" id="{A5B3F25E-E524-4DD9-9A27-A727298EE1BB}"/>
              </a:ext>
            </a:extLst>
          </p:cNvPr>
          <p:cNvSpPr txBox="1">
            <a:spLocks/>
          </p:cNvSpPr>
          <p:nvPr/>
        </p:nvSpPr>
        <p:spPr>
          <a:xfrm>
            <a:off x="4073023" y="4536265"/>
            <a:ext cx="1860834" cy="1139467"/>
          </a:xfrm>
          <a:prstGeom prst="rect">
            <a:avLst/>
          </a:prstGeom>
        </p:spPr>
        <p:txBody>
          <a:bodyPr/>
          <a:lstStyle>
            <a:lvl1pPr marL="0" indent="0" algn="l" defTabSz="457200" rtl="0" eaLnBrk="1" latinLnBrk="0" hangingPunct="1">
              <a:spcBef>
                <a:spcPts val="1800"/>
              </a:spcBef>
              <a:buClrTx/>
              <a:buFont typeface="Arial"/>
              <a:buNone/>
              <a:defRPr sz="1400" b="0" kern="1200">
                <a:solidFill>
                  <a:schemeClr val="tx2"/>
                </a:solidFill>
                <a:latin typeface="+mn-lt"/>
                <a:ea typeface="+mn-ea"/>
                <a:cs typeface="+mn-cs"/>
              </a:defRPr>
            </a:lvl1pPr>
            <a:lvl2pPr marL="171450" indent="-171450" algn="l" defTabSz="457200" rtl="0" eaLnBrk="1" latinLnBrk="0" hangingPunct="1">
              <a:spcBef>
                <a:spcPts val="1200"/>
              </a:spcBef>
              <a:buClrTx/>
              <a:buFont typeface="Arial"/>
              <a:buChar char="•"/>
              <a:defRPr sz="1400" kern="1200">
                <a:solidFill>
                  <a:schemeClr val="tx2"/>
                </a:solidFill>
                <a:latin typeface="+mn-lt"/>
                <a:ea typeface="+mn-ea"/>
                <a:cs typeface="+mn-cs"/>
              </a:defRPr>
            </a:lvl2pPr>
            <a:lvl3pPr marL="342900" indent="-171450" algn="l" defTabSz="457200" rtl="0" eaLnBrk="1" latinLnBrk="0" hangingPunct="1">
              <a:spcBef>
                <a:spcPts val="600"/>
              </a:spcBef>
              <a:buClrTx/>
              <a:buFont typeface="CVS Health Sans"/>
              <a:buChar char="–"/>
              <a:defRPr sz="1400" kern="1200" baseline="0">
                <a:solidFill>
                  <a:schemeClr val="tx2"/>
                </a:solidFill>
                <a:latin typeface="+mn-lt"/>
                <a:ea typeface="+mn-ea"/>
                <a:cs typeface="+mn-cs"/>
              </a:defRPr>
            </a:lvl3pPr>
            <a:lvl4pPr marL="514350" indent="-171450" algn="l" defTabSz="457200" rtl="0" eaLnBrk="1" latinLnBrk="0" hangingPunct="1">
              <a:spcBef>
                <a:spcPts val="600"/>
              </a:spcBef>
              <a:buClrTx/>
              <a:buFont typeface="Arial"/>
              <a:buChar char="•"/>
              <a:defRPr sz="1400" kern="1200">
                <a:solidFill>
                  <a:schemeClr val="tx2"/>
                </a:solidFill>
                <a:latin typeface="+mn-lt"/>
                <a:ea typeface="+mn-ea"/>
                <a:cs typeface="+mn-cs"/>
              </a:defRPr>
            </a:lvl4pPr>
            <a:lvl5pPr marL="685800" indent="-171450" algn="l" defTabSz="457200" rtl="0" eaLnBrk="1" latinLnBrk="0" hangingPunct="1">
              <a:spcBef>
                <a:spcPts val="600"/>
              </a:spcBef>
              <a:buClrTx/>
              <a:buFont typeface="Arial" panose="020B0604020202020204" pitchFamily="34" charset="0"/>
              <a:buChar char="–"/>
              <a:defRPr sz="1400" kern="1200" baseline="0">
                <a:solidFill>
                  <a:schemeClr val="tx2"/>
                </a:solidFill>
                <a:latin typeface="+mn-lt"/>
                <a:ea typeface="+mn-ea"/>
                <a:cs typeface="+mn-cs"/>
              </a:defRPr>
            </a:lvl5pPr>
            <a:lvl6pPr marL="857250" indent="-171450" algn="l" defTabSz="457200" rtl="0" eaLnBrk="1" latinLnBrk="0" hangingPunct="1">
              <a:spcBef>
                <a:spcPts val="600"/>
              </a:spcBef>
              <a:buClrTx/>
              <a:buFont typeface="Arial" panose="020B0604020202020204" pitchFamily="34" charset="0"/>
              <a:buChar char="•"/>
              <a:defRPr sz="1400" kern="1200">
                <a:solidFill>
                  <a:schemeClr val="tx2"/>
                </a:solidFill>
                <a:latin typeface="+mn-lt"/>
                <a:ea typeface="+mn-ea"/>
                <a:cs typeface="+mn-cs"/>
              </a:defRPr>
            </a:lvl6pPr>
            <a:lvl7pPr marL="1028700" indent="-165100" algn="l" defTabSz="457200" rtl="0" eaLnBrk="1" latinLnBrk="0" hangingPunct="1">
              <a:spcBef>
                <a:spcPts val="600"/>
              </a:spcBef>
              <a:buClrTx/>
              <a:buFont typeface="Arial" panose="020B0604020202020204" pitchFamily="34" charset="0"/>
              <a:buChar char="–"/>
              <a:defRPr sz="1400" kern="1200">
                <a:solidFill>
                  <a:schemeClr val="tx2"/>
                </a:solidFill>
                <a:latin typeface="+mn-lt"/>
                <a:ea typeface="+mn-ea"/>
                <a:cs typeface="+mn-cs"/>
              </a:defRPr>
            </a:lvl7pPr>
            <a:lvl8pPr marL="1206500" indent="-177800" algn="l" defTabSz="457200" rtl="0" eaLnBrk="1" latinLnBrk="0" hangingPunct="1">
              <a:spcBef>
                <a:spcPts val="600"/>
              </a:spcBef>
              <a:buClrTx/>
              <a:buFont typeface="Arial"/>
              <a:buChar char="•"/>
              <a:defRPr sz="1400" kern="1200">
                <a:solidFill>
                  <a:schemeClr val="tx2"/>
                </a:solidFill>
                <a:latin typeface="+mn-lt"/>
                <a:ea typeface="+mn-ea"/>
                <a:cs typeface="+mn-cs"/>
              </a:defRPr>
            </a:lvl8pPr>
            <a:lvl9pPr marL="1371600" indent="-165100" algn="l" defTabSz="457200" rtl="0" eaLnBrk="1" latinLnBrk="0" hangingPunct="1">
              <a:spcBef>
                <a:spcPts val="600"/>
              </a:spcBef>
              <a:buClrTx/>
              <a:buFont typeface="Arial" panose="020B0604020202020204" pitchFamily="34" charset="0"/>
              <a:buChar char="–"/>
              <a:defRPr sz="1400" kern="1200">
                <a:solidFill>
                  <a:schemeClr val="tx2"/>
                </a:solidFill>
                <a:latin typeface="+mn-lt"/>
                <a:ea typeface="+mn-ea"/>
                <a:cs typeface="+mn-cs"/>
              </a:defRPr>
            </a:lvl9pPr>
          </a:lstStyle>
          <a:p>
            <a:pPr algn="ctr"/>
            <a:r>
              <a:rPr lang="en-US" sz="1300" b="1"/>
              <a:t>Item 2</a:t>
            </a:r>
            <a:br>
              <a:rPr lang="en-US" sz="1300"/>
            </a:br>
            <a:r>
              <a:rPr lang="en-US" sz="1300"/>
              <a:t>The body text is </a:t>
            </a:r>
            <a:br>
              <a:rPr lang="en-US" sz="1300"/>
            </a:br>
            <a:r>
              <a:rPr lang="en-US" sz="1300"/>
              <a:t>13-point CVS Health Sans in Text Gray. </a:t>
            </a:r>
          </a:p>
        </p:txBody>
      </p:sp>
      <p:grpSp>
        <p:nvGrpSpPr>
          <p:cNvPr id="6" name="Group 5" descr="Gray circle with pictogram">
            <a:extLst>
              <a:ext uri="{FF2B5EF4-FFF2-40B4-BE49-F238E27FC236}">
                <a16:creationId xmlns:a16="http://schemas.microsoft.com/office/drawing/2014/main" id="{3491A8F9-9362-4D88-BFA6-2D13663A4322}"/>
              </a:ext>
            </a:extLst>
          </p:cNvPr>
          <p:cNvGrpSpPr/>
          <p:nvPr/>
        </p:nvGrpSpPr>
        <p:grpSpPr>
          <a:xfrm>
            <a:off x="5955929" y="1710047"/>
            <a:ext cx="2472222" cy="2472220"/>
            <a:chOff x="5955929" y="1710047"/>
            <a:chExt cx="2472222" cy="2472220"/>
          </a:xfrm>
        </p:grpSpPr>
        <p:sp>
          <p:nvSpPr>
            <p:cNvPr id="19" name="Oval 18">
              <a:extLst>
                <a:ext uri="{FF2B5EF4-FFF2-40B4-BE49-F238E27FC236}">
                  <a16:creationId xmlns:a16="http://schemas.microsoft.com/office/drawing/2014/main" id="{57B720DD-0117-40BD-8AC5-3B1A01891ECE}"/>
                </a:ext>
              </a:extLst>
            </p:cNvPr>
            <p:cNvSpPr/>
            <p:nvPr/>
          </p:nvSpPr>
          <p:spPr bwMode="gray">
            <a:xfrm>
              <a:off x="5955929" y="1710047"/>
              <a:ext cx="2472222" cy="2472220"/>
            </a:xfrm>
            <a:prstGeom prst="ellipse">
              <a:avLst/>
            </a:prstGeom>
            <a:solidFill>
              <a:schemeClr val="bg2">
                <a:alpha val="85098"/>
              </a:schemeClr>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1">
                <a:solidFill>
                  <a:schemeClr val="bg1"/>
                </a:solidFill>
              </a:endParaRPr>
            </a:p>
          </p:txBody>
        </p:sp>
        <p:sp>
          <p:nvSpPr>
            <p:cNvPr id="20" name="Oval 19">
              <a:extLst>
                <a:ext uri="{FF2B5EF4-FFF2-40B4-BE49-F238E27FC236}">
                  <a16:creationId xmlns:a16="http://schemas.microsoft.com/office/drawing/2014/main" id="{613B62C7-811F-4A62-996C-3C959C63A6FD}"/>
                </a:ext>
              </a:extLst>
            </p:cNvPr>
            <p:cNvSpPr/>
            <p:nvPr/>
          </p:nvSpPr>
          <p:spPr bwMode="gray">
            <a:xfrm>
              <a:off x="6717620" y="2471739"/>
              <a:ext cx="948838" cy="948836"/>
            </a:xfrm>
            <a:prstGeom prst="ellipse">
              <a:avLst/>
            </a:prstGeom>
            <a:solidFill>
              <a:schemeClr val="accent6"/>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1">
                <a:solidFill>
                  <a:schemeClr val="bg1"/>
                </a:solidFill>
              </a:endParaRPr>
            </a:p>
          </p:txBody>
        </p:sp>
        <p:pic>
          <p:nvPicPr>
            <p:cNvPr id="37" name="Picture 36" descr="Mental health pictogram">
              <a:extLst>
                <a:ext uri="{FF2B5EF4-FFF2-40B4-BE49-F238E27FC236}">
                  <a16:creationId xmlns:a16="http://schemas.microsoft.com/office/drawing/2014/main" id="{CF5C7669-E37F-410A-8BA1-03C4E58DF93B}"/>
                </a:ext>
              </a:extLst>
            </p:cNvPr>
            <p:cNvPicPr>
              <a:picLocks noChangeAspect="1"/>
            </p:cNvPicPr>
            <p:nvPr/>
          </p:nvPicPr>
          <p:blipFill>
            <a:blip r:embed="rId4"/>
            <a:stretch>
              <a:fillRect/>
            </a:stretch>
          </p:blipFill>
          <p:spPr>
            <a:xfrm>
              <a:off x="6886516" y="2568273"/>
              <a:ext cx="611048" cy="692160"/>
            </a:xfrm>
            <a:prstGeom prst="rect">
              <a:avLst/>
            </a:prstGeom>
          </p:spPr>
        </p:pic>
      </p:grpSp>
      <p:cxnSp>
        <p:nvCxnSpPr>
          <p:cNvPr id="28" name="Straight Connector 27">
            <a:extLst>
              <a:ext uri="{FF2B5EF4-FFF2-40B4-BE49-F238E27FC236}">
                <a16:creationId xmlns:a16="http://schemas.microsoft.com/office/drawing/2014/main" id="{9CBE6064-EEC0-4E36-85C5-74CB4DC62B72}"/>
              </a:ext>
              <a:ext uri="{C183D7F6-B498-43B3-948B-1728B52AA6E4}">
                <adec:decorative xmlns:adec="http://schemas.microsoft.com/office/drawing/2017/decorative" val="1"/>
              </a:ext>
            </a:extLst>
          </p:cNvPr>
          <p:cNvCxnSpPr>
            <a:cxnSpLocks/>
          </p:cNvCxnSpPr>
          <p:nvPr/>
        </p:nvCxnSpPr>
        <p:spPr>
          <a:xfrm>
            <a:off x="7192039" y="4014790"/>
            <a:ext cx="0" cy="517886"/>
          </a:xfrm>
          <a:prstGeom prst="line">
            <a:avLst/>
          </a:prstGeom>
          <a:ln w="12700" cmpd="sng">
            <a:solidFill>
              <a:schemeClr val="accent5"/>
            </a:solidFill>
          </a:ln>
        </p:spPr>
        <p:style>
          <a:lnRef idx="1">
            <a:schemeClr val="accent1"/>
          </a:lnRef>
          <a:fillRef idx="0">
            <a:schemeClr val="accent1"/>
          </a:fillRef>
          <a:effectRef idx="0">
            <a:schemeClr val="accent1"/>
          </a:effectRef>
          <a:fontRef idx="minor">
            <a:schemeClr val="tx1"/>
          </a:fontRef>
        </p:style>
      </p:cxnSp>
      <p:sp>
        <p:nvSpPr>
          <p:cNvPr id="33" name="Content Placeholder 2">
            <a:extLst>
              <a:ext uri="{FF2B5EF4-FFF2-40B4-BE49-F238E27FC236}">
                <a16:creationId xmlns:a16="http://schemas.microsoft.com/office/drawing/2014/main" id="{F955C165-4A4F-4B14-84D3-EE712F0A6DF1}"/>
              </a:ext>
            </a:extLst>
          </p:cNvPr>
          <p:cNvSpPr txBox="1">
            <a:spLocks/>
          </p:cNvSpPr>
          <p:nvPr/>
        </p:nvSpPr>
        <p:spPr>
          <a:xfrm>
            <a:off x="6269958" y="4536265"/>
            <a:ext cx="1860834" cy="1139467"/>
          </a:xfrm>
          <a:prstGeom prst="rect">
            <a:avLst/>
          </a:prstGeom>
        </p:spPr>
        <p:txBody>
          <a:bodyPr/>
          <a:lstStyle>
            <a:lvl1pPr marL="0" indent="0" algn="l" defTabSz="457200" rtl="0" eaLnBrk="1" latinLnBrk="0" hangingPunct="1">
              <a:spcBef>
                <a:spcPts val="1800"/>
              </a:spcBef>
              <a:buClrTx/>
              <a:buFont typeface="Arial"/>
              <a:buNone/>
              <a:defRPr sz="1400" b="0" kern="1200">
                <a:solidFill>
                  <a:schemeClr val="tx2"/>
                </a:solidFill>
                <a:latin typeface="+mn-lt"/>
                <a:ea typeface="+mn-ea"/>
                <a:cs typeface="+mn-cs"/>
              </a:defRPr>
            </a:lvl1pPr>
            <a:lvl2pPr marL="171450" indent="-171450" algn="l" defTabSz="457200" rtl="0" eaLnBrk="1" latinLnBrk="0" hangingPunct="1">
              <a:spcBef>
                <a:spcPts val="1200"/>
              </a:spcBef>
              <a:buClrTx/>
              <a:buFont typeface="Arial"/>
              <a:buChar char="•"/>
              <a:defRPr sz="1400" kern="1200">
                <a:solidFill>
                  <a:schemeClr val="tx2"/>
                </a:solidFill>
                <a:latin typeface="+mn-lt"/>
                <a:ea typeface="+mn-ea"/>
                <a:cs typeface="+mn-cs"/>
              </a:defRPr>
            </a:lvl2pPr>
            <a:lvl3pPr marL="342900" indent="-171450" algn="l" defTabSz="457200" rtl="0" eaLnBrk="1" latinLnBrk="0" hangingPunct="1">
              <a:spcBef>
                <a:spcPts val="600"/>
              </a:spcBef>
              <a:buClrTx/>
              <a:buFont typeface="CVS Health Sans"/>
              <a:buChar char="–"/>
              <a:defRPr sz="1400" kern="1200" baseline="0">
                <a:solidFill>
                  <a:schemeClr val="tx2"/>
                </a:solidFill>
                <a:latin typeface="+mn-lt"/>
                <a:ea typeface="+mn-ea"/>
                <a:cs typeface="+mn-cs"/>
              </a:defRPr>
            </a:lvl3pPr>
            <a:lvl4pPr marL="514350" indent="-171450" algn="l" defTabSz="457200" rtl="0" eaLnBrk="1" latinLnBrk="0" hangingPunct="1">
              <a:spcBef>
                <a:spcPts val="600"/>
              </a:spcBef>
              <a:buClrTx/>
              <a:buFont typeface="Arial"/>
              <a:buChar char="•"/>
              <a:defRPr sz="1400" kern="1200">
                <a:solidFill>
                  <a:schemeClr val="tx2"/>
                </a:solidFill>
                <a:latin typeface="+mn-lt"/>
                <a:ea typeface="+mn-ea"/>
                <a:cs typeface="+mn-cs"/>
              </a:defRPr>
            </a:lvl4pPr>
            <a:lvl5pPr marL="685800" indent="-171450" algn="l" defTabSz="457200" rtl="0" eaLnBrk="1" latinLnBrk="0" hangingPunct="1">
              <a:spcBef>
                <a:spcPts val="600"/>
              </a:spcBef>
              <a:buClrTx/>
              <a:buFont typeface="Arial" panose="020B0604020202020204" pitchFamily="34" charset="0"/>
              <a:buChar char="–"/>
              <a:defRPr sz="1400" kern="1200" baseline="0">
                <a:solidFill>
                  <a:schemeClr val="tx2"/>
                </a:solidFill>
                <a:latin typeface="+mn-lt"/>
                <a:ea typeface="+mn-ea"/>
                <a:cs typeface="+mn-cs"/>
              </a:defRPr>
            </a:lvl5pPr>
            <a:lvl6pPr marL="857250" indent="-171450" algn="l" defTabSz="457200" rtl="0" eaLnBrk="1" latinLnBrk="0" hangingPunct="1">
              <a:spcBef>
                <a:spcPts val="600"/>
              </a:spcBef>
              <a:buClrTx/>
              <a:buFont typeface="Arial" panose="020B0604020202020204" pitchFamily="34" charset="0"/>
              <a:buChar char="•"/>
              <a:defRPr sz="1400" kern="1200">
                <a:solidFill>
                  <a:schemeClr val="tx2"/>
                </a:solidFill>
                <a:latin typeface="+mn-lt"/>
                <a:ea typeface="+mn-ea"/>
                <a:cs typeface="+mn-cs"/>
              </a:defRPr>
            </a:lvl6pPr>
            <a:lvl7pPr marL="1028700" indent="-165100" algn="l" defTabSz="457200" rtl="0" eaLnBrk="1" latinLnBrk="0" hangingPunct="1">
              <a:spcBef>
                <a:spcPts val="600"/>
              </a:spcBef>
              <a:buClrTx/>
              <a:buFont typeface="Arial" panose="020B0604020202020204" pitchFamily="34" charset="0"/>
              <a:buChar char="–"/>
              <a:defRPr sz="1400" kern="1200">
                <a:solidFill>
                  <a:schemeClr val="tx2"/>
                </a:solidFill>
                <a:latin typeface="+mn-lt"/>
                <a:ea typeface="+mn-ea"/>
                <a:cs typeface="+mn-cs"/>
              </a:defRPr>
            </a:lvl7pPr>
            <a:lvl8pPr marL="1206500" indent="-177800" algn="l" defTabSz="457200" rtl="0" eaLnBrk="1" latinLnBrk="0" hangingPunct="1">
              <a:spcBef>
                <a:spcPts val="600"/>
              </a:spcBef>
              <a:buClrTx/>
              <a:buFont typeface="Arial"/>
              <a:buChar char="•"/>
              <a:defRPr sz="1400" kern="1200">
                <a:solidFill>
                  <a:schemeClr val="tx2"/>
                </a:solidFill>
                <a:latin typeface="+mn-lt"/>
                <a:ea typeface="+mn-ea"/>
                <a:cs typeface="+mn-cs"/>
              </a:defRPr>
            </a:lvl8pPr>
            <a:lvl9pPr marL="1371600" indent="-165100" algn="l" defTabSz="457200" rtl="0" eaLnBrk="1" latinLnBrk="0" hangingPunct="1">
              <a:spcBef>
                <a:spcPts val="600"/>
              </a:spcBef>
              <a:buClrTx/>
              <a:buFont typeface="Arial" panose="020B0604020202020204" pitchFamily="34" charset="0"/>
              <a:buChar char="–"/>
              <a:defRPr sz="1400" kern="1200">
                <a:solidFill>
                  <a:schemeClr val="tx2"/>
                </a:solidFill>
                <a:latin typeface="+mn-lt"/>
                <a:ea typeface="+mn-ea"/>
                <a:cs typeface="+mn-cs"/>
              </a:defRPr>
            </a:lvl9pPr>
          </a:lstStyle>
          <a:p>
            <a:pPr algn="ctr"/>
            <a:r>
              <a:rPr lang="en-US" sz="1300" b="1"/>
              <a:t>Item 3</a:t>
            </a:r>
            <a:br>
              <a:rPr lang="en-US" sz="1300"/>
            </a:br>
            <a:r>
              <a:rPr lang="en-US" sz="1300"/>
              <a:t>The body text is </a:t>
            </a:r>
            <a:br>
              <a:rPr lang="en-US" sz="1300"/>
            </a:br>
            <a:r>
              <a:rPr lang="en-US" sz="1300"/>
              <a:t>13-point CVS Health Sans in Text Gray. </a:t>
            </a:r>
          </a:p>
        </p:txBody>
      </p:sp>
      <p:grpSp>
        <p:nvGrpSpPr>
          <p:cNvPr id="9" name="Group 8" descr="Dark blue circle with pictogram">
            <a:extLst>
              <a:ext uri="{FF2B5EF4-FFF2-40B4-BE49-F238E27FC236}">
                <a16:creationId xmlns:a16="http://schemas.microsoft.com/office/drawing/2014/main" id="{8BF17A75-6A21-4B1F-B299-9D476FEBD367}"/>
              </a:ext>
            </a:extLst>
          </p:cNvPr>
          <p:cNvGrpSpPr/>
          <p:nvPr/>
        </p:nvGrpSpPr>
        <p:grpSpPr>
          <a:xfrm>
            <a:off x="8151186" y="1710047"/>
            <a:ext cx="2472222" cy="2472220"/>
            <a:chOff x="8151186" y="1710047"/>
            <a:chExt cx="2472222" cy="2472220"/>
          </a:xfrm>
        </p:grpSpPr>
        <p:sp>
          <p:nvSpPr>
            <p:cNvPr id="22" name="Oval 21">
              <a:extLst>
                <a:ext uri="{FF2B5EF4-FFF2-40B4-BE49-F238E27FC236}">
                  <a16:creationId xmlns:a16="http://schemas.microsoft.com/office/drawing/2014/main" id="{0C50945C-95E0-497C-9B95-09D33E566678}"/>
                </a:ext>
              </a:extLst>
            </p:cNvPr>
            <p:cNvSpPr/>
            <p:nvPr/>
          </p:nvSpPr>
          <p:spPr bwMode="gray">
            <a:xfrm>
              <a:off x="8151186" y="1710047"/>
              <a:ext cx="2472222" cy="2472220"/>
            </a:xfrm>
            <a:prstGeom prst="ellipse">
              <a:avLst/>
            </a:prstGeom>
            <a:solidFill>
              <a:srgbClr val="0A4B8C">
                <a:alpha val="84706"/>
              </a:srgbClr>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1">
                <a:solidFill>
                  <a:schemeClr val="bg1"/>
                </a:solidFill>
              </a:endParaRPr>
            </a:p>
          </p:txBody>
        </p:sp>
        <p:sp>
          <p:nvSpPr>
            <p:cNvPr id="23" name="Oval 22">
              <a:extLst>
                <a:ext uri="{FF2B5EF4-FFF2-40B4-BE49-F238E27FC236}">
                  <a16:creationId xmlns:a16="http://schemas.microsoft.com/office/drawing/2014/main" id="{734D2606-39A0-43EE-BD74-D17396FB3D15}"/>
                </a:ext>
              </a:extLst>
            </p:cNvPr>
            <p:cNvSpPr/>
            <p:nvPr/>
          </p:nvSpPr>
          <p:spPr bwMode="gray">
            <a:xfrm>
              <a:off x="8912877" y="2471739"/>
              <a:ext cx="948838" cy="948836"/>
            </a:xfrm>
            <a:prstGeom prst="ellipse">
              <a:avLst/>
            </a:prstGeom>
            <a:solidFill>
              <a:srgbClr val="0B315E"/>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1">
                <a:solidFill>
                  <a:schemeClr val="bg1"/>
                </a:solidFill>
              </a:endParaRPr>
            </a:p>
          </p:txBody>
        </p:sp>
        <p:pic>
          <p:nvPicPr>
            <p:cNvPr id="35" name="Picture 34" descr="Cloud communications pictogram">
              <a:extLst>
                <a:ext uri="{FF2B5EF4-FFF2-40B4-BE49-F238E27FC236}">
                  <a16:creationId xmlns:a16="http://schemas.microsoft.com/office/drawing/2014/main" id="{20ABE597-4F67-4D74-A573-FD5772AE6D17}"/>
                </a:ext>
              </a:extLst>
            </p:cNvPr>
            <p:cNvPicPr>
              <a:picLocks noChangeAspect="1"/>
            </p:cNvPicPr>
            <p:nvPr/>
          </p:nvPicPr>
          <p:blipFill>
            <a:blip r:embed="rId5"/>
            <a:stretch>
              <a:fillRect/>
            </a:stretch>
          </p:blipFill>
          <p:spPr>
            <a:xfrm>
              <a:off x="9093596" y="2688604"/>
              <a:ext cx="587402" cy="515106"/>
            </a:xfrm>
            <a:prstGeom prst="rect">
              <a:avLst/>
            </a:prstGeom>
          </p:spPr>
        </p:pic>
      </p:grpSp>
      <p:cxnSp>
        <p:nvCxnSpPr>
          <p:cNvPr id="29" name="Straight Connector 28">
            <a:extLst>
              <a:ext uri="{FF2B5EF4-FFF2-40B4-BE49-F238E27FC236}">
                <a16:creationId xmlns:a16="http://schemas.microsoft.com/office/drawing/2014/main" id="{4C5C5B85-9B6C-43F6-AE6B-18050A0E30C9}"/>
              </a:ext>
              <a:ext uri="{C183D7F6-B498-43B3-948B-1728B52AA6E4}">
                <adec:decorative xmlns:adec="http://schemas.microsoft.com/office/drawing/2017/decorative" val="1"/>
              </a:ext>
            </a:extLst>
          </p:cNvPr>
          <p:cNvCxnSpPr>
            <a:cxnSpLocks/>
          </p:cNvCxnSpPr>
          <p:nvPr/>
        </p:nvCxnSpPr>
        <p:spPr>
          <a:xfrm>
            <a:off x="9387296" y="4014790"/>
            <a:ext cx="0" cy="517886"/>
          </a:xfrm>
          <a:prstGeom prst="line">
            <a:avLst/>
          </a:prstGeom>
          <a:ln w="12700" cmpd="sng">
            <a:solidFill>
              <a:schemeClr val="accent5"/>
            </a:solidFill>
          </a:ln>
        </p:spPr>
        <p:style>
          <a:lnRef idx="1">
            <a:schemeClr val="accent1"/>
          </a:lnRef>
          <a:fillRef idx="0">
            <a:schemeClr val="accent1"/>
          </a:fillRef>
          <a:effectRef idx="0">
            <a:schemeClr val="accent1"/>
          </a:effectRef>
          <a:fontRef idx="minor">
            <a:schemeClr val="tx1"/>
          </a:fontRef>
        </p:style>
      </p:cxnSp>
      <p:sp>
        <p:nvSpPr>
          <p:cNvPr id="34" name="Content Placeholder 2">
            <a:extLst>
              <a:ext uri="{FF2B5EF4-FFF2-40B4-BE49-F238E27FC236}">
                <a16:creationId xmlns:a16="http://schemas.microsoft.com/office/drawing/2014/main" id="{DECCDD47-43E5-46CF-97DB-D34C1FE1AE5D}"/>
              </a:ext>
            </a:extLst>
          </p:cNvPr>
          <p:cNvSpPr txBox="1">
            <a:spLocks/>
          </p:cNvSpPr>
          <p:nvPr/>
        </p:nvSpPr>
        <p:spPr>
          <a:xfrm>
            <a:off x="8466894" y="4536265"/>
            <a:ext cx="1860834" cy="1139467"/>
          </a:xfrm>
          <a:prstGeom prst="rect">
            <a:avLst/>
          </a:prstGeom>
        </p:spPr>
        <p:txBody>
          <a:bodyPr/>
          <a:lstStyle>
            <a:lvl1pPr marL="0" indent="0" algn="l" defTabSz="457200" rtl="0" eaLnBrk="1" latinLnBrk="0" hangingPunct="1">
              <a:spcBef>
                <a:spcPts val="1800"/>
              </a:spcBef>
              <a:buClrTx/>
              <a:buFont typeface="Arial"/>
              <a:buNone/>
              <a:defRPr sz="1400" b="0" kern="1200">
                <a:solidFill>
                  <a:schemeClr val="tx2"/>
                </a:solidFill>
                <a:latin typeface="+mn-lt"/>
                <a:ea typeface="+mn-ea"/>
                <a:cs typeface="+mn-cs"/>
              </a:defRPr>
            </a:lvl1pPr>
            <a:lvl2pPr marL="171450" indent="-171450" algn="l" defTabSz="457200" rtl="0" eaLnBrk="1" latinLnBrk="0" hangingPunct="1">
              <a:spcBef>
                <a:spcPts val="1200"/>
              </a:spcBef>
              <a:buClrTx/>
              <a:buFont typeface="Arial"/>
              <a:buChar char="•"/>
              <a:defRPr sz="1400" kern="1200">
                <a:solidFill>
                  <a:schemeClr val="tx2"/>
                </a:solidFill>
                <a:latin typeface="+mn-lt"/>
                <a:ea typeface="+mn-ea"/>
                <a:cs typeface="+mn-cs"/>
              </a:defRPr>
            </a:lvl2pPr>
            <a:lvl3pPr marL="342900" indent="-171450" algn="l" defTabSz="457200" rtl="0" eaLnBrk="1" latinLnBrk="0" hangingPunct="1">
              <a:spcBef>
                <a:spcPts val="600"/>
              </a:spcBef>
              <a:buClrTx/>
              <a:buFont typeface="CVS Health Sans"/>
              <a:buChar char="–"/>
              <a:defRPr sz="1400" kern="1200" baseline="0">
                <a:solidFill>
                  <a:schemeClr val="tx2"/>
                </a:solidFill>
                <a:latin typeface="+mn-lt"/>
                <a:ea typeface="+mn-ea"/>
                <a:cs typeface="+mn-cs"/>
              </a:defRPr>
            </a:lvl3pPr>
            <a:lvl4pPr marL="514350" indent="-171450" algn="l" defTabSz="457200" rtl="0" eaLnBrk="1" latinLnBrk="0" hangingPunct="1">
              <a:spcBef>
                <a:spcPts val="600"/>
              </a:spcBef>
              <a:buClrTx/>
              <a:buFont typeface="Arial"/>
              <a:buChar char="•"/>
              <a:defRPr sz="1400" kern="1200">
                <a:solidFill>
                  <a:schemeClr val="tx2"/>
                </a:solidFill>
                <a:latin typeface="+mn-lt"/>
                <a:ea typeface="+mn-ea"/>
                <a:cs typeface="+mn-cs"/>
              </a:defRPr>
            </a:lvl4pPr>
            <a:lvl5pPr marL="685800" indent="-171450" algn="l" defTabSz="457200" rtl="0" eaLnBrk="1" latinLnBrk="0" hangingPunct="1">
              <a:spcBef>
                <a:spcPts val="600"/>
              </a:spcBef>
              <a:buClrTx/>
              <a:buFont typeface="Arial" panose="020B0604020202020204" pitchFamily="34" charset="0"/>
              <a:buChar char="–"/>
              <a:defRPr sz="1400" kern="1200" baseline="0">
                <a:solidFill>
                  <a:schemeClr val="tx2"/>
                </a:solidFill>
                <a:latin typeface="+mn-lt"/>
                <a:ea typeface="+mn-ea"/>
                <a:cs typeface="+mn-cs"/>
              </a:defRPr>
            </a:lvl5pPr>
            <a:lvl6pPr marL="857250" indent="-171450" algn="l" defTabSz="457200" rtl="0" eaLnBrk="1" latinLnBrk="0" hangingPunct="1">
              <a:spcBef>
                <a:spcPts val="600"/>
              </a:spcBef>
              <a:buClrTx/>
              <a:buFont typeface="Arial" panose="020B0604020202020204" pitchFamily="34" charset="0"/>
              <a:buChar char="•"/>
              <a:defRPr sz="1400" kern="1200">
                <a:solidFill>
                  <a:schemeClr val="tx2"/>
                </a:solidFill>
                <a:latin typeface="+mn-lt"/>
                <a:ea typeface="+mn-ea"/>
                <a:cs typeface="+mn-cs"/>
              </a:defRPr>
            </a:lvl6pPr>
            <a:lvl7pPr marL="1028700" indent="-165100" algn="l" defTabSz="457200" rtl="0" eaLnBrk="1" latinLnBrk="0" hangingPunct="1">
              <a:spcBef>
                <a:spcPts val="600"/>
              </a:spcBef>
              <a:buClrTx/>
              <a:buFont typeface="Arial" panose="020B0604020202020204" pitchFamily="34" charset="0"/>
              <a:buChar char="–"/>
              <a:defRPr sz="1400" kern="1200">
                <a:solidFill>
                  <a:schemeClr val="tx2"/>
                </a:solidFill>
                <a:latin typeface="+mn-lt"/>
                <a:ea typeface="+mn-ea"/>
                <a:cs typeface="+mn-cs"/>
              </a:defRPr>
            </a:lvl7pPr>
            <a:lvl8pPr marL="1206500" indent="-177800" algn="l" defTabSz="457200" rtl="0" eaLnBrk="1" latinLnBrk="0" hangingPunct="1">
              <a:spcBef>
                <a:spcPts val="600"/>
              </a:spcBef>
              <a:buClrTx/>
              <a:buFont typeface="Arial"/>
              <a:buChar char="•"/>
              <a:defRPr sz="1400" kern="1200">
                <a:solidFill>
                  <a:schemeClr val="tx2"/>
                </a:solidFill>
                <a:latin typeface="+mn-lt"/>
                <a:ea typeface="+mn-ea"/>
                <a:cs typeface="+mn-cs"/>
              </a:defRPr>
            </a:lvl8pPr>
            <a:lvl9pPr marL="1371600" indent="-165100" algn="l" defTabSz="457200" rtl="0" eaLnBrk="1" latinLnBrk="0" hangingPunct="1">
              <a:spcBef>
                <a:spcPts val="600"/>
              </a:spcBef>
              <a:buClrTx/>
              <a:buFont typeface="Arial" panose="020B0604020202020204" pitchFamily="34" charset="0"/>
              <a:buChar char="–"/>
              <a:defRPr sz="1400" kern="1200">
                <a:solidFill>
                  <a:schemeClr val="tx2"/>
                </a:solidFill>
                <a:latin typeface="+mn-lt"/>
                <a:ea typeface="+mn-ea"/>
                <a:cs typeface="+mn-cs"/>
              </a:defRPr>
            </a:lvl9pPr>
          </a:lstStyle>
          <a:p>
            <a:pPr algn="ctr"/>
            <a:r>
              <a:rPr lang="en-US" sz="1300" b="1"/>
              <a:t>Item 4</a:t>
            </a:r>
            <a:br>
              <a:rPr lang="en-US" sz="1300"/>
            </a:br>
            <a:r>
              <a:rPr lang="en-US" sz="1300"/>
              <a:t>The body text is </a:t>
            </a:r>
            <a:br>
              <a:rPr lang="en-US" sz="1300"/>
            </a:br>
            <a:r>
              <a:rPr lang="en-US" sz="1300"/>
              <a:t>13-point CVS Health Sans in Text Gray. </a:t>
            </a:r>
          </a:p>
        </p:txBody>
      </p:sp>
      <p:sp>
        <p:nvSpPr>
          <p:cNvPr id="32" name="Rectangle 31">
            <a:extLst>
              <a:ext uri="{FF2B5EF4-FFF2-40B4-BE49-F238E27FC236}">
                <a16:creationId xmlns:a16="http://schemas.microsoft.com/office/drawing/2014/main" id="{88625C5E-8ABC-45E4-8228-2C600BE51A8B}"/>
              </a:ext>
            </a:extLst>
          </p:cNvPr>
          <p:cNvSpPr/>
          <p:nvPr/>
        </p:nvSpPr>
        <p:spPr bwMode="gray">
          <a:xfrm>
            <a:off x="12372479" y="0"/>
            <a:ext cx="1771034" cy="894125"/>
          </a:xfrm>
          <a:prstGeom prst="rect">
            <a:avLst/>
          </a:prstGeom>
          <a:solidFill>
            <a:srgbClr val="FFFF99"/>
          </a:solidFill>
          <a:ln>
            <a:noFill/>
            <a:miter lim="800000"/>
          </a:ln>
          <a:effectLst/>
        </p:spPr>
        <p:style>
          <a:lnRef idx="1">
            <a:schemeClr val="accent1"/>
          </a:lnRef>
          <a:fillRef idx="3">
            <a:schemeClr val="accent1"/>
          </a:fillRef>
          <a:effectRef idx="2">
            <a:schemeClr val="accent1"/>
          </a:effectRef>
          <a:fontRef idx="minor">
            <a:schemeClr val="lt1"/>
          </a:fontRef>
        </p:style>
        <p:txBody>
          <a:bodyPr lIns="182880" rtlCol="0" anchor="ctr"/>
          <a:lstStyle/>
          <a:p>
            <a:pPr>
              <a:lnSpc>
                <a:spcPct val="105000"/>
              </a:lnSpc>
              <a:spcAft>
                <a:spcPts val="1200"/>
              </a:spcAft>
            </a:pPr>
            <a:r>
              <a:rPr lang="en-US" sz="1300" b="1">
                <a:solidFill>
                  <a:srgbClr val="3F3F3F"/>
                </a:solidFill>
              </a:rPr>
              <a:t>Pictogram library </a:t>
            </a:r>
            <a:br>
              <a:rPr lang="en-US" sz="1300" b="1">
                <a:solidFill>
                  <a:srgbClr val="3F3F3F"/>
                </a:solidFill>
              </a:rPr>
            </a:br>
            <a:r>
              <a:rPr lang="en-US" sz="1300">
                <a:solidFill>
                  <a:srgbClr val="3F3F3F"/>
                </a:solidFill>
              </a:rPr>
              <a:t>is</a:t>
            </a:r>
            <a:r>
              <a:rPr lang="en-US" sz="1300" b="1">
                <a:solidFill>
                  <a:srgbClr val="3F3F3F"/>
                </a:solidFill>
              </a:rPr>
              <a:t> </a:t>
            </a:r>
            <a:r>
              <a:rPr lang="en-US" sz="1300">
                <a:solidFill>
                  <a:srgbClr val="3F3F3F"/>
                </a:solidFill>
              </a:rPr>
              <a:t>available on the </a:t>
            </a:r>
            <a:r>
              <a:rPr lang="en-US" sz="1300" u="sng">
                <a:solidFill>
                  <a:srgbClr val="3F3F3F"/>
                </a:solidFill>
                <a:hlinkClick r:id="rId6"/>
              </a:rPr>
              <a:t>Brand Center</a:t>
            </a:r>
            <a:r>
              <a:rPr lang="en-US" sz="1300">
                <a:solidFill>
                  <a:srgbClr val="3F3F3F"/>
                </a:solidFill>
              </a:rPr>
              <a:t>.</a:t>
            </a:r>
            <a:endParaRPr lang="en-US" sz="1300" u="sng">
              <a:solidFill>
                <a:schemeClr val="accent2"/>
              </a:solidFill>
            </a:endParaRPr>
          </a:p>
        </p:txBody>
      </p:sp>
      <p:sp>
        <p:nvSpPr>
          <p:cNvPr id="40" name="Rectangle 39">
            <a:extLst>
              <a:ext uri="{FF2B5EF4-FFF2-40B4-BE49-F238E27FC236}">
                <a16:creationId xmlns:a16="http://schemas.microsoft.com/office/drawing/2014/main" id="{5D0FCD28-8497-44D0-AA42-FBD20EA654E6}"/>
              </a:ext>
            </a:extLst>
          </p:cNvPr>
          <p:cNvSpPr/>
          <p:nvPr/>
        </p:nvSpPr>
        <p:spPr bwMode="gray">
          <a:xfrm>
            <a:off x="12372479" y="980292"/>
            <a:ext cx="1771034" cy="1626430"/>
          </a:xfrm>
          <a:prstGeom prst="rect">
            <a:avLst/>
          </a:prstGeom>
          <a:solidFill>
            <a:schemeClr val="bg1"/>
          </a:solidFill>
          <a:ln>
            <a:noFill/>
            <a:miter lim="800000"/>
          </a:ln>
          <a:effectLst/>
        </p:spPr>
        <p:style>
          <a:lnRef idx="1">
            <a:schemeClr val="accent1"/>
          </a:lnRef>
          <a:fillRef idx="3">
            <a:schemeClr val="accent1"/>
          </a:fillRef>
          <a:effectRef idx="2">
            <a:schemeClr val="accent1"/>
          </a:effectRef>
          <a:fontRef idx="minor">
            <a:schemeClr val="lt1"/>
          </a:fontRef>
        </p:style>
        <p:txBody>
          <a:bodyPr lIns="182880" tIns="137160" rtlCol="0" anchor="t"/>
          <a:lstStyle/>
          <a:p>
            <a:pPr marL="0" lvl="1">
              <a:lnSpc>
                <a:spcPct val="95000"/>
              </a:lnSpc>
              <a:spcAft>
                <a:spcPts val="600"/>
              </a:spcAft>
            </a:pPr>
            <a:r>
              <a:rPr lang="en-US" sz="1500" b="1">
                <a:solidFill>
                  <a:schemeClr val="tx2"/>
                </a:solidFill>
              </a:rPr>
              <a:t>Accessibility </a:t>
            </a:r>
            <a:r>
              <a:rPr lang="en-US" sz="1300">
                <a:solidFill>
                  <a:schemeClr val="tx2"/>
                </a:solidFill>
              </a:rPr>
              <a:t>guidance</a:t>
            </a:r>
          </a:p>
          <a:p>
            <a:pPr marL="0" lvl="1">
              <a:lnSpc>
                <a:spcPct val="105000"/>
              </a:lnSpc>
              <a:spcAft>
                <a:spcPts val="600"/>
              </a:spcAft>
            </a:pPr>
            <a:r>
              <a:rPr lang="en-US" sz="1300">
                <a:solidFill>
                  <a:schemeClr val="tx2"/>
                </a:solidFill>
              </a:rPr>
              <a:t>Pictograms </a:t>
            </a:r>
            <a:br>
              <a:rPr lang="en-US" sz="1300">
                <a:solidFill>
                  <a:schemeClr val="tx2"/>
                </a:solidFill>
              </a:rPr>
            </a:br>
            <a:r>
              <a:rPr lang="en-US" sz="1300">
                <a:solidFill>
                  <a:schemeClr val="tx2"/>
                </a:solidFill>
              </a:rPr>
              <a:t>must have a </a:t>
            </a:r>
            <a:br>
              <a:rPr lang="en-US" sz="1300">
                <a:solidFill>
                  <a:schemeClr val="tx2"/>
                </a:solidFill>
              </a:rPr>
            </a:br>
            <a:r>
              <a:rPr lang="en-US" sz="1300">
                <a:solidFill>
                  <a:schemeClr val="tx2"/>
                </a:solidFill>
              </a:rPr>
              <a:t>short description </a:t>
            </a:r>
            <a:br>
              <a:rPr lang="en-US" sz="1300">
                <a:solidFill>
                  <a:schemeClr val="tx2"/>
                </a:solidFill>
              </a:rPr>
            </a:br>
            <a:r>
              <a:rPr lang="en-US" sz="1300">
                <a:solidFill>
                  <a:schemeClr val="tx2"/>
                </a:solidFill>
              </a:rPr>
              <a:t>in Alt Text.</a:t>
            </a:r>
          </a:p>
        </p:txBody>
      </p:sp>
    </p:spTree>
    <p:extLst>
      <p:ext uri="{BB962C8B-B14F-4D97-AF65-F5344CB8AC3E}">
        <p14:creationId xmlns:p14="http://schemas.microsoft.com/office/powerpoint/2010/main" val="363230403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Title for comparison layout</a:t>
            </a:r>
          </a:p>
        </p:txBody>
      </p:sp>
      <p:sp>
        <p:nvSpPr>
          <p:cNvPr id="23" name="Rectangle 22"/>
          <p:cNvSpPr/>
          <p:nvPr/>
        </p:nvSpPr>
        <p:spPr>
          <a:xfrm>
            <a:off x="2451012" y="2328077"/>
            <a:ext cx="1097280" cy="848941"/>
          </a:xfrm>
          <a:prstGeom prst="rect">
            <a:avLst/>
          </a:prstGeom>
          <a:noFill/>
          <a:ln w="3175"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2"/>
                </a:solidFill>
                <a:cs typeface="Arial" panose="020B0604020202020204" pitchFamily="34" charset="0"/>
              </a:rPr>
              <a:t>place</a:t>
            </a:r>
            <a:br>
              <a:rPr lang="en-US" sz="1200" b="1">
                <a:solidFill>
                  <a:schemeClr val="tx2"/>
                </a:solidFill>
                <a:cs typeface="Arial" panose="020B0604020202020204" pitchFamily="34" charset="0"/>
              </a:rPr>
            </a:br>
            <a:r>
              <a:rPr lang="en-US" sz="1200" b="1">
                <a:solidFill>
                  <a:schemeClr val="tx2"/>
                </a:solidFill>
                <a:cs typeface="Arial" panose="020B0604020202020204" pitchFamily="34" charset="0"/>
              </a:rPr>
              <a:t>pictogram 1</a:t>
            </a:r>
            <a:br>
              <a:rPr lang="en-US" sz="1200" b="1">
                <a:solidFill>
                  <a:schemeClr val="tx2"/>
                </a:solidFill>
                <a:cs typeface="Arial" panose="020B0604020202020204" pitchFamily="34" charset="0"/>
              </a:rPr>
            </a:br>
            <a:r>
              <a:rPr lang="en-US" sz="1200" b="1">
                <a:solidFill>
                  <a:schemeClr val="tx2"/>
                </a:solidFill>
                <a:cs typeface="Arial" panose="020B0604020202020204" pitchFamily="34" charset="0"/>
              </a:rPr>
              <a:t>here</a:t>
            </a:r>
          </a:p>
        </p:txBody>
      </p:sp>
      <p:cxnSp>
        <p:nvCxnSpPr>
          <p:cNvPr id="20" name="Straight Connector 19">
            <a:extLst>
              <a:ext uri="{FF2B5EF4-FFF2-40B4-BE49-F238E27FC236}">
                <a16:creationId xmlns:a16="http://schemas.microsoft.com/office/drawing/2014/main" id="{C3082769-5D7B-47F2-9FF0-B13205C5A18F}"/>
              </a:ext>
              <a:ext uri="{C183D7F6-B498-43B3-948B-1728B52AA6E4}">
                <adec:decorative xmlns:adec="http://schemas.microsoft.com/office/drawing/2017/decorative" val="1"/>
              </a:ext>
            </a:extLst>
          </p:cNvPr>
          <p:cNvCxnSpPr/>
          <p:nvPr/>
        </p:nvCxnSpPr>
        <p:spPr>
          <a:xfrm>
            <a:off x="2671101" y="3447514"/>
            <a:ext cx="657102" cy="0"/>
          </a:xfrm>
          <a:prstGeom prst="line">
            <a:avLst/>
          </a:prstGeom>
          <a:ln w="12700" cmpd="sng">
            <a:solidFill>
              <a:schemeClr val="accent6"/>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sz="half" idx="2"/>
          </p:nvPr>
        </p:nvSpPr>
        <p:spPr/>
        <p:txBody>
          <a:bodyPr/>
          <a:lstStyle/>
          <a:p>
            <a:r>
              <a:rPr lang="en-US">
                <a:solidFill>
                  <a:schemeClr val="accent2"/>
                </a:solidFill>
              </a:rPr>
              <a:t>Header 1</a:t>
            </a:r>
          </a:p>
          <a:p>
            <a:pPr lvl="1"/>
            <a:r>
              <a:rPr lang="en-US" sz="1500"/>
              <a:t>Title and body text are centered.</a:t>
            </a:r>
            <a:br>
              <a:rPr lang="en-US" sz="1500"/>
            </a:br>
            <a:r>
              <a:rPr lang="en-US" sz="1500"/>
              <a:t>Descriptor text here.</a:t>
            </a:r>
          </a:p>
        </p:txBody>
      </p:sp>
      <p:sp>
        <p:nvSpPr>
          <p:cNvPr id="27" name="Rectangle 26"/>
          <p:cNvSpPr/>
          <p:nvPr/>
        </p:nvSpPr>
        <p:spPr>
          <a:xfrm>
            <a:off x="8576239" y="2328077"/>
            <a:ext cx="1097280" cy="848941"/>
          </a:xfrm>
          <a:prstGeom prst="rect">
            <a:avLst/>
          </a:prstGeom>
          <a:noFill/>
          <a:ln w="3175"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2"/>
                </a:solidFill>
                <a:cs typeface="Arial" panose="020B0604020202020204" pitchFamily="34" charset="0"/>
              </a:rPr>
              <a:t>place</a:t>
            </a:r>
            <a:br>
              <a:rPr lang="en-US" sz="1200" b="1">
                <a:solidFill>
                  <a:schemeClr val="tx2"/>
                </a:solidFill>
                <a:cs typeface="Arial" panose="020B0604020202020204" pitchFamily="34" charset="0"/>
              </a:rPr>
            </a:br>
            <a:r>
              <a:rPr lang="en-US" sz="1200" b="1">
                <a:solidFill>
                  <a:schemeClr val="tx2"/>
                </a:solidFill>
                <a:cs typeface="Arial" panose="020B0604020202020204" pitchFamily="34" charset="0"/>
              </a:rPr>
              <a:t>pictogram 2</a:t>
            </a:r>
            <a:br>
              <a:rPr lang="en-US" sz="1200" b="1">
                <a:solidFill>
                  <a:schemeClr val="tx2"/>
                </a:solidFill>
                <a:cs typeface="Arial" panose="020B0604020202020204" pitchFamily="34" charset="0"/>
              </a:rPr>
            </a:br>
            <a:r>
              <a:rPr lang="en-US" sz="1200" b="1">
                <a:solidFill>
                  <a:schemeClr val="tx2"/>
                </a:solidFill>
                <a:cs typeface="Arial" panose="020B0604020202020204" pitchFamily="34" charset="0"/>
              </a:rPr>
              <a:t>here</a:t>
            </a:r>
          </a:p>
        </p:txBody>
      </p:sp>
      <p:cxnSp>
        <p:nvCxnSpPr>
          <p:cNvPr id="21" name="Straight Connector 20">
            <a:extLst>
              <a:ext uri="{FF2B5EF4-FFF2-40B4-BE49-F238E27FC236}">
                <a16:creationId xmlns:a16="http://schemas.microsoft.com/office/drawing/2014/main" id="{E7F8464D-8FB5-4495-9E49-8A5AE046D8CA}"/>
              </a:ext>
              <a:ext uri="{C183D7F6-B498-43B3-948B-1728B52AA6E4}">
                <adec:decorative xmlns:adec="http://schemas.microsoft.com/office/drawing/2017/decorative" val="1"/>
              </a:ext>
            </a:extLst>
          </p:cNvPr>
          <p:cNvCxnSpPr/>
          <p:nvPr/>
        </p:nvCxnSpPr>
        <p:spPr>
          <a:xfrm>
            <a:off x="8796328" y="3447514"/>
            <a:ext cx="657102" cy="0"/>
          </a:xfrm>
          <a:prstGeom prst="line">
            <a:avLst/>
          </a:prstGeom>
          <a:ln w="12700" cmpd="sng">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quarter" idx="4"/>
          </p:nvPr>
        </p:nvSpPr>
        <p:spPr/>
        <p:txBody>
          <a:bodyPr/>
          <a:lstStyle/>
          <a:p>
            <a:r>
              <a:rPr lang="en-US">
                <a:solidFill>
                  <a:schemeClr val="accent2"/>
                </a:solidFill>
              </a:rPr>
              <a:t>Header 2</a:t>
            </a:r>
          </a:p>
          <a:p>
            <a:pPr lvl="1"/>
            <a:r>
              <a:rPr lang="en-US" sz="1500"/>
              <a:t>Title and body text are centered.</a:t>
            </a:r>
            <a:br>
              <a:rPr lang="en-US" sz="1500"/>
            </a:br>
            <a:r>
              <a:rPr lang="en-US" sz="1500"/>
              <a:t>Descriptor text here.</a:t>
            </a:r>
          </a:p>
        </p:txBody>
      </p:sp>
      <p:sp>
        <p:nvSpPr>
          <p:cNvPr id="13" name="Rectangle 12">
            <a:extLst>
              <a:ext uri="{FF2B5EF4-FFF2-40B4-BE49-F238E27FC236}">
                <a16:creationId xmlns:a16="http://schemas.microsoft.com/office/drawing/2014/main" id="{07872673-8D76-41A8-B9A8-927E2694C4A8}"/>
              </a:ext>
            </a:extLst>
          </p:cNvPr>
          <p:cNvSpPr/>
          <p:nvPr/>
        </p:nvSpPr>
        <p:spPr bwMode="gray">
          <a:xfrm>
            <a:off x="12372479" y="0"/>
            <a:ext cx="1771034" cy="894125"/>
          </a:xfrm>
          <a:prstGeom prst="rect">
            <a:avLst/>
          </a:prstGeom>
          <a:solidFill>
            <a:srgbClr val="FFFF99"/>
          </a:solidFill>
          <a:ln>
            <a:noFill/>
            <a:miter lim="800000"/>
          </a:ln>
          <a:effectLst/>
        </p:spPr>
        <p:style>
          <a:lnRef idx="1">
            <a:schemeClr val="accent1"/>
          </a:lnRef>
          <a:fillRef idx="3">
            <a:schemeClr val="accent1"/>
          </a:fillRef>
          <a:effectRef idx="2">
            <a:schemeClr val="accent1"/>
          </a:effectRef>
          <a:fontRef idx="minor">
            <a:schemeClr val="lt1"/>
          </a:fontRef>
        </p:style>
        <p:txBody>
          <a:bodyPr lIns="182880" rtlCol="0" anchor="ctr"/>
          <a:lstStyle/>
          <a:p>
            <a:pPr>
              <a:lnSpc>
                <a:spcPct val="105000"/>
              </a:lnSpc>
              <a:spcAft>
                <a:spcPts val="1200"/>
              </a:spcAft>
            </a:pPr>
            <a:r>
              <a:rPr lang="en-US" sz="1300" b="1">
                <a:solidFill>
                  <a:srgbClr val="3F3F3F"/>
                </a:solidFill>
              </a:rPr>
              <a:t>Pictogram library </a:t>
            </a:r>
            <a:br>
              <a:rPr lang="en-US" sz="1300" b="1">
                <a:solidFill>
                  <a:srgbClr val="3F3F3F"/>
                </a:solidFill>
              </a:rPr>
            </a:br>
            <a:r>
              <a:rPr lang="en-US" sz="1300">
                <a:solidFill>
                  <a:srgbClr val="3F3F3F"/>
                </a:solidFill>
              </a:rPr>
              <a:t>is</a:t>
            </a:r>
            <a:r>
              <a:rPr lang="en-US" sz="1300" b="1">
                <a:solidFill>
                  <a:srgbClr val="3F3F3F"/>
                </a:solidFill>
              </a:rPr>
              <a:t> </a:t>
            </a:r>
            <a:r>
              <a:rPr lang="en-US" sz="1300">
                <a:solidFill>
                  <a:srgbClr val="3F3F3F"/>
                </a:solidFill>
              </a:rPr>
              <a:t>available on the </a:t>
            </a:r>
            <a:r>
              <a:rPr lang="en-US" sz="1300" u="sng">
                <a:solidFill>
                  <a:srgbClr val="3F3F3F"/>
                </a:solidFill>
                <a:hlinkClick r:id="rId2"/>
              </a:rPr>
              <a:t>Brand Center</a:t>
            </a:r>
            <a:r>
              <a:rPr lang="en-US" sz="1300">
                <a:solidFill>
                  <a:srgbClr val="3F3F3F"/>
                </a:solidFill>
              </a:rPr>
              <a:t>.</a:t>
            </a:r>
            <a:endParaRPr lang="en-US" sz="1300" u="sng">
              <a:solidFill>
                <a:schemeClr val="accent2"/>
              </a:solidFill>
            </a:endParaRPr>
          </a:p>
        </p:txBody>
      </p:sp>
      <p:sp>
        <p:nvSpPr>
          <p:cNvPr id="12" name="Rectangle 11">
            <a:extLst>
              <a:ext uri="{FF2B5EF4-FFF2-40B4-BE49-F238E27FC236}">
                <a16:creationId xmlns:a16="http://schemas.microsoft.com/office/drawing/2014/main" id="{0B325C08-E52C-48D3-94AD-4BF2ADAB07DA}"/>
              </a:ext>
            </a:extLst>
          </p:cNvPr>
          <p:cNvSpPr/>
          <p:nvPr/>
        </p:nvSpPr>
        <p:spPr bwMode="gray">
          <a:xfrm>
            <a:off x="12372479" y="980292"/>
            <a:ext cx="1771034" cy="1626430"/>
          </a:xfrm>
          <a:prstGeom prst="rect">
            <a:avLst/>
          </a:prstGeom>
          <a:solidFill>
            <a:schemeClr val="bg1"/>
          </a:solidFill>
          <a:ln>
            <a:noFill/>
            <a:miter lim="800000"/>
          </a:ln>
          <a:effectLst/>
        </p:spPr>
        <p:style>
          <a:lnRef idx="1">
            <a:schemeClr val="accent1"/>
          </a:lnRef>
          <a:fillRef idx="3">
            <a:schemeClr val="accent1"/>
          </a:fillRef>
          <a:effectRef idx="2">
            <a:schemeClr val="accent1"/>
          </a:effectRef>
          <a:fontRef idx="minor">
            <a:schemeClr val="lt1"/>
          </a:fontRef>
        </p:style>
        <p:txBody>
          <a:bodyPr lIns="182880" tIns="137160" rtlCol="0" anchor="t"/>
          <a:lstStyle/>
          <a:p>
            <a:pPr marL="0" lvl="1">
              <a:lnSpc>
                <a:spcPct val="95000"/>
              </a:lnSpc>
              <a:spcAft>
                <a:spcPts val="600"/>
              </a:spcAft>
            </a:pPr>
            <a:r>
              <a:rPr lang="en-US" sz="1500" b="1">
                <a:solidFill>
                  <a:schemeClr val="tx2"/>
                </a:solidFill>
              </a:rPr>
              <a:t>Accessibility </a:t>
            </a:r>
            <a:r>
              <a:rPr lang="en-US" sz="1300">
                <a:solidFill>
                  <a:schemeClr val="tx2"/>
                </a:solidFill>
              </a:rPr>
              <a:t>guidance</a:t>
            </a:r>
          </a:p>
          <a:p>
            <a:pPr marL="0" lvl="1">
              <a:lnSpc>
                <a:spcPct val="105000"/>
              </a:lnSpc>
              <a:spcAft>
                <a:spcPts val="600"/>
              </a:spcAft>
            </a:pPr>
            <a:r>
              <a:rPr lang="en-US" sz="1300">
                <a:solidFill>
                  <a:schemeClr val="tx2"/>
                </a:solidFill>
              </a:rPr>
              <a:t>Pictograms </a:t>
            </a:r>
            <a:br>
              <a:rPr lang="en-US" sz="1300">
                <a:solidFill>
                  <a:schemeClr val="tx2"/>
                </a:solidFill>
              </a:rPr>
            </a:br>
            <a:r>
              <a:rPr lang="en-US" sz="1300">
                <a:solidFill>
                  <a:schemeClr val="tx2"/>
                </a:solidFill>
              </a:rPr>
              <a:t>must have a </a:t>
            </a:r>
            <a:br>
              <a:rPr lang="en-US" sz="1300">
                <a:solidFill>
                  <a:schemeClr val="tx2"/>
                </a:solidFill>
              </a:rPr>
            </a:br>
            <a:r>
              <a:rPr lang="en-US" sz="1300">
                <a:solidFill>
                  <a:schemeClr val="tx2"/>
                </a:solidFill>
              </a:rPr>
              <a:t>short description </a:t>
            </a:r>
            <a:br>
              <a:rPr lang="en-US" sz="1300">
                <a:solidFill>
                  <a:schemeClr val="tx2"/>
                </a:solidFill>
              </a:rPr>
            </a:br>
            <a:r>
              <a:rPr lang="en-US" sz="1300">
                <a:solidFill>
                  <a:schemeClr val="tx2"/>
                </a:solidFill>
              </a:rPr>
              <a:t>in Alt Text.</a:t>
            </a:r>
          </a:p>
        </p:txBody>
      </p:sp>
    </p:spTree>
    <p:extLst>
      <p:ext uri="{BB962C8B-B14F-4D97-AF65-F5344CB8AC3E}">
        <p14:creationId xmlns:p14="http://schemas.microsoft.com/office/powerpoint/2010/main" val="130443555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a:t>Title for two-column comparison layout</a:t>
            </a:r>
          </a:p>
        </p:txBody>
      </p:sp>
      <p:sp>
        <p:nvSpPr>
          <p:cNvPr id="9" name="TextBox 8">
            <a:extLst>
              <a:ext uri="{FF2B5EF4-FFF2-40B4-BE49-F238E27FC236}">
                <a16:creationId xmlns:a16="http://schemas.microsoft.com/office/drawing/2014/main" id="{D554A1F5-21F4-42C4-A8ED-3A91A8EE6F6E}"/>
              </a:ext>
            </a:extLst>
          </p:cNvPr>
          <p:cNvSpPr txBox="1"/>
          <p:nvPr/>
        </p:nvSpPr>
        <p:spPr>
          <a:xfrm>
            <a:off x="1229996" y="1841561"/>
            <a:ext cx="4439946" cy="646331"/>
          </a:xfrm>
          <a:prstGeom prst="rect">
            <a:avLst/>
          </a:prstGeom>
          <a:noFill/>
        </p:spPr>
        <p:txBody>
          <a:bodyPr wrap="square">
            <a:spAutoFit/>
          </a:bodyPr>
          <a:lstStyle/>
          <a:p>
            <a:pPr marL="0" lvl="5"/>
            <a:r>
              <a:rPr lang="en-US" b="1">
                <a:solidFill>
                  <a:schemeClr val="tx2"/>
                </a:solidFill>
              </a:rPr>
              <a:t>Header is 18-point CVS Health Sans Bold in Text Gray</a:t>
            </a:r>
          </a:p>
        </p:txBody>
      </p:sp>
      <p:sp>
        <p:nvSpPr>
          <p:cNvPr id="10" name="Content Placeholder 2"/>
          <p:cNvSpPr txBox="1">
            <a:spLocks/>
          </p:cNvSpPr>
          <p:nvPr/>
        </p:nvSpPr>
        <p:spPr>
          <a:xfrm>
            <a:off x="1229996" y="2705083"/>
            <a:ext cx="4318158" cy="2309186"/>
          </a:xfrm>
          <a:prstGeom prst="rect">
            <a:avLst/>
          </a:prstGeom>
        </p:spPr>
        <p:txBody>
          <a:bodyPr/>
          <a:lstStyle>
            <a:lvl1pPr marL="0" indent="0" algn="l" defTabSz="457200" rtl="0" eaLnBrk="1" latinLnBrk="0" hangingPunct="1">
              <a:spcBef>
                <a:spcPts val="1800"/>
              </a:spcBef>
              <a:buClrTx/>
              <a:buFont typeface="Arial"/>
              <a:buNone/>
              <a:defRPr sz="1400" b="0" kern="1200">
                <a:solidFill>
                  <a:schemeClr val="tx2"/>
                </a:solidFill>
                <a:latin typeface="+mn-lt"/>
                <a:ea typeface="+mn-ea"/>
                <a:cs typeface="+mn-cs"/>
              </a:defRPr>
            </a:lvl1pPr>
            <a:lvl2pPr marL="171450" indent="-171450" algn="l" defTabSz="457200" rtl="0" eaLnBrk="1" latinLnBrk="0" hangingPunct="1">
              <a:spcBef>
                <a:spcPts val="1200"/>
              </a:spcBef>
              <a:buClrTx/>
              <a:buFont typeface="Arial"/>
              <a:buChar char="•"/>
              <a:defRPr sz="1400" kern="1200">
                <a:solidFill>
                  <a:schemeClr val="tx2"/>
                </a:solidFill>
                <a:latin typeface="+mn-lt"/>
                <a:ea typeface="+mn-ea"/>
                <a:cs typeface="+mn-cs"/>
              </a:defRPr>
            </a:lvl2pPr>
            <a:lvl3pPr marL="342900" indent="-171450" algn="l" defTabSz="457200" rtl="0" eaLnBrk="1" latinLnBrk="0" hangingPunct="1">
              <a:spcBef>
                <a:spcPts val="600"/>
              </a:spcBef>
              <a:buClrTx/>
              <a:buFont typeface="CVS Health Sans"/>
              <a:buChar char="–"/>
              <a:defRPr sz="1400" kern="1200" baseline="0">
                <a:solidFill>
                  <a:schemeClr val="tx2"/>
                </a:solidFill>
                <a:latin typeface="+mn-lt"/>
                <a:ea typeface="+mn-ea"/>
                <a:cs typeface="+mn-cs"/>
              </a:defRPr>
            </a:lvl3pPr>
            <a:lvl4pPr marL="514350" indent="-171450" algn="l" defTabSz="457200" rtl="0" eaLnBrk="1" latinLnBrk="0" hangingPunct="1">
              <a:spcBef>
                <a:spcPts val="600"/>
              </a:spcBef>
              <a:buClrTx/>
              <a:buFont typeface="Arial"/>
              <a:buChar char="•"/>
              <a:defRPr sz="1400" kern="1200">
                <a:solidFill>
                  <a:schemeClr val="tx2"/>
                </a:solidFill>
                <a:latin typeface="+mn-lt"/>
                <a:ea typeface="+mn-ea"/>
                <a:cs typeface="+mn-cs"/>
              </a:defRPr>
            </a:lvl4pPr>
            <a:lvl5pPr marL="685800" indent="-171450" algn="l" defTabSz="457200" rtl="0" eaLnBrk="1" latinLnBrk="0" hangingPunct="1">
              <a:spcBef>
                <a:spcPts val="600"/>
              </a:spcBef>
              <a:buClrTx/>
              <a:buFont typeface="Arial" panose="020B0604020202020204" pitchFamily="34" charset="0"/>
              <a:buChar char="–"/>
              <a:defRPr sz="1400" kern="1200" baseline="0">
                <a:solidFill>
                  <a:schemeClr val="tx2"/>
                </a:solidFill>
                <a:latin typeface="+mn-lt"/>
                <a:ea typeface="+mn-ea"/>
                <a:cs typeface="+mn-cs"/>
              </a:defRPr>
            </a:lvl5pPr>
            <a:lvl6pPr marL="857250" indent="-171450" algn="l" defTabSz="457200" rtl="0" eaLnBrk="1" latinLnBrk="0" hangingPunct="1">
              <a:spcBef>
                <a:spcPts val="600"/>
              </a:spcBef>
              <a:buClrTx/>
              <a:buFont typeface="Arial" panose="020B0604020202020204" pitchFamily="34" charset="0"/>
              <a:buChar char="•"/>
              <a:defRPr sz="1400" kern="1200">
                <a:solidFill>
                  <a:schemeClr val="tx2"/>
                </a:solidFill>
                <a:latin typeface="+mn-lt"/>
                <a:ea typeface="+mn-ea"/>
                <a:cs typeface="+mn-cs"/>
              </a:defRPr>
            </a:lvl6pPr>
            <a:lvl7pPr marL="1028700" indent="-165100" algn="l" defTabSz="457200" rtl="0" eaLnBrk="1" latinLnBrk="0" hangingPunct="1">
              <a:spcBef>
                <a:spcPts val="600"/>
              </a:spcBef>
              <a:buClrTx/>
              <a:buFont typeface="Arial" panose="020B0604020202020204" pitchFamily="34" charset="0"/>
              <a:buChar char="–"/>
              <a:defRPr sz="1400" kern="1200">
                <a:solidFill>
                  <a:schemeClr val="tx2"/>
                </a:solidFill>
                <a:latin typeface="+mn-lt"/>
                <a:ea typeface="+mn-ea"/>
                <a:cs typeface="+mn-cs"/>
              </a:defRPr>
            </a:lvl7pPr>
            <a:lvl8pPr marL="1206500" indent="-177800" algn="l" defTabSz="457200" rtl="0" eaLnBrk="1" latinLnBrk="0" hangingPunct="1">
              <a:spcBef>
                <a:spcPts val="600"/>
              </a:spcBef>
              <a:buClrTx/>
              <a:buFont typeface="Arial"/>
              <a:buChar char="•"/>
              <a:defRPr sz="1400" kern="1200">
                <a:solidFill>
                  <a:schemeClr val="tx2"/>
                </a:solidFill>
                <a:latin typeface="+mn-lt"/>
                <a:ea typeface="+mn-ea"/>
                <a:cs typeface="+mn-cs"/>
              </a:defRPr>
            </a:lvl8pPr>
            <a:lvl9pPr marL="1371600" indent="-165100" algn="l" defTabSz="457200" rtl="0" eaLnBrk="1" latinLnBrk="0" hangingPunct="1">
              <a:spcBef>
                <a:spcPts val="600"/>
              </a:spcBef>
              <a:buClrTx/>
              <a:buFont typeface="Arial" panose="020B0604020202020204" pitchFamily="34" charset="0"/>
              <a:buChar char="–"/>
              <a:defRPr sz="1400" kern="1200">
                <a:solidFill>
                  <a:schemeClr val="tx2"/>
                </a:solidFill>
                <a:latin typeface="+mn-lt"/>
                <a:ea typeface="+mn-ea"/>
                <a:cs typeface="+mn-cs"/>
              </a:defRPr>
            </a:lvl9pPr>
          </a:lstStyle>
          <a:p>
            <a:r>
              <a:rPr lang="en-US" sz="1300"/>
              <a:t>The body text is 13-point CVS Health Sans in Text Gray. </a:t>
            </a:r>
          </a:p>
          <a:p>
            <a:pPr lvl="1"/>
            <a:r>
              <a:rPr lang="en-US" sz="1300"/>
              <a:t>First-level bullet</a:t>
            </a:r>
          </a:p>
          <a:p>
            <a:pPr lvl="1"/>
            <a:r>
              <a:rPr lang="en-US" sz="1300"/>
              <a:t>First-level bullet</a:t>
            </a:r>
          </a:p>
          <a:p>
            <a:pPr lvl="2"/>
            <a:r>
              <a:rPr lang="en-US" sz="1300"/>
              <a:t>Second-level bullet</a:t>
            </a:r>
          </a:p>
        </p:txBody>
      </p:sp>
      <p:cxnSp>
        <p:nvCxnSpPr>
          <p:cNvPr id="17" name="Straight Connector 16">
            <a:extLst>
              <a:ext uri="{FF2B5EF4-FFF2-40B4-BE49-F238E27FC236}">
                <a16:creationId xmlns:a16="http://schemas.microsoft.com/office/drawing/2014/main" id="{ED08C494-9AC8-49B7-B830-8CD29617A771}"/>
              </a:ext>
              <a:ext uri="{C183D7F6-B498-43B3-948B-1728B52AA6E4}">
                <adec:decorative xmlns:adec="http://schemas.microsoft.com/office/drawing/2017/decorative" val="1"/>
              </a:ext>
            </a:extLst>
          </p:cNvPr>
          <p:cNvCxnSpPr/>
          <p:nvPr/>
        </p:nvCxnSpPr>
        <p:spPr>
          <a:xfrm>
            <a:off x="6014112" y="1745215"/>
            <a:ext cx="0" cy="2699993"/>
          </a:xfrm>
          <a:prstGeom prst="line">
            <a:avLst/>
          </a:prstGeom>
          <a:ln w="12700" cmpd="sng">
            <a:solidFill>
              <a:schemeClr val="accent6"/>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8FF4E711-E02A-444B-AC0C-87B2122C1C36}"/>
              </a:ext>
            </a:extLst>
          </p:cNvPr>
          <p:cNvSpPr txBox="1"/>
          <p:nvPr/>
        </p:nvSpPr>
        <p:spPr>
          <a:xfrm>
            <a:off x="6643660" y="1841561"/>
            <a:ext cx="4439946" cy="646331"/>
          </a:xfrm>
          <a:prstGeom prst="rect">
            <a:avLst/>
          </a:prstGeom>
          <a:noFill/>
        </p:spPr>
        <p:txBody>
          <a:bodyPr wrap="square">
            <a:spAutoFit/>
          </a:bodyPr>
          <a:lstStyle/>
          <a:p>
            <a:pPr marL="0" lvl="5"/>
            <a:r>
              <a:rPr lang="en-US" b="1">
                <a:solidFill>
                  <a:schemeClr val="tx2"/>
                </a:solidFill>
              </a:rPr>
              <a:t>Header is 18-point CVS Health Sans Bold in Text Gray</a:t>
            </a:r>
          </a:p>
        </p:txBody>
      </p:sp>
      <p:sp>
        <p:nvSpPr>
          <p:cNvPr id="11" name="Content Placeholder 2"/>
          <p:cNvSpPr txBox="1">
            <a:spLocks/>
          </p:cNvSpPr>
          <p:nvPr/>
        </p:nvSpPr>
        <p:spPr>
          <a:xfrm>
            <a:off x="6645887" y="2705083"/>
            <a:ext cx="4318158" cy="2309186"/>
          </a:xfrm>
          <a:prstGeom prst="rect">
            <a:avLst/>
          </a:prstGeom>
        </p:spPr>
        <p:txBody>
          <a:bodyPr/>
          <a:lstStyle>
            <a:lvl1pPr marL="0" indent="0" algn="l" defTabSz="457200" rtl="0" eaLnBrk="1" latinLnBrk="0" hangingPunct="1">
              <a:spcBef>
                <a:spcPts val="1800"/>
              </a:spcBef>
              <a:buClrTx/>
              <a:buFont typeface="Arial"/>
              <a:buNone/>
              <a:defRPr sz="1400" b="0" kern="1200">
                <a:solidFill>
                  <a:schemeClr val="tx2"/>
                </a:solidFill>
                <a:latin typeface="+mn-lt"/>
                <a:ea typeface="+mn-ea"/>
                <a:cs typeface="+mn-cs"/>
              </a:defRPr>
            </a:lvl1pPr>
            <a:lvl2pPr marL="171450" indent="-171450" algn="l" defTabSz="457200" rtl="0" eaLnBrk="1" latinLnBrk="0" hangingPunct="1">
              <a:spcBef>
                <a:spcPts val="1200"/>
              </a:spcBef>
              <a:buClrTx/>
              <a:buFont typeface="Arial"/>
              <a:buChar char="•"/>
              <a:defRPr sz="1400" kern="1200">
                <a:solidFill>
                  <a:schemeClr val="tx2"/>
                </a:solidFill>
                <a:latin typeface="+mn-lt"/>
                <a:ea typeface="+mn-ea"/>
                <a:cs typeface="+mn-cs"/>
              </a:defRPr>
            </a:lvl2pPr>
            <a:lvl3pPr marL="342900" indent="-171450" algn="l" defTabSz="457200" rtl="0" eaLnBrk="1" latinLnBrk="0" hangingPunct="1">
              <a:spcBef>
                <a:spcPts val="600"/>
              </a:spcBef>
              <a:buClrTx/>
              <a:buFont typeface="CVS Health Sans"/>
              <a:buChar char="–"/>
              <a:defRPr sz="1400" kern="1200" baseline="0">
                <a:solidFill>
                  <a:schemeClr val="tx2"/>
                </a:solidFill>
                <a:latin typeface="+mn-lt"/>
                <a:ea typeface="+mn-ea"/>
                <a:cs typeface="+mn-cs"/>
              </a:defRPr>
            </a:lvl3pPr>
            <a:lvl4pPr marL="514350" indent="-171450" algn="l" defTabSz="457200" rtl="0" eaLnBrk="1" latinLnBrk="0" hangingPunct="1">
              <a:spcBef>
                <a:spcPts val="600"/>
              </a:spcBef>
              <a:buClrTx/>
              <a:buFont typeface="Arial"/>
              <a:buChar char="•"/>
              <a:defRPr sz="1400" kern="1200">
                <a:solidFill>
                  <a:schemeClr val="tx2"/>
                </a:solidFill>
                <a:latin typeface="+mn-lt"/>
                <a:ea typeface="+mn-ea"/>
                <a:cs typeface="+mn-cs"/>
              </a:defRPr>
            </a:lvl4pPr>
            <a:lvl5pPr marL="685800" indent="-171450" algn="l" defTabSz="457200" rtl="0" eaLnBrk="1" latinLnBrk="0" hangingPunct="1">
              <a:spcBef>
                <a:spcPts val="600"/>
              </a:spcBef>
              <a:buClrTx/>
              <a:buFont typeface="Arial" panose="020B0604020202020204" pitchFamily="34" charset="0"/>
              <a:buChar char="–"/>
              <a:defRPr sz="1400" kern="1200" baseline="0">
                <a:solidFill>
                  <a:schemeClr val="tx2"/>
                </a:solidFill>
                <a:latin typeface="+mn-lt"/>
                <a:ea typeface="+mn-ea"/>
                <a:cs typeface="+mn-cs"/>
              </a:defRPr>
            </a:lvl5pPr>
            <a:lvl6pPr marL="857250" indent="-171450" algn="l" defTabSz="457200" rtl="0" eaLnBrk="1" latinLnBrk="0" hangingPunct="1">
              <a:spcBef>
                <a:spcPts val="600"/>
              </a:spcBef>
              <a:buClrTx/>
              <a:buFont typeface="Arial" panose="020B0604020202020204" pitchFamily="34" charset="0"/>
              <a:buChar char="•"/>
              <a:defRPr sz="1400" kern="1200">
                <a:solidFill>
                  <a:schemeClr val="tx2"/>
                </a:solidFill>
                <a:latin typeface="+mn-lt"/>
                <a:ea typeface="+mn-ea"/>
                <a:cs typeface="+mn-cs"/>
              </a:defRPr>
            </a:lvl6pPr>
            <a:lvl7pPr marL="1028700" indent="-165100" algn="l" defTabSz="457200" rtl="0" eaLnBrk="1" latinLnBrk="0" hangingPunct="1">
              <a:spcBef>
                <a:spcPts val="600"/>
              </a:spcBef>
              <a:buClrTx/>
              <a:buFont typeface="Arial" panose="020B0604020202020204" pitchFamily="34" charset="0"/>
              <a:buChar char="–"/>
              <a:defRPr sz="1400" kern="1200">
                <a:solidFill>
                  <a:schemeClr val="tx2"/>
                </a:solidFill>
                <a:latin typeface="+mn-lt"/>
                <a:ea typeface="+mn-ea"/>
                <a:cs typeface="+mn-cs"/>
              </a:defRPr>
            </a:lvl7pPr>
            <a:lvl8pPr marL="1206500" indent="-177800" algn="l" defTabSz="457200" rtl="0" eaLnBrk="1" latinLnBrk="0" hangingPunct="1">
              <a:spcBef>
                <a:spcPts val="600"/>
              </a:spcBef>
              <a:buClrTx/>
              <a:buFont typeface="Arial"/>
              <a:buChar char="•"/>
              <a:defRPr sz="1400" kern="1200">
                <a:solidFill>
                  <a:schemeClr val="tx2"/>
                </a:solidFill>
                <a:latin typeface="+mn-lt"/>
                <a:ea typeface="+mn-ea"/>
                <a:cs typeface="+mn-cs"/>
              </a:defRPr>
            </a:lvl8pPr>
            <a:lvl9pPr marL="1371600" indent="-165100" algn="l" defTabSz="457200" rtl="0" eaLnBrk="1" latinLnBrk="0" hangingPunct="1">
              <a:spcBef>
                <a:spcPts val="600"/>
              </a:spcBef>
              <a:buClrTx/>
              <a:buFont typeface="Arial" panose="020B0604020202020204" pitchFamily="34" charset="0"/>
              <a:buChar char="–"/>
              <a:defRPr sz="1400" kern="1200">
                <a:solidFill>
                  <a:schemeClr val="tx2"/>
                </a:solidFill>
                <a:latin typeface="+mn-lt"/>
                <a:ea typeface="+mn-ea"/>
                <a:cs typeface="+mn-cs"/>
              </a:defRPr>
            </a:lvl9pPr>
          </a:lstStyle>
          <a:p>
            <a:r>
              <a:rPr lang="en-US" sz="1300"/>
              <a:t>The body text is 13-point CVS Health Sans in Text Gray. </a:t>
            </a:r>
          </a:p>
          <a:p>
            <a:pPr lvl="1"/>
            <a:r>
              <a:rPr lang="en-US" sz="1300"/>
              <a:t>First-level bullet</a:t>
            </a:r>
          </a:p>
          <a:p>
            <a:pPr lvl="1"/>
            <a:r>
              <a:rPr lang="en-US" sz="1300"/>
              <a:t>First-level bullet</a:t>
            </a:r>
          </a:p>
          <a:p>
            <a:pPr lvl="2"/>
            <a:r>
              <a:rPr lang="en-US" sz="1300"/>
              <a:t>Second-level bullet</a:t>
            </a:r>
          </a:p>
        </p:txBody>
      </p:sp>
    </p:spTree>
    <p:extLst>
      <p:ext uri="{BB962C8B-B14F-4D97-AF65-F5344CB8AC3E}">
        <p14:creationId xmlns:p14="http://schemas.microsoft.com/office/powerpoint/2010/main" val="360010868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le 4"/>
          <p:cNvSpPr>
            <a:spLocks noGrp="1"/>
          </p:cNvSpPr>
          <p:nvPr>
            <p:ph type="title"/>
          </p:nvPr>
        </p:nvSpPr>
        <p:spPr>
          <a:xfrm>
            <a:off x="557784" y="530351"/>
            <a:ext cx="9665208" cy="713232"/>
          </a:xfrm>
        </p:spPr>
        <p:txBody>
          <a:bodyPr/>
          <a:lstStyle/>
          <a:p>
            <a:r>
              <a:rPr lang="en-US"/>
              <a:t>Title for three-column comparison layout</a:t>
            </a:r>
          </a:p>
        </p:txBody>
      </p:sp>
      <p:sp>
        <p:nvSpPr>
          <p:cNvPr id="12" name="TextBox 11">
            <a:extLst>
              <a:ext uri="{FF2B5EF4-FFF2-40B4-BE49-F238E27FC236}">
                <a16:creationId xmlns:a16="http://schemas.microsoft.com/office/drawing/2014/main" id="{16DE9AB5-5095-4B01-9578-10BD007F53B8}"/>
              </a:ext>
            </a:extLst>
          </p:cNvPr>
          <p:cNvSpPr txBox="1"/>
          <p:nvPr/>
        </p:nvSpPr>
        <p:spPr>
          <a:xfrm>
            <a:off x="474628" y="1828197"/>
            <a:ext cx="3354704" cy="584775"/>
          </a:xfrm>
          <a:prstGeom prst="rect">
            <a:avLst/>
          </a:prstGeom>
          <a:noFill/>
        </p:spPr>
        <p:txBody>
          <a:bodyPr wrap="square">
            <a:spAutoFit/>
          </a:bodyPr>
          <a:lstStyle/>
          <a:p>
            <a:pPr marL="0" lvl="5"/>
            <a:r>
              <a:rPr lang="en-US" sz="1600" b="1">
                <a:solidFill>
                  <a:schemeClr val="tx2"/>
                </a:solidFill>
              </a:rPr>
              <a:t>Header is 16-point CVS Health Sans Bold in Text Gray</a:t>
            </a:r>
          </a:p>
        </p:txBody>
      </p:sp>
      <p:sp>
        <p:nvSpPr>
          <p:cNvPr id="14" name="Content Placeholder 2"/>
          <p:cNvSpPr txBox="1">
            <a:spLocks/>
          </p:cNvSpPr>
          <p:nvPr/>
        </p:nvSpPr>
        <p:spPr>
          <a:xfrm>
            <a:off x="474628" y="2681933"/>
            <a:ext cx="3134743" cy="2309186"/>
          </a:xfrm>
          <a:prstGeom prst="rect">
            <a:avLst/>
          </a:prstGeom>
        </p:spPr>
        <p:txBody>
          <a:bodyPr/>
          <a:lstStyle>
            <a:lvl1pPr marL="0" indent="0" algn="l" defTabSz="457200" rtl="0" eaLnBrk="1" latinLnBrk="0" hangingPunct="1">
              <a:spcBef>
                <a:spcPts val="1800"/>
              </a:spcBef>
              <a:buClrTx/>
              <a:buFont typeface="Arial"/>
              <a:buNone/>
              <a:defRPr sz="1400" b="0" kern="1200">
                <a:solidFill>
                  <a:schemeClr val="tx2"/>
                </a:solidFill>
                <a:latin typeface="+mn-lt"/>
                <a:ea typeface="+mn-ea"/>
                <a:cs typeface="+mn-cs"/>
              </a:defRPr>
            </a:lvl1pPr>
            <a:lvl2pPr marL="171450" indent="-171450" algn="l" defTabSz="457200" rtl="0" eaLnBrk="1" latinLnBrk="0" hangingPunct="1">
              <a:spcBef>
                <a:spcPts val="1200"/>
              </a:spcBef>
              <a:buClrTx/>
              <a:buFont typeface="Arial"/>
              <a:buChar char="•"/>
              <a:defRPr sz="1400" kern="1200">
                <a:solidFill>
                  <a:schemeClr val="tx2"/>
                </a:solidFill>
                <a:latin typeface="+mn-lt"/>
                <a:ea typeface="+mn-ea"/>
                <a:cs typeface="+mn-cs"/>
              </a:defRPr>
            </a:lvl2pPr>
            <a:lvl3pPr marL="342900" indent="-171450" algn="l" defTabSz="457200" rtl="0" eaLnBrk="1" latinLnBrk="0" hangingPunct="1">
              <a:spcBef>
                <a:spcPts val="600"/>
              </a:spcBef>
              <a:buClrTx/>
              <a:buFont typeface="CVS Health Sans"/>
              <a:buChar char="–"/>
              <a:defRPr sz="1400" kern="1200" baseline="0">
                <a:solidFill>
                  <a:schemeClr val="tx2"/>
                </a:solidFill>
                <a:latin typeface="+mn-lt"/>
                <a:ea typeface="+mn-ea"/>
                <a:cs typeface="+mn-cs"/>
              </a:defRPr>
            </a:lvl3pPr>
            <a:lvl4pPr marL="514350" indent="-171450" algn="l" defTabSz="457200" rtl="0" eaLnBrk="1" latinLnBrk="0" hangingPunct="1">
              <a:spcBef>
                <a:spcPts val="600"/>
              </a:spcBef>
              <a:buClrTx/>
              <a:buFont typeface="Arial"/>
              <a:buChar char="•"/>
              <a:defRPr sz="1400" kern="1200">
                <a:solidFill>
                  <a:schemeClr val="tx2"/>
                </a:solidFill>
                <a:latin typeface="+mn-lt"/>
                <a:ea typeface="+mn-ea"/>
                <a:cs typeface="+mn-cs"/>
              </a:defRPr>
            </a:lvl4pPr>
            <a:lvl5pPr marL="685800" indent="-171450" algn="l" defTabSz="457200" rtl="0" eaLnBrk="1" latinLnBrk="0" hangingPunct="1">
              <a:spcBef>
                <a:spcPts val="600"/>
              </a:spcBef>
              <a:buClrTx/>
              <a:buFont typeface="Arial" panose="020B0604020202020204" pitchFamily="34" charset="0"/>
              <a:buChar char="–"/>
              <a:defRPr sz="1400" kern="1200" baseline="0">
                <a:solidFill>
                  <a:schemeClr val="tx2"/>
                </a:solidFill>
                <a:latin typeface="+mn-lt"/>
                <a:ea typeface="+mn-ea"/>
                <a:cs typeface="+mn-cs"/>
              </a:defRPr>
            </a:lvl5pPr>
            <a:lvl6pPr marL="857250" indent="-171450" algn="l" defTabSz="457200" rtl="0" eaLnBrk="1" latinLnBrk="0" hangingPunct="1">
              <a:spcBef>
                <a:spcPts val="600"/>
              </a:spcBef>
              <a:buClrTx/>
              <a:buFont typeface="Arial" panose="020B0604020202020204" pitchFamily="34" charset="0"/>
              <a:buChar char="•"/>
              <a:defRPr sz="1400" kern="1200">
                <a:solidFill>
                  <a:schemeClr val="tx2"/>
                </a:solidFill>
                <a:latin typeface="+mn-lt"/>
                <a:ea typeface="+mn-ea"/>
                <a:cs typeface="+mn-cs"/>
              </a:defRPr>
            </a:lvl6pPr>
            <a:lvl7pPr marL="1028700" indent="-165100" algn="l" defTabSz="457200" rtl="0" eaLnBrk="1" latinLnBrk="0" hangingPunct="1">
              <a:spcBef>
                <a:spcPts val="600"/>
              </a:spcBef>
              <a:buClrTx/>
              <a:buFont typeface="Arial" panose="020B0604020202020204" pitchFamily="34" charset="0"/>
              <a:buChar char="–"/>
              <a:defRPr sz="1400" kern="1200">
                <a:solidFill>
                  <a:schemeClr val="tx2"/>
                </a:solidFill>
                <a:latin typeface="+mn-lt"/>
                <a:ea typeface="+mn-ea"/>
                <a:cs typeface="+mn-cs"/>
              </a:defRPr>
            </a:lvl7pPr>
            <a:lvl8pPr marL="1206500" indent="-177800" algn="l" defTabSz="457200" rtl="0" eaLnBrk="1" latinLnBrk="0" hangingPunct="1">
              <a:spcBef>
                <a:spcPts val="600"/>
              </a:spcBef>
              <a:buClrTx/>
              <a:buFont typeface="Arial"/>
              <a:buChar char="•"/>
              <a:defRPr sz="1400" kern="1200">
                <a:solidFill>
                  <a:schemeClr val="tx2"/>
                </a:solidFill>
                <a:latin typeface="+mn-lt"/>
                <a:ea typeface="+mn-ea"/>
                <a:cs typeface="+mn-cs"/>
              </a:defRPr>
            </a:lvl8pPr>
            <a:lvl9pPr marL="1371600" indent="-165100" algn="l" defTabSz="457200" rtl="0" eaLnBrk="1" latinLnBrk="0" hangingPunct="1">
              <a:spcBef>
                <a:spcPts val="600"/>
              </a:spcBef>
              <a:buClrTx/>
              <a:buFont typeface="Arial" panose="020B0604020202020204" pitchFamily="34" charset="0"/>
              <a:buChar char="–"/>
              <a:defRPr sz="1400" kern="1200">
                <a:solidFill>
                  <a:schemeClr val="tx2"/>
                </a:solidFill>
                <a:latin typeface="+mn-lt"/>
                <a:ea typeface="+mn-ea"/>
                <a:cs typeface="+mn-cs"/>
              </a:defRPr>
            </a:lvl9pPr>
          </a:lstStyle>
          <a:p>
            <a:r>
              <a:rPr lang="en-US" sz="1300"/>
              <a:t>The body text is 13-point CVS Health Sans in Text Gray. </a:t>
            </a:r>
          </a:p>
          <a:p>
            <a:pPr lvl="1"/>
            <a:r>
              <a:rPr lang="en-US" sz="1300"/>
              <a:t>First-level bullet</a:t>
            </a:r>
          </a:p>
          <a:p>
            <a:pPr lvl="1"/>
            <a:r>
              <a:rPr lang="en-US" sz="1300"/>
              <a:t>First-level bullet</a:t>
            </a:r>
          </a:p>
          <a:p>
            <a:pPr lvl="2"/>
            <a:r>
              <a:rPr lang="en-US" sz="1300"/>
              <a:t>Second-level bullet</a:t>
            </a:r>
          </a:p>
        </p:txBody>
      </p:sp>
      <p:cxnSp>
        <p:nvCxnSpPr>
          <p:cNvPr id="34" name="Straight Connector 33">
            <a:extLst>
              <a:ext uri="{FF2B5EF4-FFF2-40B4-BE49-F238E27FC236}">
                <a16:creationId xmlns:a16="http://schemas.microsoft.com/office/drawing/2014/main" id="{C11DB934-5659-495E-AD58-2B49D7AE373D}"/>
              </a:ext>
              <a:ext uri="{C183D7F6-B498-43B3-948B-1728B52AA6E4}">
                <adec:decorative xmlns:adec="http://schemas.microsoft.com/office/drawing/2017/decorative" val="1"/>
              </a:ext>
            </a:extLst>
          </p:cNvPr>
          <p:cNvCxnSpPr/>
          <p:nvPr/>
        </p:nvCxnSpPr>
        <p:spPr>
          <a:xfrm>
            <a:off x="4007339" y="1755113"/>
            <a:ext cx="0" cy="2699993"/>
          </a:xfrm>
          <a:prstGeom prst="line">
            <a:avLst/>
          </a:prstGeom>
          <a:ln w="12700" cmpd="sng">
            <a:solidFill>
              <a:schemeClr val="accent6"/>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C01FDDF9-B1DC-4F7F-A432-94C9594E9DB6}"/>
              </a:ext>
            </a:extLst>
          </p:cNvPr>
          <p:cNvSpPr txBox="1"/>
          <p:nvPr/>
        </p:nvSpPr>
        <p:spPr>
          <a:xfrm>
            <a:off x="4308874" y="1828197"/>
            <a:ext cx="3354704" cy="584775"/>
          </a:xfrm>
          <a:prstGeom prst="rect">
            <a:avLst/>
          </a:prstGeom>
          <a:noFill/>
        </p:spPr>
        <p:txBody>
          <a:bodyPr wrap="square">
            <a:spAutoFit/>
          </a:bodyPr>
          <a:lstStyle/>
          <a:p>
            <a:pPr marL="0" lvl="5"/>
            <a:r>
              <a:rPr lang="en-US" sz="1600" b="1">
                <a:solidFill>
                  <a:schemeClr val="tx2"/>
                </a:solidFill>
              </a:rPr>
              <a:t>Header is 16-point CVS Health Sans Bold in Text Gray</a:t>
            </a:r>
          </a:p>
        </p:txBody>
      </p:sp>
      <p:sp>
        <p:nvSpPr>
          <p:cNvPr id="15" name="Content Placeholder 2"/>
          <p:cNvSpPr txBox="1">
            <a:spLocks/>
          </p:cNvSpPr>
          <p:nvPr/>
        </p:nvSpPr>
        <p:spPr>
          <a:xfrm>
            <a:off x="4330237" y="2681933"/>
            <a:ext cx="3134743" cy="2309186"/>
          </a:xfrm>
          <a:prstGeom prst="rect">
            <a:avLst/>
          </a:prstGeom>
        </p:spPr>
        <p:txBody>
          <a:bodyPr/>
          <a:lstStyle>
            <a:lvl1pPr marL="0" indent="0" algn="l" defTabSz="457200" rtl="0" eaLnBrk="1" latinLnBrk="0" hangingPunct="1">
              <a:spcBef>
                <a:spcPts val="1800"/>
              </a:spcBef>
              <a:buClrTx/>
              <a:buFont typeface="Arial"/>
              <a:buNone/>
              <a:defRPr sz="1400" b="0" kern="1200">
                <a:solidFill>
                  <a:schemeClr val="tx2"/>
                </a:solidFill>
                <a:latin typeface="+mn-lt"/>
                <a:ea typeface="+mn-ea"/>
                <a:cs typeface="+mn-cs"/>
              </a:defRPr>
            </a:lvl1pPr>
            <a:lvl2pPr marL="171450" indent="-171450" algn="l" defTabSz="457200" rtl="0" eaLnBrk="1" latinLnBrk="0" hangingPunct="1">
              <a:spcBef>
                <a:spcPts val="1200"/>
              </a:spcBef>
              <a:buClrTx/>
              <a:buFont typeface="Arial"/>
              <a:buChar char="•"/>
              <a:defRPr sz="1400" kern="1200">
                <a:solidFill>
                  <a:schemeClr val="tx2"/>
                </a:solidFill>
                <a:latin typeface="+mn-lt"/>
                <a:ea typeface="+mn-ea"/>
                <a:cs typeface="+mn-cs"/>
              </a:defRPr>
            </a:lvl2pPr>
            <a:lvl3pPr marL="342900" indent="-171450" algn="l" defTabSz="457200" rtl="0" eaLnBrk="1" latinLnBrk="0" hangingPunct="1">
              <a:spcBef>
                <a:spcPts val="600"/>
              </a:spcBef>
              <a:buClrTx/>
              <a:buFont typeface="CVS Health Sans"/>
              <a:buChar char="–"/>
              <a:defRPr sz="1400" kern="1200" baseline="0">
                <a:solidFill>
                  <a:schemeClr val="tx2"/>
                </a:solidFill>
                <a:latin typeface="+mn-lt"/>
                <a:ea typeface="+mn-ea"/>
                <a:cs typeface="+mn-cs"/>
              </a:defRPr>
            </a:lvl3pPr>
            <a:lvl4pPr marL="514350" indent="-171450" algn="l" defTabSz="457200" rtl="0" eaLnBrk="1" latinLnBrk="0" hangingPunct="1">
              <a:spcBef>
                <a:spcPts val="600"/>
              </a:spcBef>
              <a:buClrTx/>
              <a:buFont typeface="Arial"/>
              <a:buChar char="•"/>
              <a:defRPr sz="1400" kern="1200">
                <a:solidFill>
                  <a:schemeClr val="tx2"/>
                </a:solidFill>
                <a:latin typeface="+mn-lt"/>
                <a:ea typeface="+mn-ea"/>
                <a:cs typeface="+mn-cs"/>
              </a:defRPr>
            </a:lvl4pPr>
            <a:lvl5pPr marL="685800" indent="-171450" algn="l" defTabSz="457200" rtl="0" eaLnBrk="1" latinLnBrk="0" hangingPunct="1">
              <a:spcBef>
                <a:spcPts val="600"/>
              </a:spcBef>
              <a:buClrTx/>
              <a:buFont typeface="Arial" panose="020B0604020202020204" pitchFamily="34" charset="0"/>
              <a:buChar char="–"/>
              <a:defRPr sz="1400" kern="1200" baseline="0">
                <a:solidFill>
                  <a:schemeClr val="tx2"/>
                </a:solidFill>
                <a:latin typeface="+mn-lt"/>
                <a:ea typeface="+mn-ea"/>
                <a:cs typeface="+mn-cs"/>
              </a:defRPr>
            </a:lvl5pPr>
            <a:lvl6pPr marL="857250" indent="-171450" algn="l" defTabSz="457200" rtl="0" eaLnBrk="1" latinLnBrk="0" hangingPunct="1">
              <a:spcBef>
                <a:spcPts val="600"/>
              </a:spcBef>
              <a:buClrTx/>
              <a:buFont typeface="Arial" panose="020B0604020202020204" pitchFamily="34" charset="0"/>
              <a:buChar char="•"/>
              <a:defRPr sz="1400" kern="1200">
                <a:solidFill>
                  <a:schemeClr val="tx2"/>
                </a:solidFill>
                <a:latin typeface="+mn-lt"/>
                <a:ea typeface="+mn-ea"/>
                <a:cs typeface="+mn-cs"/>
              </a:defRPr>
            </a:lvl6pPr>
            <a:lvl7pPr marL="1028700" indent="-165100" algn="l" defTabSz="457200" rtl="0" eaLnBrk="1" latinLnBrk="0" hangingPunct="1">
              <a:spcBef>
                <a:spcPts val="600"/>
              </a:spcBef>
              <a:buClrTx/>
              <a:buFont typeface="Arial" panose="020B0604020202020204" pitchFamily="34" charset="0"/>
              <a:buChar char="–"/>
              <a:defRPr sz="1400" kern="1200">
                <a:solidFill>
                  <a:schemeClr val="tx2"/>
                </a:solidFill>
                <a:latin typeface="+mn-lt"/>
                <a:ea typeface="+mn-ea"/>
                <a:cs typeface="+mn-cs"/>
              </a:defRPr>
            </a:lvl7pPr>
            <a:lvl8pPr marL="1206500" indent="-177800" algn="l" defTabSz="457200" rtl="0" eaLnBrk="1" latinLnBrk="0" hangingPunct="1">
              <a:spcBef>
                <a:spcPts val="600"/>
              </a:spcBef>
              <a:buClrTx/>
              <a:buFont typeface="Arial"/>
              <a:buChar char="•"/>
              <a:defRPr sz="1400" kern="1200">
                <a:solidFill>
                  <a:schemeClr val="tx2"/>
                </a:solidFill>
                <a:latin typeface="+mn-lt"/>
                <a:ea typeface="+mn-ea"/>
                <a:cs typeface="+mn-cs"/>
              </a:defRPr>
            </a:lvl8pPr>
            <a:lvl9pPr marL="1371600" indent="-165100" algn="l" defTabSz="457200" rtl="0" eaLnBrk="1" latinLnBrk="0" hangingPunct="1">
              <a:spcBef>
                <a:spcPts val="600"/>
              </a:spcBef>
              <a:buClrTx/>
              <a:buFont typeface="Arial" panose="020B0604020202020204" pitchFamily="34" charset="0"/>
              <a:buChar char="–"/>
              <a:defRPr sz="1400" kern="1200">
                <a:solidFill>
                  <a:schemeClr val="tx2"/>
                </a:solidFill>
                <a:latin typeface="+mn-lt"/>
                <a:ea typeface="+mn-ea"/>
                <a:cs typeface="+mn-cs"/>
              </a:defRPr>
            </a:lvl9pPr>
          </a:lstStyle>
          <a:p>
            <a:r>
              <a:rPr lang="en-US" sz="1300"/>
              <a:t>The body text is 13-point CVS Health Sans in Text Gray. </a:t>
            </a:r>
          </a:p>
          <a:p>
            <a:pPr lvl="1"/>
            <a:r>
              <a:rPr lang="en-US" sz="1300"/>
              <a:t>First-level bullet</a:t>
            </a:r>
          </a:p>
          <a:p>
            <a:pPr lvl="1"/>
            <a:r>
              <a:rPr lang="en-US" sz="1300"/>
              <a:t>First-level bullet</a:t>
            </a:r>
          </a:p>
          <a:p>
            <a:pPr lvl="2"/>
            <a:r>
              <a:rPr lang="en-US" sz="1300"/>
              <a:t>Second-level bullet</a:t>
            </a:r>
          </a:p>
        </p:txBody>
      </p:sp>
      <p:cxnSp>
        <p:nvCxnSpPr>
          <p:cNvPr id="35" name="Straight Connector 34">
            <a:extLst>
              <a:ext uri="{FF2B5EF4-FFF2-40B4-BE49-F238E27FC236}">
                <a16:creationId xmlns:a16="http://schemas.microsoft.com/office/drawing/2014/main" id="{D8DEAECD-12D8-42C0-9F99-72C328D7AD0A}"/>
              </a:ext>
              <a:ext uri="{C183D7F6-B498-43B3-948B-1728B52AA6E4}">
                <adec:decorative xmlns:adec="http://schemas.microsoft.com/office/drawing/2017/decorative" val="1"/>
              </a:ext>
            </a:extLst>
          </p:cNvPr>
          <p:cNvCxnSpPr/>
          <p:nvPr/>
        </p:nvCxnSpPr>
        <p:spPr>
          <a:xfrm>
            <a:off x="7856538" y="1755113"/>
            <a:ext cx="0" cy="2699993"/>
          </a:xfrm>
          <a:prstGeom prst="line">
            <a:avLst/>
          </a:prstGeom>
          <a:ln w="12700" cmpd="sng">
            <a:solidFill>
              <a:schemeClr val="accent6"/>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F802C872-8378-4862-8C49-B48CA8535793}"/>
              </a:ext>
            </a:extLst>
          </p:cNvPr>
          <p:cNvSpPr txBox="1"/>
          <p:nvPr/>
        </p:nvSpPr>
        <p:spPr>
          <a:xfrm>
            <a:off x="8184683" y="1828197"/>
            <a:ext cx="3354704" cy="584775"/>
          </a:xfrm>
          <a:prstGeom prst="rect">
            <a:avLst/>
          </a:prstGeom>
          <a:noFill/>
        </p:spPr>
        <p:txBody>
          <a:bodyPr wrap="square">
            <a:spAutoFit/>
          </a:bodyPr>
          <a:lstStyle/>
          <a:p>
            <a:pPr marL="0" lvl="5"/>
            <a:r>
              <a:rPr lang="en-US" sz="1600" b="1">
                <a:solidFill>
                  <a:schemeClr val="tx2"/>
                </a:solidFill>
              </a:rPr>
              <a:t>Header is 16-point CVS Health Sans Bold in Text Gray</a:t>
            </a:r>
          </a:p>
        </p:txBody>
      </p:sp>
      <p:sp>
        <p:nvSpPr>
          <p:cNvPr id="16" name="Content Placeholder 2"/>
          <p:cNvSpPr txBox="1">
            <a:spLocks/>
          </p:cNvSpPr>
          <p:nvPr/>
        </p:nvSpPr>
        <p:spPr>
          <a:xfrm>
            <a:off x="8202631" y="2681933"/>
            <a:ext cx="3134743" cy="2309186"/>
          </a:xfrm>
          <a:prstGeom prst="rect">
            <a:avLst/>
          </a:prstGeom>
        </p:spPr>
        <p:txBody>
          <a:bodyPr/>
          <a:lstStyle>
            <a:lvl1pPr marL="0" indent="0" algn="l" defTabSz="457200" rtl="0" eaLnBrk="1" latinLnBrk="0" hangingPunct="1">
              <a:spcBef>
                <a:spcPts val="1800"/>
              </a:spcBef>
              <a:buClrTx/>
              <a:buFont typeface="Arial"/>
              <a:buNone/>
              <a:defRPr sz="1400" b="0" kern="1200">
                <a:solidFill>
                  <a:schemeClr val="tx2"/>
                </a:solidFill>
                <a:latin typeface="+mn-lt"/>
                <a:ea typeface="+mn-ea"/>
                <a:cs typeface="+mn-cs"/>
              </a:defRPr>
            </a:lvl1pPr>
            <a:lvl2pPr marL="171450" indent="-171450" algn="l" defTabSz="457200" rtl="0" eaLnBrk="1" latinLnBrk="0" hangingPunct="1">
              <a:spcBef>
                <a:spcPts val="1200"/>
              </a:spcBef>
              <a:buClrTx/>
              <a:buFont typeface="Arial"/>
              <a:buChar char="•"/>
              <a:defRPr sz="1400" kern="1200">
                <a:solidFill>
                  <a:schemeClr val="tx2"/>
                </a:solidFill>
                <a:latin typeface="+mn-lt"/>
                <a:ea typeface="+mn-ea"/>
                <a:cs typeface="+mn-cs"/>
              </a:defRPr>
            </a:lvl2pPr>
            <a:lvl3pPr marL="342900" indent="-171450" algn="l" defTabSz="457200" rtl="0" eaLnBrk="1" latinLnBrk="0" hangingPunct="1">
              <a:spcBef>
                <a:spcPts val="600"/>
              </a:spcBef>
              <a:buClrTx/>
              <a:buFont typeface="CVS Health Sans"/>
              <a:buChar char="–"/>
              <a:defRPr sz="1400" kern="1200" baseline="0">
                <a:solidFill>
                  <a:schemeClr val="tx2"/>
                </a:solidFill>
                <a:latin typeface="+mn-lt"/>
                <a:ea typeface="+mn-ea"/>
                <a:cs typeface="+mn-cs"/>
              </a:defRPr>
            </a:lvl3pPr>
            <a:lvl4pPr marL="514350" indent="-171450" algn="l" defTabSz="457200" rtl="0" eaLnBrk="1" latinLnBrk="0" hangingPunct="1">
              <a:spcBef>
                <a:spcPts val="600"/>
              </a:spcBef>
              <a:buClrTx/>
              <a:buFont typeface="Arial"/>
              <a:buChar char="•"/>
              <a:defRPr sz="1400" kern="1200">
                <a:solidFill>
                  <a:schemeClr val="tx2"/>
                </a:solidFill>
                <a:latin typeface="+mn-lt"/>
                <a:ea typeface="+mn-ea"/>
                <a:cs typeface="+mn-cs"/>
              </a:defRPr>
            </a:lvl4pPr>
            <a:lvl5pPr marL="685800" indent="-171450" algn="l" defTabSz="457200" rtl="0" eaLnBrk="1" latinLnBrk="0" hangingPunct="1">
              <a:spcBef>
                <a:spcPts val="600"/>
              </a:spcBef>
              <a:buClrTx/>
              <a:buFont typeface="Arial" panose="020B0604020202020204" pitchFamily="34" charset="0"/>
              <a:buChar char="–"/>
              <a:defRPr sz="1400" kern="1200" baseline="0">
                <a:solidFill>
                  <a:schemeClr val="tx2"/>
                </a:solidFill>
                <a:latin typeface="+mn-lt"/>
                <a:ea typeface="+mn-ea"/>
                <a:cs typeface="+mn-cs"/>
              </a:defRPr>
            </a:lvl5pPr>
            <a:lvl6pPr marL="857250" indent="-171450" algn="l" defTabSz="457200" rtl="0" eaLnBrk="1" latinLnBrk="0" hangingPunct="1">
              <a:spcBef>
                <a:spcPts val="600"/>
              </a:spcBef>
              <a:buClrTx/>
              <a:buFont typeface="Arial" panose="020B0604020202020204" pitchFamily="34" charset="0"/>
              <a:buChar char="•"/>
              <a:defRPr sz="1400" kern="1200">
                <a:solidFill>
                  <a:schemeClr val="tx2"/>
                </a:solidFill>
                <a:latin typeface="+mn-lt"/>
                <a:ea typeface="+mn-ea"/>
                <a:cs typeface="+mn-cs"/>
              </a:defRPr>
            </a:lvl6pPr>
            <a:lvl7pPr marL="1028700" indent="-165100" algn="l" defTabSz="457200" rtl="0" eaLnBrk="1" latinLnBrk="0" hangingPunct="1">
              <a:spcBef>
                <a:spcPts val="600"/>
              </a:spcBef>
              <a:buClrTx/>
              <a:buFont typeface="Arial" panose="020B0604020202020204" pitchFamily="34" charset="0"/>
              <a:buChar char="–"/>
              <a:defRPr sz="1400" kern="1200">
                <a:solidFill>
                  <a:schemeClr val="tx2"/>
                </a:solidFill>
                <a:latin typeface="+mn-lt"/>
                <a:ea typeface="+mn-ea"/>
                <a:cs typeface="+mn-cs"/>
              </a:defRPr>
            </a:lvl7pPr>
            <a:lvl8pPr marL="1206500" indent="-177800" algn="l" defTabSz="457200" rtl="0" eaLnBrk="1" latinLnBrk="0" hangingPunct="1">
              <a:spcBef>
                <a:spcPts val="600"/>
              </a:spcBef>
              <a:buClrTx/>
              <a:buFont typeface="Arial"/>
              <a:buChar char="•"/>
              <a:defRPr sz="1400" kern="1200">
                <a:solidFill>
                  <a:schemeClr val="tx2"/>
                </a:solidFill>
                <a:latin typeface="+mn-lt"/>
                <a:ea typeface="+mn-ea"/>
                <a:cs typeface="+mn-cs"/>
              </a:defRPr>
            </a:lvl8pPr>
            <a:lvl9pPr marL="1371600" indent="-165100" algn="l" defTabSz="457200" rtl="0" eaLnBrk="1" latinLnBrk="0" hangingPunct="1">
              <a:spcBef>
                <a:spcPts val="600"/>
              </a:spcBef>
              <a:buClrTx/>
              <a:buFont typeface="Arial" panose="020B0604020202020204" pitchFamily="34" charset="0"/>
              <a:buChar char="–"/>
              <a:defRPr sz="1400" kern="1200">
                <a:solidFill>
                  <a:schemeClr val="tx2"/>
                </a:solidFill>
                <a:latin typeface="+mn-lt"/>
                <a:ea typeface="+mn-ea"/>
                <a:cs typeface="+mn-cs"/>
              </a:defRPr>
            </a:lvl9pPr>
          </a:lstStyle>
          <a:p>
            <a:r>
              <a:rPr lang="en-US" sz="1300"/>
              <a:t>The body text is 13-point CVS Health Sans in Text Gray. </a:t>
            </a:r>
          </a:p>
          <a:p>
            <a:pPr lvl="1"/>
            <a:r>
              <a:rPr lang="en-US" sz="1300"/>
              <a:t>First-level bullet</a:t>
            </a:r>
          </a:p>
          <a:p>
            <a:pPr lvl="1"/>
            <a:r>
              <a:rPr lang="en-US" sz="1300"/>
              <a:t>First-level bullet</a:t>
            </a:r>
          </a:p>
          <a:p>
            <a:pPr lvl="2"/>
            <a:r>
              <a:rPr lang="en-US" sz="1300"/>
              <a:t>Second-level bullet</a:t>
            </a:r>
          </a:p>
        </p:txBody>
      </p:sp>
    </p:spTree>
    <p:extLst>
      <p:ext uri="{BB962C8B-B14F-4D97-AF65-F5344CB8AC3E}">
        <p14:creationId xmlns:p14="http://schemas.microsoft.com/office/powerpoint/2010/main" val="242056020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BEE800-EA51-40AE-AD0F-AB493EBB378C}"/>
              </a:ext>
            </a:extLst>
          </p:cNvPr>
          <p:cNvSpPr>
            <a:spLocks noGrp="1"/>
          </p:cNvSpPr>
          <p:nvPr>
            <p:ph type="title"/>
          </p:nvPr>
        </p:nvSpPr>
        <p:spPr/>
        <p:txBody>
          <a:bodyPr/>
          <a:lstStyle/>
          <a:p>
            <a:r>
              <a:rPr lang="en-US"/>
              <a:t>Title with infographic on right</a:t>
            </a:r>
          </a:p>
        </p:txBody>
      </p:sp>
      <p:sp>
        <p:nvSpPr>
          <p:cNvPr id="23" name="Content Placeholder 22">
            <a:extLst>
              <a:ext uri="{FF2B5EF4-FFF2-40B4-BE49-F238E27FC236}">
                <a16:creationId xmlns:a16="http://schemas.microsoft.com/office/drawing/2014/main" id="{24888ACD-C2E9-46DE-8D06-A02EFF5472E5}"/>
              </a:ext>
            </a:extLst>
          </p:cNvPr>
          <p:cNvSpPr>
            <a:spLocks noGrp="1"/>
          </p:cNvSpPr>
          <p:nvPr>
            <p:ph idx="1"/>
          </p:nvPr>
        </p:nvSpPr>
        <p:spPr/>
        <p:txBody>
          <a:bodyPr/>
          <a:lstStyle/>
          <a:p>
            <a:r>
              <a:rPr lang="en-US"/>
              <a:t>The body text is 13-point CVS Health Sans in Text Gray. </a:t>
            </a:r>
          </a:p>
          <a:p>
            <a:pPr lvl="1"/>
            <a:r>
              <a:rPr lang="en-US"/>
              <a:t>First-level bullet </a:t>
            </a:r>
          </a:p>
          <a:p>
            <a:pPr lvl="1"/>
            <a:r>
              <a:rPr lang="en-US"/>
              <a:t>First-level bullet</a:t>
            </a:r>
          </a:p>
          <a:p>
            <a:pPr lvl="2"/>
            <a:r>
              <a:rPr lang="en-US"/>
              <a:t>Second-level bullet</a:t>
            </a:r>
          </a:p>
        </p:txBody>
      </p:sp>
      <p:sp>
        <p:nvSpPr>
          <p:cNvPr id="7" name="Info 1">
            <a:extLst>
              <a:ext uri="{FF2B5EF4-FFF2-40B4-BE49-F238E27FC236}">
                <a16:creationId xmlns:a16="http://schemas.microsoft.com/office/drawing/2014/main" id="{4B45E012-B3EE-425D-B311-32B8633A1E89}"/>
              </a:ext>
            </a:extLst>
          </p:cNvPr>
          <p:cNvSpPr txBox="1">
            <a:spLocks/>
          </p:cNvSpPr>
          <p:nvPr/>
        </p:nvSpPr>
        <p:spPr>
          <a:xfrm>
            <a:off x="7432948" y="998767"/>
            <a:ext cx="1523082" cy="684149"/>
          </a:xfrm>
          <a:prstGeom prst="rect">
            <a:avLst/>
          </a:prstGeom>
        </p:spPr>
        <p:txBody>
          <a:bodyPr vert="horz" lIns="0" tIns="0" rIns="0" bIns="0" rtlCol="0">
            <a:noAutofit/>
          </a:bodyPr>
          <a:lstStyle>
            <a:lvl1pPr marL="0" indent="0" algn="l" defTabSz="914400" rtl="0" eaLnBrk="1" latinLnBrk="0" hangingPunct="1">
              <a:spcBef>
                <a:spcPts val="1800"/>
              </a:spcBef>
              <a:spcAft>
                <a:spcPts val="1200"/>
              </a:spcAft>
              <a:buClrTx/>
              <a:buFontTx/>
              <a:buNone/>
              <a:tabLst>
                <a:tab pos="1201738" algn="l"/>
              </a:tabLst>
              <a:defRPr sz="2600" b="1" i="0" kern="1200">
                <a:solidFill>
                  <a:schemeClr val="bg1"/>
                </a:solidFill>
                <a:latin typeface="Arial" panose="020B0604020202020204" pitchFamily="34" charset="0"/>
                <a:ea typeface="Open Sans" panose="020B0606030504020204" pitchFamily="34" charset="0"/>
                <a:cs typeface="Arial" panose="020B0604020202020204" pitchFamily="34" charset="0"/>
              </a:defRPr>
            </a:lvl1pPr>
            <a:lvl2pPr marL="0" indent="0" algn="l" defTabSz="914400" rtl="0" eaLnBrk="1" latinLnBrk="0" hangingPunct="1">
              <a:spcBef>
                <a:spcPts val="0"/>
              </a:spcBef>
              <a:spcAft>
                <a:spcPts val="1200"/>
              </a:spcAft>
              <a:buClrTx/>
              <a:buFont typeface="Arial" pitchFamily="34" charset="0"/>
              <a:buNone/>
              <a:tabLst>
                <a:tab pos="1201738" algn="l"/>
              </a:tabLst>
              <a:defRPr sz="1400" b="0" i="0" kern="1200">
                <a:solidFill>
                  <a:schemeClr val="tx1"/>
                </a:solidFill>
                <a:latin typeface="Arial" panose="020B0604020202020204" pitchFamily="34" charset="0"/>
                <a:ea typeface="Open Sans" panose="020B0606030504020204" pitchFamily="34" charset="0"/>
                <a:cs typeface="Arial" panose="020B0604020202020204" pitchFamily="34" charset="0"/>
              </a:defRPr>
            </a:lvl2pPr>
            <a:lvl3pPr marL="173038" indent="-173038" algn="l" defTabSz="914400" rtl="0" eaLnBrk="1" latinLnBrk="0" hangingPunct="1">
              <a:spcBef>
                <a:spcPts val="0"/>
              </a:spcBef>
              <a:spcAft>
                <a:spcPts val="600"/>
              </a:spcAft>
              <a:buClrTx/>
              <a:buFont typeface="Arial" panose="020B0604020202020204" pitchFamily="34" charset="0"/>
              <a:buChar char="•"/>
              <a:tabLst>
                <a:tab pos="1201738" algn="l"/>
              </a:tabLst>
              <a:defRPr sz="1400" b="0" i="0" kern="1200">
                <a:solidFill>
                  <a:schemeClr val="tx1"/>
                </a:solidFill>
                <a:latin typeface="Arial" panose="020B0604020202020204" pitchFamily="34" charset="0"/>
                <a:ea typeface="Open Sans" panose="020B0606030504020204" pitchFamily="34" charset="0"/>
                <a:cs typeface="Arial" panose="020B0604020202020204" pitchFamily="34" charset="0"/>
              </a:defRPr>
            </a:lvl3pPr>
            <a:lvl4pPr marL="347663" indent="-174625" algn="l" defTabSz="914400" rtl="0" eaLnBrk="1" latinLnBrk="0" hangingPunct="1">
              <a:spcBef>
                <a:spcPts val="0"/>
              </a:spcBef>
              <a:spcAft>
                <a:spcPts val="600"/>
              </a:spcAft>
              <a:buClrTx/>
              <a:buFont typeface="Arial" panose="020B0604020202020204" pitchFamily="34" charset="0"/>
              <a:buChar char="−"/>
              <a:tabLst>
                <a:tab pos="1201738" algn="l"/>
              </a:tabLst>
              <a:defRPr sz="1400" b="0" i="0" kern="1200">
                <a:solidFill>
                  <a:schemeClr val="tx1"/>
                </a:solidFill>
                <a:latin typeface="Arial" panose="020B0604020202020204" pitchFamily="34" charset="0"/>
                <a:ea typeface="Open Sans" panose="020B0606030504020204" pitchFamily="34" charset="0"/>
                <a:cs typeface="Arial" panose="020B0604020202020204" pitchFamily="34" charset="0"/>
              </a:defRPr>
            </a:lvl4pPr>
            <a:lvl5pPr marL="509588" indent="-161925" algn="l" defTabSz="914400" rtl="0" eaLnBrk="1" latinLnBrk="0" hangingPunct="1">
              <a:spcBef>
                <a:spcPts val="0"/>
              </a:spcBef>
              <a:spcAft>
                <a:spcPts val="600"/>
              </a:spcAft>
              <a:buClrTx/>
              <a:buFont typeface="Arial" panose="020B0604020202020204" pitchFamily="34" charset="0"/>
              <a:buChar char="•"/>
              <a:tabLst>
                <a:tab pos="1201738" algn="l"/>
              </a:tabLst>
              <a:defRPr sz="1400" b="0" i="0" kern="1200">
                <a:solidFill>
                  <a:schemeClr val="tx1"/>
                </a:solidFill>
                <a:latin typeface="Arial" panose="020B0604020202020204" pitchFamily="34" charset="0"/>
                <a:ea typeface="Open Sans" panose="020B0606030504020204" pitchFamily="34" charset="0"/>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r>
              <a:rPr lang="en-US" sz="4400">
                <a:solidFill>
                  <a:srgbClr val="0A4B8C"/>
                </a:solidFill>
                <a:latin typeface="+mn-lt"/>
              </a:rPr>
              <a:t>20</a:t>
            </a:r>
            <a:r>
              <a:rPr lang="en-US" sz="4400" b="0" baseline="15000">
                <a:solidFill>
                  <a:srgbClr val="0A4B8C"/>
                </a:solidFill>
                <a:latin typeface="+mn-lt"/>
              </a:rPr>
              <a:t>%</a:t>
            </a:r>
          </a:p>
        </p:txBody>
      </p:sp>
      <p:sp>
        <p:nvSpPr>
          <p:cNvPr id="8" name="Text 1">
            <a:extLst>
              <a:ext uri="{FF2B5EF4-FFF2-40B4-BE49-F238E27FC236}">
                <a16:creationId xmlns:a16="http://schemas.microsoft.com/office/drawing/2014/main" id="{FA48682A-BB10-4B83-BB25-7D804D83984F}"/>
              </a:ext>
            </a:extLst>
          </p:cNvPr>
          <p:cNvSpPr txBox="1"/>
          <p:nvPr/>
        </p:nvSpPr>
        <p:spPr>
          <a:xfrm>
            <a:off x="7496658" y="1688609"/>
            <a:ext cx="1395663" cy="401052"/>
          </a:xfrm>
          <a:prstGeom prst="rect">
            <a:avLst/>
          </a:prstGeom>
          <a:noFill/>
        </p:spPr>
        <p:txBody>
          <a:bodyPr wrap="square" lIns="0" tIns="0" rIns="0" bIns="0" rtlCol="0">
            <a:noAutofit/>
          </a:bodyPr>
          <a:lstStyle/>
          <a:p>
            <a:pPr marL="0" marR="0" indent="0" algn="ctr" defTabSz="456758" rtl="0" eaLnBrk="1" fontAlgn="base" latinLnBrk="0" hangingPunct="1">
              <a:spcBef>
                <a:spcPts val="1200"/>
              </a:spcBef>
              <a:spcAft>
                <a:spcPts val="0"/>
              </a:spcAft>
              <a:buClrTx/>
              <a:buSzTx/>
              <a:buFontTx/>
              <a:buNone/>
              <a:tabLst/>
            </a:pPr>
            <a:r>
              <a:rPr lang="en-US" sz="1300">
                <a:cs typeface="Arial" panose="020B0604020202020204" pitchFamily="34" charset="0"/>
              </a:rPr>
              <a:t>Descriptor text for the stat above</a:t>
            </a:r>
          </a:p>
        </p:txBody>
      </p:sp>
      <p:cxnSp>
        <p:nvCxnSpPr>
          <p:cNvPr id="6" name="Straight Connector 5">
            <a:extLst>
              <a:ext uri="{FF2B5EF4-FFF2-40B4-BE49-F238E27FC236}">
                <a16:creationId xmlns:a16="http://schemas.microsoft.com/office/drawing/2014/main" id="{1B8A2872-C326-41B4-9A67-3A92E87777CE}"/>
              </a:ext>
              <a:ext uri="{C183D7F6-B498-43B3-948B-1728B52AA6E4}">
                <adec:decorative xmlns:adec="http://schemas.microsoft.com/office/drawing/2017/decorative" val="1"/>
              </a:ext>
            </a:extLst>
          </p:cNvPr>
          <p:cNvCxnSpPr>
            <a:cxnSpLocks/>
          </p:cNvCxnSpPr>
          <p:nvPr/>
        </p:nvCxnSpPr>
        <p:spPr>
          <a:xfrm>
            <a:off x="9129959" y="1080549"/>
            <a:ext cx="0" cy="1066882"/>
          </a:xfrm>
          <a:prstGeom prst="line">
            <a:avLst/>
          </a:prstGeom>
          <a:ln w="25400" cap="rnd" cmpd="sng">
            <a:solidFill>
              <a:schemeClr val="accent6"/>
            </a:solidFill>
            <a:prstDash val="sysDot"/>
          </a:ln>
        </p:spPr>
        <p:style>
          <a:lnRef idx="1">
            <a:schemeClr val="accent1"/>
          </a:lnRef>
          <a:fillRef idx="0">
            <a:schemeClr val="accent1"/>
          </a:fillRef>
          <a:effectRef idx="0">
            <a:schemeClr val="accent1"/>
          </a:effectRef>
          <a:fontRef idx="minor">
            <a:schemeClr val="tx1"/>
          </a:fontRef>
        </p:style>
      </p:cxnSp>
      <p:sp>
        <p:nvSpPr>
          <p:cNvPr id="18" name="Info 2">
            <a:extLst>
              <a:ext uri="{FF2B5EF4-FFF2-40B4-BE49-F238E27FC236}">
                <a16:creationId xmlns:a16="http://schemas.microsoft.com/office/drawing/2014/main" id="{51AE021D-BC0C-4C38-B90E-905424CFCB9C}"/>
              </a:ext>
            </a:extLst>
          </p:cNvPr>
          <p:cNvSpPr txBox="1">
            <a:spLocks/>
          </p:cNvSpPr>
          <p:nvPr/>
        </p:nvSpPr>
        <p:spPr>
          <a:xfrm>
            <a:off x="9303889" y="998767"/>
            <a:ext cx="1523082" cy="695628"/>
          </a:xfrm>
          <a:prstGeom prst="rect">
            <a:avLst/>
          </a:prstGeom>
        </p:spPr>
        <p:txBody>
          <a:bodyPr vert="horz" lIns="0" tIns="0" rIns="0" bIns="0" rtlCol="0">
            <a:noAutofit/>
          </a:bodyPr>
          <a:lstStyle>
            <a:lvl1pPr marL="0" indent="0" algn="l" defTabSz="914400" rtl="0" eaLnBrk="1" latinLnBrk="0" hangingPunct="1">
              <a:spcBef>
                <a:spcPts val="1800"/>
              </a:spcBef>
              <a:spcAft>
                <a:spcPts val="1200"/>
              </a:spcAft>
              <a:buClrTx/>
              <a:buFontTx/>
              <a:buNone/>
              <a:tabLst>
                <a:tab pos="1201738" algn="l"/>
              </a:tabLst>
              <a:defRPr sz="2600" b="1" i="0" kern="1200">
                <a:solidFill>
                  <a:schemeClr val="bg1"/>
                </a:solidFill>
                <a:latin typeface="Arial" panose="020B0604020202020204" pitchFamily="34" charset="0"/>
                <a:ea typeface="Open Sans" panose="020B0606030504020204" pitchFamily="34" charset="0"/>
                <a:cs typeface="Arial" panose="020B0604020202020204" pitchFamily="34" charset="0"/>
              </a:defRPr>
            </a:lvl1pPr>
            <a:lvl2pPr marL="0" indent="0" algn="l" defTabSz="914400" rtl="0" eaLnBrk="1" latinLnBrk="0" hangingPunct="1">
              <a:spcBef>
                <a:spcPts val="0"/>
              </a:spcBef>
              <a:spcAft>
                <a:spcPts val="1200"/>
              </a:spcAft>
              <a:buClrTx/>
              <a:buFont typeface="Arial" pitchFamily="34" charset="0"/>
              <a:buNone/>
              <a:tabLst>
                <a:tab pos="1201738" algn="l"/>
              </a:tabLst>
              <a:defRPr sz="1400" b="0" i="0" kern="1200">
                <a:solidFill>
                  <a:schemeClr val="tx1"/>
                </a:solidFill>
                <a:latin typeface="Arial" panose="020B0604020202020204" pitchFamily="34" charset="0"/>
                <a:ea typeface="Open Sans" panose="020B0606030504020204" pitchFamily="34" charset="0"/>
                <a:cs typeface="Arial" panose="020B0604020202020204" pitchFamily="34" charset="0"/>
              </a:defRPr>
            </a:lvl2pPr>
            <a:lvl3pPr marL="173038" indent="-173038" algn="l" defTabSz="914400" rtl="0" eaLnBrk="1" latinLnBrk="0" hangingPunct="1">
              <a:spcBef>
                <a:spcPts val="0"/>
              </a:spcBef>
              <a:spcAft>
                <a:spcPts val="600"/>
              </a:spcAft>
              <a:buClrTx/>
              <a:buFont typeface="Arial" panose="020B0604020202020204" pitchFamily="34" charset="0"/>
              <a:buChar char="•"/>
              <a:tabLst>
                <a:tab pos="1201738" algn="l"/>
              </a:tabLst>
              <a:defRPr sz="1400" b="0" i="0" kern="1200">
                <a:solidFill>
                  <a:schemeClr val="tx1"/>
                </a:solidFill>
                <a:latin typeface="Arial" panose="020B0604020202020204" pitchFamily="34" charset="0"/>
                <a:ea typeface="Open Sans" panose="020B0606030504020204" pitchFamily="34" charset="0"/>
                <a:cs typeface="Arial" panose="020B0604020202020204" pitchFamily="34" charset="0"/>
              </a:defRPr>
            </a:lvl3pPr>
            <a:lvl4pPr marL="347663" indent="-174625" algn="l" defTabSz="914400" rtl="0" eaLnBrk="1" latinLnBrk="0" hangingPunct="1">
              <a:spcBef>
                <a:spcPts val="0"/>
              </a:spcBef>
              <a:spcAft>
                <a:spcPts val="600"/>
              </a:spcAft>
              <a:buClrTx/>
              <a:buFont typeface="Arial" panose="020B0604020202020204" pitchFamily="34" charset="0"/>
              <a:buChar char="−"/>
              <a:tabLst>
                <a:tab pos="1201738" algn="l"/>
              </a:tabLst>
              <a:defRPr sz="1400" b="0" i="0" kern="1200">
                <a:solidFill>
                  <a:schemeClr val="tx1"/>
                </a:solidFill>
                <a:latin typeface="Arial" panose="020B0604020202020204" pitchFamily="34" charset="0"/>
                <a:ea typeface="Open Sans" panose="020B0606030504020204" pitchFamily="34" charset="0"/>
                <a:cs typeface="Arial" panose="020B0604020202020204" pitchFamily="34" charset="0"/>
              </a:defRPr>
            </a:lvl4pPr>
            <a:lvl5pPr marL="509588" indent="-161925" algn="l" defTabSz="914400" rtl="0" eaLnBrk="1" latinLnBrk="0" hangingPunct="1">
              <a:spcBef>
                <a:spcPts val="0"/>
              </a:spcBef>
              <a:spcAft>
                <a:spcPts val="600"/>
              </a:spcAft>
              <a:buClrTx/>
              <a:buFont typeface="Arial" panose="020B0604020202020204" pitchFamily="34" charset="0"/>
              <a:buChar char="•"/>
              <a:tabLst>
                <a:tab pos="1201738" algn="l"/>
              </a:tabLst>
              <a:defRPr sz="1400" b="0" i="0" kern="1200">
                <a:solidFill>
                  <a:schemeClr val="tx1"/>
                </a:solidFill>
                <a:latin typeface="Arial" panose="020B0604020202020204" pitchFamily="34" charset="0"/>
                <a:ea typeface="Open Sans" panose="020B0606030504020204" pitchFamily="34" charset="0"/>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r>
              <a:rPr lang="en-US" sz="4400">
                <a:solidFill>
                  <a:srgbClr val="0A4B8C"/>
                </a:solidFill>
                <a:latin typeface="+mn-lt"/>
              </a:rPr>
              <a:t>40</a:t>
            </a:r>
            <a:r>
              <a:rPr lang="en-US" sz="4400" b="0" baseline="15000">
                <a:solidFill>
                  <a:srgbClr val="0A4B8C"/>
                </a:solidFill>
                <a:latin typeface="+mn-lt"/>
              </a:rPr>
              <a:t>%</a:t>
            </a:r>
          </a:p>
        </p:txBody>
      </p:sp>
      <p:sp>
        <p:nvSpPr>
          <p:cNvPr id="5" name="Text 2">
            <a:extLst>
              <a:ext uri="{FF2B5EF4-FFF2-40B4-BE49-F238E27FC236}">
                <a16:creationId xmlns:a16="http://schemas.microsoft.com/office/drawing/2014/main" id="{887599AA-0FCB-4CA1-A2DE-529E8F9FEC7D}"/>
              </a:ext>
            </a:extLst>
          </p:cNvPr>
          <p:cNvSpPr txBox="1"/>
          <p:nvPr/>
        </p:nvSpPr>
        <p:spPr>
          <a:xfrm>
            <a:off x="9367599" y="1688609"/>
            <a:ext cx="1395663" cy="401052"/>
          </a:xfrm>
          <a:prstGeom prst="rect">
            <a:avLst/>
          </a:prstGeom>
          <a:noFill/>
        </p:spPr>
        <p:txBody>
          <a:bodyPr wrap="square" lIns="0" tIns="0" rIns="0" bIns="0" rtlCol="0">
            <a:noAutofit/>
          </a:bodyPr>
          <a:lstStyle/>
          <a:p>
            <a:pPr algn="ctr" defTabSz="456758" fontAlgn="base">
              <a:spcBef>
                <a:spcPts val="1200"/>
              </a:spcBef>
            </a:pPr>
            <a:r>
              <a:rPr lang="en-US" sz="1300">
                <a:cs typeface="Arial" panose="020B0604020202020204" pitchFamily="34" charset="0"/>
              </a:rPr>
              <a:t>Descriptor text for statistic above</a:t>
            </a:r>
          </a:p>
        </p:txBody>
      </p:sp>
      <p:cxnSp>
        <p:nvCxnSpPr>
          <p:cNvPr id="11" name="Straight Connector 10">
            <a:extLst>
              <a:ext uri="{FF2B5EF4-FFF2-40B4-BE49-F238E27FC236}">
                <a16:creationId xmlns:a16="http://schemas.microsoft.com/office/drawing/2014/main" id="{D4EDDC08-115E-40E4-9592-9B6263D197EE}"/>
              </a:ext>
              <a:ext uri="{C183D7F6-B498-43B3-948B-1728B52AA6E4}">
                <adec:decorative xmlns:adec="http://schemas.microsoft.com/office/drawing/2017/decorative" val="1"/>
              </a:ext>
            </a:extLst>
          </p:cNvPr>
          <p:cNvCxnSpPr/>
          <p:nvPr/>
        </p:nvCxnSpPr>
        <p:spPr>
          <a:xfrm>
            <a:off x="7728455" y="2521463"/>
            <a:ext cx="2826327" cy="0"/>
          </a:xfrm>
          <a:prstGeom prst="line">
            <a:avLst/>
          </a:prstGeom>
          <a:ln w="25400" cap="rnd" cmpd="sng">
            <a:solidFill>
              <a:schemeClr val="accent6"/>
            </a:solidFill>
            <a:prstDash val="sysDot"/>
          </a:ln>
        </p:spPr>
        <p:style>
          <a:lnRef idx="1">
            <a:schemeClr val="accent1"/>
          </a:lnRef>
          <a:fillRef idx="0">
            <a:schemeClr val="accent1"/>
          </a:fillRef>
          <a:effectRef idx="0">
            <a:schemeClr val="accent1"/>
          </a:effectRef>
          <a:fontRef idx="minor">
            <a:schemeClr val="tx1"/>
          </a:fontRef>
        </p:style>
      </p:cxnSp>
      <p:sp>
        <p:nvSpPr>
          <p:cNvPr id="9" name="Info 3">
            <a:extLst>
              <a:ext uri="{FF2B5EF4-FFF2-40B4-BE49-F238E27FC236}">
                <a16:creationId xmlns:a16="http://schemas.microsoft.com/office/drawing/2014/main" id="{8B5FDCED-3042-4102-82BD-7377D2BFE81B}"/>
              </a:ext>
            </a:extLst>
          </p:cNvPr>
          <p:cNvSpPr txBox="1">
            <a:spLocks/>
          </p:cNvSpPr>
          <p:nvPr/>
        </p:nvSpPr>
        <p:spPr>
          <a:xfrm>
            <a:off x="7432948" y="2736557"/>
            <a:ext cx="1523082" cy="1028918"/>
          </a:xfrm>
          <a:prstGeom prst="rect">
            <a:avLst/>
          </a:prstGeom>
        </p:spPr>
        <p:txBody>
          <a:bodyPr vert="horz" lIns="0" tIns="0" rIns="0" bIns="0" rtlCol="0">
            <a:noAutofit/>
          </a:bodyPr>
          <a:lstStyle>
            <a:lvl1pPr marL="0" indent="0" algn="l" defTabSz="914400" rtl="0" eaLnBrk="1" latinLnBrk="0" hangingPunct="1">
              <a:spcBef>
                <a:spcPts val="1800"/>
              </a:spcBef>
              <a:spcAft>
                <a:spcPts val="1200"/>
              </a:spcAft>
              <a:buClrTx/>
              <a:buFontTx/>
              <a:buNone/>
              <a:tabLst>
                <a:tab pos="1201738" algn="l"/>
              </a:tabLst>
              <a:defRPr sz="2600" b="1" i="0" kern="1200">
                <a:solidFill>
                  <a:schemeClr val="bg1"/>
                </a:solidFill>
                <a:latin typeface="Arial" panose="020B0604020202020204" pitchFamily="34" charset="0"/>
                <a:ea typeface="Open Sans" panose="020B0606030504020204" pitchFamily="34" charset="0"/>
                <a:cs typeface="Arial" panose="020B0604020202020204" pitchFamily="34" charset="0"/>
              </a:defRPr>
            </a:lvl1pPr>
            <a:lvl2pPr marL="0" indent="0" algn="l" defTabSz="914400" rtl="0" eaLnBrk="1" latinLnBrk="0" hangingPunct="1">
              <a:spcBef>
                <a:spcPts val="0"/>
              </a:spcBef>
              <a:spcAft>
                <a:spcPts val="1200"/>
              </a:spcAft>
              <a:buClrTx/>
              <a:buFont typeface="Arial" pitchFamily="34" charset="0"/>
              <a:buNone/>
              <a:tabLst>
                <a:tab pos="1201738" algn="l"/>
              </a:tabLst>
              <a:defRPr sz="1400" b="0" i="0" kern="1200">
                <a:solidFill>
                  <a:schemeClr val="tx1"/>
                </a:solidFill>
                <a:latin typeface="Arial" panose="020B0604020202020204" pitchFamily="34" charset="0"/>
                <a:ea typeface="Open Sans" panose="020B0606030504020204" pitchFamily="34" charset="0"/>
                <a:cs typeface="Arial" panose="020B0604020202020204" pitchFamily="34" charset="0"/>
              </a:defRPr>
            </a:lvl2pPr>
            <a:lvl3pPr marL="173038" indent="-173038" algn="l" defTabSz="914400" rtl="0" eaLnBrk="1" latinLnBrk="0" hangingPunct="1">
              <a:spcBef>
                <a:spcPts val="0"/>
              </a:spcBef>
              <a:spcAft>
                <a:spcPts val="600"/>
              </a:spcAft>
              <a:buClrTx/>
              <a:buFont typeface="Arial" panose="020B0604020202020204" pitchFamily="34" charset="0"/>
              <a:buChar char="•"/>
              <a:tabLst>
                <a:tab pos="1201738" algn="l"/>
              </a:tabLst>
              <a:defRPr sz="1400" b="0" i="0" kern="1200">
                <a:solidFill>
                  <a:schemeClr val="tx1"/>
                </a:solidFill>
                <a:latin typeface="Arial" panose="020B0604020202020204" pitchFamily="34" charset="0"/>
                <a:ea typeface="Open Sans" panose="020B0606030504020204" pitchFamily="34" charset="0"/>
                <a:cs typeface="Arial" panose="020B0604020202020204" pitchFamily="34" charset="0"/>
              </a:defRPr>
            </a:lvl3pPr>
            <a:lvl4pPr marL="347663" indent="-174625" algn="l" defTabSz="914400" rtl="0" eaLnBrk="1" latinLnBrk="0" hangingPunct="1">
              <a:spcBef>
                <a:spcPts val="0"/>
              </a:spcBef>
              <a:spcAft>
                <a:spcPts val="600"/>
              </a:spcAft>
              <a:buClrTx/>
              <a:buFont typeface="Arial" panose="020B0604020202020204" pitchFamily="34" charset="0"/>
              <a:buChar char="−"/>
              <a:tabLst>
                <a:tab pos="1201738" algn="l"/>
              </a:tabLst>
              <a:defRPr sz="1400" b="0" i="0" kern="1200">
                <a:solidFill>
                  <a:schemeClr val="tx1"/>
                </a:solidFill>
                <a:latin typeface="Arial" panose="020B0604020202020204" pitchFamily="34" charset="0"/>
                <a:ea typeface="Open Sans" panose="020B0606030504020204" pitchFamily="34" charset="0"/>
                <a:cs typeface="Arial" panose="020B0604020202020204" pitchFamily="34" charset="0"/>
              </a:defRPr>
            </a:lvl4pPr>
            <a:lvl5pPr marL="509588" indent="-161925" algn="l" defTabSz="914400" rtl="0" eaLnBrk="1" latinLnBrk="0" hangingPunct="1">
              <a:spcBef>
                <a:spcPts val="0"/>
              </a:spcBef>
              <a:spcAft>
                <a:spcPts val="600"/>
              </a:spcAft>
              <a:buClrTx/>
              <a:buFont typeface="Arial" panose="020B0604020202020204" pitchFamily="34" charset="0"/>
              <a:buChar char="•"/>
              <a:tabLst>
                <a:tab pos="1201738" algn="l"/>
              </a:tabLst>
              <a:defRPr sz="1400" b="0" i="0" kern="1200">
                <a:solidFill>
                  <a:schemeClr val="tx1"/>
                </a:solidFill>
                <a:latin typeface="Arial" panose="020B0604020202020204" pitchFamily="34" charset="0"/>
                <a:ea typeface="Open Sans" panose="020B0606030504020204" pitchFamily="34" charset="0"/>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r>
              <a:rPr lang="en-US" sz="4400">
                <a:solidFill>
                  <a:srgbClr val="0A4B8C"/>
                </a:solidFill>
                <a:latin typeface="+mn-lt"/>
              </a:rPr>
              <a:t>1</a:t>
            </a:r>
            <a:r>
              <a:rPr lang="en-US" sz="4400" b="0" baseline="15000">
                <a:solidFill>
                  <a:srgbClr val="0A4B8C"/>
                </a:solidFill>
                <a:latin typeface="+mn-lt"/>
              </a:rPr>
              <a:t>%</a:t>
            </a:r>
          </a:p>
        </p:txBody>
      </p:sp>
      <p:sp>
        <p:nvSpPr>
          <p:cNvPr id="10" name="Text 3">
            <a:extLst>
              <a:ext uri="{FF2B5EF4-FFF2-40B4-BE49-F238E27FC236}">
                <a16:creationId xmlns:a16="http://schemas.microsoft.com/office/drawing/2014/main" id="{2FC53DCB-3098-4619-B62C-70E694B583E3}"/>
              </a:ext>
            </a:extLst>
          </p:cNvPr>
          <p:cNvSpPr txBox="1"/>
          <p:nvPr/>
        </p:nvSpPr>
        <p:spPr>
          <a:xfrm>
            <a:off x="8740371" y="2786472"/>
            <a:ext cx="2057740" cy="695629"/>
          </a:xfrm>
          <a:prstGeom prst="rect">
            <a:avLst/>
          </a:prstGeom>
          <a:noFill/>
        </p:spPr>
        <p:txBody>
          <a:bodyPr wrap="square" lIns="0" tIns="0" rIns="0" bIns="0" rtlCol="0">
            <a:noAutofit/>
          </a:bodyPr>
          <a:lstStyle/>
          <a:p>
            <a:pPr defTabSz="456758" fontAlgn="base">
              <a:spcBef>
                <a:spcPts val="1200"/>
              </a:spcBef>
            </a:pPr>
            <a:r>
              <a:rPr lang="en-US" sz="1300">
                <a:cs typeface="Arial" panose="020B0604020202020204" pitchFamily="34" charset="0"/>
              </a:rPr>
              <a:t>Descriptor text that explains the statistic</a:t>
            </a:r>
            <a:br>
              <a:rPr lang="en-US" sz="1300">
                <a:cs typeface="Arial" panose="020B0604020202020204" pitchFamily="34" charset="0"/>
              </a:rPr>
            </a:br>
            <a:r>
              <a:rPr lang="en-US" sz="1300">
                <a:cs typeface="Arial" panose="020B0604020202020204" pitchFamily="34" charset="0"/>
              </a:rPr>
              <a:t>on the left</a:t>
            </a:r>
          </a:p>
          <a:p>
            <a:pPr marL="0" marR="0" indent="0" defTabSz="456758" rtl="0" eaLnBrk="1" fontAlgn="base" latinLnBrk="0" hangingPunct="1">
              <a:spcBef>
                <a:spcPts val="1200"/>
              </a:spcBef>
              <a:spcAft>
                <a:spcPts val="0"/>
              </a:spcAft>
              <a:buClrTx/>
              <a:buSzTx/>
              <a:buFontTx/>
              <a:buNone/>
              <a:tabLst/>
            </a:pPr>
            <a:endParaRPr lang="en-US" sz="1300">
              <a:cs typeface="Arial" panose="020B0604020202020204" pitchFamily="34" charset="0"/>
            </a:endParaRPr>
          </a:p>
        </p:txBody>
      </p:sp>
      <p:cxnSp>
        <p:nvCxnSpPr>
          <p:cNvPr id="15" name="Straight Connector 14">
            <a:extLst>
              <a:ext uri="{FF2B5EF4-FFF2-40B4-BE49-F238E27FC236}">
                <a16:creationId xmlns:a16="http://schemas.microsoft.com/office/drawing/2014/main" id="{357B5EB9-CE81-4748-9468-E06109849814}"/>
              </a:ext>
              <a:ext uri="{C183D7F6-B498-43B3-948B-1728B52AA6E4}">
                <adec:decorative xmlns:adec="http://schemas.microsoft.com/office/drawing/2017/decorative" val="1"/>
              </a:ext>
            </a:extLst>
          </p:cNvPr>
          <p:cNvCxnSpPr/>
          <p:nvPr/>
        </p:nvCxnSpPr>
        <p:spPr>
          <a:xfrm>
            <a:off x="7728455" y="3712954"/>
            <a:ext cx="2826327" cy="0"/>
          </a:xfrm>
          <a:prstGeom prst="line">
            <a:avLst/>
          </a:prstGeom>
          <a:ln w="25400" cap="rnd" cmpd="sng">
            <a:solidFill>
              <a:schemeClr val="accent6"/>
            </a:solidFill>
            <a:prstDash val="sysDot"/>
          </a:ln>
        </p:spPr>
        <p:style>
          <a:lnRef idx="1">
            <a:schemeClr val="accent1"/>
          </a:lnRef>
          <a:fillRef idx="0">
            <a:schemeClr val="accent1"/>
          </a:fillRef>
          <a:effectRef idx="0">
            <a:schemeClr val="accent1"/>
          </a:effectRef>
          <a:fontRef idx="minor">
            <a:schemeClr val="tx1"/>
          </a:fontRef>
        </p:style>
      </p:cxnSp>
      <p:sp>
        <p:nvSpPr>
          <p:cNvPr id="13" name="Info 4">
            <a:extLst>
              <a:ext uri="{FF2B5EF4-FFF2-40B4-BE49-F238E27FC236}">
                <a16:creationId xmlns:a16="http://schemas.microsoft.com/office/drawing/2014/main" id="{A090532E-9494-4816-AC08-8E582F1DACAB}"/>
              </a:ext>
            </a:extLst>
          </p:cNvPr>
          <p:cNvSpPr txBox="1">
            <a:spLocks/>
          </p:cNvSpPr>
          <p:nvPr/>
        </p:nvSpPr>
        <p:spPr>
          <a:xfrm>
            <a:off x="7432948" y="4005203"/>
            <a:ext cx="1523082" cy="684149"/>
          </a:xfrm>
          <a:prstGeom prst="rect">
            <a:avLst/>
          </a:prstGeom>
        </p:spPr>
        <p:txBody>
          <a:bodyPr vert="horz" lIns="0" tIns="0" rIns="0" bIns="0" rtlCol="0">
            <a:noAutofit/>
          </a:bodyPr>
          <a:lstStyle>
            <a:lvl1pPr marL="0" indent="0" algn="l" defTabSz="914400" rtl="0" eaLnBrk="1" latinLnBrk="0" hangingPunct="1">
              <a:spcBef>
                <a:spcPts val="1800"/>
              </a:spcBef>
              <a:spcAft>
                <a:spcPts val="1200"/>
              </a:spcAft>
              <a:buClrTx/>
              <a:buFontTx/>
              <a:buNone/>
              <a:tabLst>
                <a:tab pos="1201738" algn="l"/>
              </a:tabLst>
              <a:defRPr sz="2600" b="1" i="0" kern="1200">
                <a:solidFill>
                  <a:schemeClr val="bg1"/>
                </a:solidFill>
                <a:latin typeface="Arial" panose="020B0604020202020204" pitchFamily="34" charset="0"/>
                <a:ea typeface="Open Sans" panose="020B0606030504020204" pitchFamily="34" charset="0"/>
                <a:cs typeface="Arial" panose="020B0604020202020204" pitchFamily="34" charset="0"/>
              </a:defRPr>
            </a:lvl1pPr>
            <a:lvl2pPr marL="0" indent="0" algn="l" defTabSz="914400" rtl="0" eaLnBrk="1" latinLnBrk="0" hangingPunct="1">
              <a:spcBef>
                <a:spcPts val="0"/>
              </a:spcBef>
              <a:spcAft>
                <a:spcPts val="1200"/>
              </a:spcAft>
              <a:buClrTx/>
              <a:buFont typeface="Arial" pitchFamily="34" charset="0"/>
              <a:buNone/>
              <a:tabLst>
                <a:tab pos="1201738" algn="l"/>
              </a:tabLst>
              <a:defRPr sz="1400" b="0" i="0" kern="1200">
                <a:solidFill>
                  <a:schemeClr val="tx1"/>
                </a:solidFill>
                <a:latin typeface="Arial" panose="020B0604020202020204" pitchFamily="34" charset="0"/>
                <a:ea typeface="Open Sans" panose="020B0606030504020204" pitchFamily="34" charset="0"/>
                <a:cs typeface="Arial" panose="020B0604020202020204" pitchFamily="34" charset="0"/>
              </a:defRPr>
            </a:lvl2pPr>
            <a:lvl3pPr marL="173038" indent="-173038" algn="l" defTabSz="914400" rtl="0" eaLnBrk="1" latinLnBrk="0" hangingPunct="1">
              <a:spcBef>
                <a:spcPts val="0"/>
              </a:spcBef>
              <a:spcAft>
                <a:spcPts val="600"/>
              </a:spcAft>
              <a:buClrTx/>
              <a:buFont typeface="Arial" panose="020B0604020202020204" pitchFamily="34" charset="0"/>
              <a:buChar char="•"/>
              <a:tabLst>
                <a:tab pos="1201738" algn="l"/>
              </a:tabLst>
              <a:defRPr sz="1400" b="0" i="0" kern="1200">
                <a:solidFill>
                  <a:schemeClr val="tx1"/>
                </a:solidFill>
                <a:latin typeface="Arial" panose="020B0604020202020204" pitchFamily="34" charset="0"/>
                <a:ea typeface="Open Sans" panose="020B0606030504020204" pitchFamily="34" charset="0"/>
                <a:cs typeface="Arial" panose="020B0604020202020204" pitchFamily="34" charset="0"/>
              </a:defRPr>
            </a:lvl3pPr>
            <a:lvl4pPr marL="347663" indent="-174625" algn="l" defTabSz="914400" rtl="0" eaLnBrk="1" latinLnBrk="0" hangingPunct="1">
              <a:spcBef>
                <a:spcPts val="0"/>
              </a:spcBef>
              <a:spcAft>
                <a:spcPts val="600"/>
              </a:spcAft>
              <a:buClrTx/>
              <a:buFont typeface="Arial" panose="020B0604020202020204" pitchFamily="34" charset="0"/>
              <a:buChar char="−"/>
              <a:tabLst>
                <a:tab pos="1201738" algn="l"/>
              </a:tabLst>
              <a:defRPr sz="1400" b="0" i="0" kern="1200">
                <a:solidFill>
                  <a:schemeClr val="tx1"/>
                </a:solidFill>
                <a:latin typeface="Arial" panose="020B0604020202020204" pitchFamily="34" charset="0"/>
                <a:ea typeface="Open Sans" panose="020B0606030504020204" pitchFamily="34" charset="0"/>
                <a:cs typeface="Arial" panose="020B0604020202020204" pitchFamily="34" charset="0"/>
              </a:defRPr>
            </a:lvl4pPr>
            <a:lvl5pPr marL="509588" indent="-161925" algn="l" defTabSz="914400" rtl="0" eaLnBrk="1" latinLnBrk="0" hangingPunct="1">
              <a:spcBef>
                <a:spcPts val="0"/>
              </a:spcBef>
              <a:spcAft>
                <a:spcPts val="600"/>
              </a:spcAft>
              <a:buClrTx/>
              <a:buFont typeface="Arial" panose="020B0604020202020204" pitchFamily="34" charset="0"/>
              <a:buChar char="•"/>
              <a:tabLst>
                <a:tab pos="1201738" algn="l"/>
              </a:tabLst>
              <a:defRPr sz="1400" b="0" i="0" kern="1200">
                <a:solidFill>
                  <a:schemeClr val="tx1"/>
                </a:solidFill>
                <a:latin typeface="Arial" panose="020B0604020202020204" pitchFamily="34" charset="0"/>
                <a:ea typeface="Open Sans" panose="020B0606030504020204" pitchFamily="34" charset="0"/>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r>
              <a:rPr lang="en-US" sz="4400">
                <a:solidFill>
                  <a:srgbClr val="0A4B8C"/>
                </a:solidFill>
                <a:latin typeface="+mn-lt"/>
              </a:rPr>
              <a:t>32</a:t>
            </a:r>
            <a:r>
              <a:rPr lang="en-US" sz="4400" b="0" baseline="15000">
                <a:solidFill>
                  <a:srgbClr val="0A4B8C"/>
                </a:solidFill>
                <a:latin typeface="+mn-lt"/>
              </a:rPr>
              <a:t>%</a:t>
            </a:r>
          </a:p>
        </p:txBody>
      </p:sp>
      <p:sp>
        <p:nvSpPr>
          <p:cNvPr id="14" name="Text 4">
            <a:extLst>
              <a:ext uri="{FF2B5EF4-FFF2-40B4-BE49-F238E27FC236}">
                <a16:creationId xmlns:a16="http://schemas.microsoft.com/office/drawing/2014/main" id="{E34DB532-26E3-4E27-BC48-8D9A09B903A5}"/>
              </a:ext>
            </a:extLst>
          </p:cNvPr>
          <p:cNvSpPr txBox="1"/>
          <p:nvPr/>
        </p:nvSpPr>
        <p:spPr>
          <a:xfrm>
            <a:off x="7496658" y="4695044"/>
            <a:ext cx="1395663" cy="684149"/>
          </a:xfrm>
          <a:prstGeom prst="rect">
            <a:avLst/>
          </a:prstGeom>
          <a:noFill/>
        </p:spPr>
        <p:txBody>
          <a:bodyPr wrap="square" lIns="0" tIns="0" rIns="0" bIns="0" rtlCol="0">
            <a:noAutofit/>
          </a:bodyPr>
          <a:lstStyle/>
          <a:p>
            <a:pPr algn="ctr" defTabSz="456758" fontAlgn="base">
              <a:spcBef>
                <a:spcPts val="1200"/>
              </a:spcBef>
            </a:pPr>
            <a:r>
              <a:rPr lang="en-US" sz="1300">
                <a:cs typeface="Arial" panose="020B0604020202020204" pitchFamily="34" charset="0"/>
              </a:rPr>
              <a:t>Descriptor text that explains the number above</a:t>
            </a:r>
          </a:p>
        </p:txBody>
      </p:sp>
      <p:cxnSp>
        <p:nvCxnSpPr>
          <p:cNvPr id="12" name="Straight Connector 11">
            <a:extLst>
              <a:ext uri="{FF2B5EF4-FFF2-40B4-BE49-F238E27FC236}">
                <a16:creationId xmlns:a16="http://schemas.microsoft.com/office/drawing/2014/main" id="{BB26E842-C33B-4F0D-A479-7F25AC681B17}"/>
              </a:ext>
              <a:ext uri="{C183D7F6-B498-43B3-948B-1728B52AA6E4}">
                <adec:decorative xmlns:adec="http://schemas.microsoft.com/office/drawing/2017/decorative" val="1"/>
              </a:ext>
            </a:extLst>
          </p:cNvPr>
          <p:cNvCxnSpPr>
            <a:cxnSpLocks/>
          </p:cNvCxnSpPr>
          <p:nvPr/>
        </p:nvCxnSpPr>
        <p:spPr>
          <a:xfrm>
            <a:off x="9141618" y="4086985"/>
            <a:ext cx="0" cy="1066882"/>
          </a:xfrm>
          <a:prstGeom prst="line">
            <a:avLst/>
          </a:prstGeom>
          <a:ln w="25400" cap="rnd" cmpd="sng">
            <a:solidFill>
              <a:schemeClr val="accent6"/>
            </a:solidFill>
            <a:prstDash val="sysDot"/>
          </a:ln>
        </p:spPr>
        <p:style>
          <a:lnRef idx="1">
            <a:schemeClr val="accent1"/>
          </a:lnRef>
          <a:fillRef idx="0">
            <a:schemeClr val="accent1"/>
          </a:fillRef>
          <a:effectRef idx="0">
            <a:schemeClr val="accent1"/>
          </a:effectRef>
          <a:fontRef idx="minor">
            <a:schemeClr val="tx1"/>
          </a:fontRef>
        </p:style>
      </p:cxnSp>
      <p:sp>
        <p:nvSpPr>
          <p:cNvPr id="16" name="Info 5">
            <a:extLst>
              <a:ext uri="{FF2B5EF4-FFF2-40B4-BE49-F238E27FC236}">
                <a16:creationId xmlns:a16="http://schemas.microsoft.com/office/drawing/2014/main" id="{DC7E7EE3-7AEF-494A-B612-635E0D6C296A}"/>
              </a:ext>
            </a:extLst>
          </p:cNvPr>
          <p:cNvSpPr txBox="1">
            <a:spLocks/>
          </p:cNvSpPr>
          <p:nvPr/>
        </p:nvSpPr>
        <p:spPr>
          <a:xfrm>
            <a:off x="9303889" y="4005203"/>
            <a:ext cx="1523082" cy="695627"/>
          </a:xfrm>
          <a:prstGeom prst="rect">
            <a:avLst/>
          </a:prstGeom>
        </p:spPr>
        <p:txBody>
          <a:bodyPr vert="horz" lIns="0" tIns="0" rIns="0" bIns="0" rtlCol="0">
            <a:noAutofit/>
          </a:bodyPr>
          <a:lstStyle>
            <a:lvl1pPr marL="0" indent="0" algn="l" defTabSz="914400" rtl="0" eaLnBrk="1" latinLnBrk="0" hangingPunct="1">
              <a:spcBef>
                <a:spcPts val="1800"/>
              </a:spcBef>
              <a:spcAft>
                <a:spcPts val="1200"/>
              </a:spcAft>
              <a:buClrTx/>
              <a:buFontTx/>
              <a:buNone/>
              <a:tabLst>
                <a:tab pos="1201738" algn="l"/>
              </a:tabLst>
              <a:defRPr sz="2600" b="1" i="0" kern="1200">
                <a:solidFill>
                  <a:schemeClr val="bg1"/>
                </a:solidFill>
                <a:latin typeface="Arial" panose="020B0604020202020204" pitchFamily="34" charset="0"/>
                <a:ea typeface="Open Sans" panose="020B0606030504020204" pitchFamily="34" charset="0"/>
                <a:cs typeface="Arial" panose="020B0604020202020204" pitchFamily="34" charset="0"/>
              </a:defRPr>
            </a:lvl1pPr>
            <a:lvl2pPr marL="0" indent="0" algn="l" defTabSz="914400" rtl="0" eaLnBrk="1" latinLnBrk="0" hangingPunct="1">
              <a:spcBef>
                <a:spcPts val="0"/>
              </a:spcBef>
              <a:spcAft>
                <a:spcPts val="1200"/>
              </a:spcAft>
              <a:buClrTx/>
              <a:buFont typeface="Arial" pitchFamily="34" charset="0"/>
              <a:buNone/>
              <a:tabLst>
                <a:tab pos="1201738" algn="l"/>
              </a:tabLst>
              <a:defRPr sz="1400" b="0" i="0" kern="1200">
                <a:solidFill>
                  <a:schemeClr val="tx1"/>
                </a:solidFill>
                <a:latin typeface="Arial" panose="020B0604020202020204" pitchFamily="34" charset="0"/>
                <a:ea typeface="Open Sans" panose="020B0606030504020204" pitchFamily="34" charset="0"/>
                <a:cs typeface="Arial" panose="020B0604020202020204" pitchFamily="34" charset="0"/>
              </a:defRPr>
            </a:lvl2pPr>
            <a:lvl3pPr marL="173038" indent="-173038" algn="l" defTabSz="914400" rtl="0" eaLnBrk="1" latinLnBrk="0" hangingPunct="1">
              <a:spcBef>
                <a:spcPts val="0"/>
              </a:spcBef>
              <a:spcAft>
                <a:spcPts val="600"/>
              </a:spcAft>
              <a:buClrTx/>
              <a:buFont typeface="Arial" panose="020B0604020202020204" pitchFamily="34" charset="0"/>
              <a:buChar char="•"/>
              <a:tabLst>
                <a:tab pos="1201738" algn="l"/>
              </a:tabLst>
              <a:defRPr sz="1400" b="0" i="0" kern="1200">
                <a:solidFill>
                  <a:schemeClr val="tx1"/>
                </a:solidFill>
                <a:latin typeface="Arial" panose="020B0604020202020204" pitchFamily="34" charset="0"/>
                <a:ea typeface="Open Sans" panose="020B0606030504020204" pitchFamily="34" charset="0"/>
                <a:cs typeface="Arial" panose="020B0604020202020204" pitchFamily="34" charset="0"/>
              </a:defRPr>
            </a:lvl3pPr>
            <a:lvl4pPr marL="347663" indent="-174625" algn="l" defTabSz="914400" rtl="0" eaLnBrk="1" latinLnBrk="0" hangingPunct="1">
              <a:spcBef>
                <a:spcPts val="0"/>
              </a:spcBef>
              <a:spcAft>
                <a:spcPts val="600"/>
              </a:spcAft>
              <a:buClrTx/>
              <a:buFont typeface="Arial" panose="020B0604020202020204" pitchFamily="34" charset="0"/>
              <a:buChar char="−"/>
              <a:tabLst>
                <a:tab pos="1201738" algn="l"/>
              </a:tabLst>
              <a:defRPr sz="1400" b="0" i="0" kern="1200">
                <a:solidFill>
                  <a:schemeClr val="tx1"/>
                </a:solidFill>
                <a:latin typeface="Arial" panose="020B0604020202020204" pitchFamily="34" charset="0"/>
                <a:ea typeface="Open Sans" panose="020B0606030504020204" pitchFamily="34" charset="0"/>
                <a:cs typeface="Arial" panose="020B0604020202020204" pitchFamily="34" charset="0"/>
              </a:defRPr>
            </a:lvl4pPr>
            <a:lvl5pPr marL="509588" indent="-161925" algn="l" defTabSz="914400" rtl="0" eaLnBrk="1" latinLnBrk="0" hangingPunct="1">
              <a:spcBef>
                <a:spcPts val="0"/>
              </a:spcBef>
              <a:spcAft>
                <a:spcPts val="600"/>
              </a:spcAft>
              <a:buClrTx/>
              <a:buFont typeface="Arial" panose="020B0604020202020204" pitchFamily="34" charset="0"/>
              <a:buChar char="•"/>
              <a:tabLst>
                <a:tab pos="1201738" algn="l"/>
              </a:tabLst>
              <a:defRPr sz="1400" b="0" i="0" kern="1200">
                <a:solidFill>
                  <a:schemeClr val="tx1"/>
                </a:solidFill>
                <a:latin typeface="Arial" panose="020B0604020202020204" pitchFamily="34" charset="0"/>
                <a:ea typeface="Open Sans" panose="020B0606030504020204" pitchFamily="34" charset="0"/>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r>
              <a:rPr lang="en-US" sz="4400">
                <a:solidFill>
                  <a:srgbClr val="0A4B8C"/>
                </a:solidFill>
                <a:latin typeface="+mn-lt"/>
              </a:rPr>
              <a:t>100</a:t>
            </a:r>
            <a:r>
              <a:rPr lang="en-US" sz="4400" b="0" baseline="15000">
                <a:solidFill>
                  <a:srgbClr val="0A4B8C"/>
                </a:solidFill>
                <a:latin typeface="+mn-lt"/>
              </a:rPr>
              <a:t>%</a:t>
            </a:r>
          </a:p>
        </p:txBody>
      </p:sp>
      <p:sp>
        <p:nvSpPr>
          <p:cNvPr id="17" name="Text 5">
            <a:extLst>
              <a:ext uri="{FF2B5EF4-FFF2-40B4-BE49-F238E27FC236}">
                <a16:creationId xmlns:a16="http://schemas.microsoft.com/office/drawing/2014/main" id="{E270FC9A-90C5-437E-8863-BFF6FE973B45}"/>
              </a:ext>
            </a:extLst>
          </p:cNvPr>
          <p:cNvSpPr txBox="1"/>
          <p:nvPr/>
        </p:nvSpPr>
        <p:spPr>
          <a:xfrm>
            <a:off x="9367599" y="4695045"/>
            <a:ext cx="1395663" cy="401052"/>
          </a:xfrm>
          <a:prstGeom prst="rect">
            <a:avLst/>
          </a:prstGeom>
          <a:noFill/>
        </p:spPr>
        <p:txBody>
          <a:bodyPr wrap="square" lIns="0" tIns="0" rIns="0" bIns="0" rtlCol="0">
            <a:noAutofit/>
          </a:bodyPr>
          <a:lstStyle/>
          <a:p>
            <a:pPr algn="ctr" defTabSz="456758" fontAlgn="base">
              <a:spcBef>
                <a:spcPts val="1200"/>
              </a:spcBef>
            </a:pPr>
            <a:r>
              <a:rPr lang="en-US" sz="1300">
                <a:cs typeface="Arial" panose="020B0604020202020204" pitchFamily="34" charset="0"/>
              </a:rPr>
              <a:t>Descriptor text for statistic above</a:t>
            </a:r>
          </a:p>
        </p:txBody>
      </p:sp>
    </p:spTree>
    <p:extLst>
      <p:ext uri="{BB962C8B-B14F-4D97-AF65-F5344CB8AC3E}">
        <p14:creationId xmlns:p14="http://schemas.microsoft.com/office/powerpoint/2010/main" val="64779927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C31AF-007A-4F34-A477-A5DC46B3C82F}"/>
              </a:ext>
            </a:extLst>
          </p:cNvPr>
          <p:cNvSpPr>
            <a:spLocks noGrp="1"/>
          </p:cNvSpPr>
          <p:nvPr>
            <p:ph type="title"/>
          </p:nvPr>
        </p:nvSpPr>
        <p:spPr/>
        <p:txBody>
          <a:bodyPr/>
          <a:lstStyle/>
          <a:p>
            <a:r>
              <a:rPr lang="en-US"/>
              <a:t>Title with infographic on left</a:t>
            </a:r>
          </a:p>
        </p:txBody>
      </p:sp>
      <p:sp>
        <p:nvSpPr>
          <p:cNvPr id="21" name="Content Placeholder 20">
            <a:extLst>
              <a:ext uri="{FF2B5EF4-FFF2-40B4-BE49-F238E27FC236}">
                <a16:creationId xmlns:a16="http://schemas.microsoft.com/office/drawing/2014/main" id="{CAEACFD6-405F-4D59-BE46-29256440641E}"/>
              </a:ext>
            </a:extLst>
          </p:cNvPr>
          <p:cNvSpPr>
            <a:spLocks noGrp="1"/>
          </p:cNvSpPr>
          <p:nvPr>
            <p:ph idx="1"/>
          </p:nvPr>
        </p:nvSpPr>
        <p:spPr/>
        <p:txBody>
          <a:bodyPr/>
          <a:lstStyle/>
          <a:p>
            <a:r>
              <a:rPr lang="en-US"/>
              <a:t>The body text is 13-point CVS Health Sans in Text Gray. </a:t>
            </a:r>
          </a:p>
          <a:p>
            <a:pPr lvl="1"/>
            <a:r>
              <a:rPr lang="en-US"/>
              <a:t>First-level bullet </a:t>
            </a:r>
          </a:p>
          <a:p>
            <a:pPr lvl="1"/>
            <a:r>
              <a:rPr lang="en-US"/>
              <a:t>First-level bullet</a:t>
            </a:r>
          </a:p>
          <a:p>
            <a:pPr lvl="2"/>
            <a:r>
              <a:rPr lang="en-US"/>
              <a:t>Second-level bullet</a:t>
            </a:r>
          </a:p>
        </p:txBody>
      </p:sp>
      <p:sp>
        <p:nvSpPr>
          <p:cNvPr id="5" name="Info1">
            <a:extLst>
              <a:ext uri="{FF2B5EF4-FFF2-40B4-BE49-F238E27FC236}">
                <a16:creationId xmlns:a16="http://schemas.microsoft.com/office/drawing/2014/main" id="{894865AD-E9B1-4F9E-89D6-B23DE1520DAA}"/>
              </a:ext>
            </a:extLst>
          </p:cNvPr>
          <p:cNvSpPr txBox="1">
            <a:spLocks/>
          </p:cNvSpPr>
          <p:nvPr/>
        </p:nvSpPr>
        <p:spPr>
          <a:xfrm>
            <a:off x="1336948" y="998767"/>
            <a:ext cx="1523082" cy="689837"/>
          </a:xfrm>
          <a:prstGeom prst="rect">
            <a:avLst/>
          </a:prstGeom>
        </p:spPr>
        <p:txBody>
          <a:bodyPr vert="horz" lIns="0" tIns="0" rIns="0" bIns="0" rtlCol="0">
            <a:noAutofit/>
          </a:bodyPr>
          <a:lstStyle>
            <a:lvl1pPr marL="0" indent="0" algn="l" defTabSz="914400" rtl="0" eaLnBrk="1" latinLnBrk="0" hangingPunct="1">
              <a:spcBef>
                <a:spcPts val="1800"/>
              </a:spcBef>
              <a:spcAft>
                <a:spcPts val="1200"/>
              </a:spcAft>
              <a:buClrTx/>
              <a:buFontTx/>
              <a:buNone/>
              <a:tabLst>
                <a:tab pos="1201738" algn="l"/>
              </a:tabLst>
              <a:defRPr sz="2600" b="1" i="0" kern="1200">
                <a:solidFill>
                  <a:schemeClr val="bg1"/>
                </a:solidFill>
                <a:latin typeface="Arial" panose="020B0604020202020204" pitchFamily="34" charset="0"/>
                <a:ea typeface="Open Sans" panose="020B0606030504020204" pitchFamily="34" charset="0"/>
                <a:cs typeface="Arial" panose="020B0604020202020204" pitchFamily="34" charset="0"/>
              </a:defRPr>
            </a:lvl1pPr>
            <a:lvl2pPr marL="0" indent="0" algn="l" defTabSz="914400" rtl="0" eaLnBrk="1" latinLnBrk="0" hangingPunct="1">
              <a:spcBef>
                <a:spcPts val="0"/>
              </a:spcBef>
              <a:spcAft>
                <a:spcPts val="1200"/>
              </a:spcAft>
              <a:buClrTx/>
              <a:buFont typeface="Arial" pitchFamily="34" charset="0"/>
              <a:buNone/>
              <a:tabLst>
                <a:tab pos="1201738" algn="l"/>
              </a:tabLst>
              <a:defRPr sz="1400" b="0" i="0" kern="1200">
                <a:solidFill>
                  <a:schemeClr val="tx1"/>
                </a:solidFill>
                <a:latin typeface="Arial" panose="020B0604020202020204" pitchFamily="34" charset="0"/>
                <a:ea typeface="Open Sans" panose="020B0606030504020204" pitchFamily="34" charset="0"/>
                <a:cs typeface="Arial" panose="020B0604020202020204" pitchFamily="34" charset="0"/>
              </a:defRPr>
            </a:lvl2pPr>
            <a:lvl3pPr marL="173038" indent="-173038" algn="l" defTabSz="914400" rtl="0" eaLnBrk="1" latinLnBrk="0" hangingPunct="1">
              <a:spcBef>
                <a:spcPts val="0"/>
              </a:spcBef>
              <a:spcAft>
                <a:spcPts val="600"/>
              </a:spcAft>
              <a:buClrTx/>
              <a:buFont typeface="Arial" panose="020B0604020202020204" pitchFamily="34" charset="0"/>
              <a:buChar char="•"/>
              <a:tabLst>
                <a:tab pos="1201738" algn="l"/>
              </a:tabLst>
              <a:defRPr sz="1400" b="0" i="0" kern="1200">
                <a:solidFill>
                  <a:schemeClr val="tx1"/>
                </a:solidFill>
                <a:latin typeface="Arial" panose="020B0604020202020204" pitchFamily="34" charset="0"/>
                <a:ea typeface="Open Sans" panose="020B0606030504020204" pitchFamily="34" charset="0"/>
                <a:cs typeface="Arial" panose="020B0604020202020204" pitchFamily="34" charset="0"/>
              </a:defRPr>
            </a:lvl3pPr>
            <a:lvl4pPr marL="347663" indent="-174625" algn="l" defTabSz="914400" rtl="0" eaLnBrk="1" latinLnBrk="0" hangingPunct="1">
              <a:spcBef>
                <a:spcPts val="0"/>
              </a:spcBef>
              <a:spcAft>
                <a:spcPts val="600"/>
              </a:spcAft>
              <a:buClrTx/>
              <a:buFont typeface="Arial" panose="020B0604020202020204" pitchFamily="34" charset="0"/>
              <a:buChar char="−"/>
              <a:tabLst>
                <a:tab pos="1201738" algn="l"/>
              </a:tabLst>
              <a:defRPr sz="1400" b="0" i="0" kern="1200">
                <a:solidFill>
                  <a:schemeClr val="tx1"/>
                </a:solidFill>
                <a:latin typeface="Arial" panose="020B0604020202020204" pitchFamily="34" charset="0"/>
                <a:ea typeface="Open Sans" panose="020B0606030504020204" pitchFamily="34" charset="0"/>
                <a:cs typeface="Arial" panose="020B0604020202020204" pitchFamily="34" charset="0"/>
              </a:defRPr>
            </a:lvl4pPr>
            <a:lvl5pPr marL="509588" indent="-161925" algn="l" defTabSz="914400" rtl="0" eaLnBrk="1" latinLnBrk="0" hangingPunct="1">
              <a:spcBef>
                <a:spcPts val="0"/>
              </a:spcBef>
              <a:spcAft>
                <a:spcPts val="600"/>
              </a:spcAft>
              <a:buClrTx/>
              <a:buFont typeface="Arial" panose="020B0604020202020204" pitchFamily="34" charset="0"/>
              <a:buChar char="•"/>
              <a:tabLst>
                <a:tab pos="1201738" algn="l"/>
              </a:tabLst>
              <a:defRPr sz="1400" b="0" i="0" kern="1200">
                <a:solidFill>
                  <a:schemeClr val="tx1"/>
                </a:solidFill>
                <a:latin typeface="Arial" panose="020B0604020202020204" pitchFamily="34" charset="0"/>
                <a:ea typeface="Open Sans" panose="020B0606030504020204" pitchFamily="34" charset="0"/>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r>
              <a:rPr lang="en-US" sz="4400">
                <a:solidFill>
                  <a:schemeClr val="accent2"/>
                </a:solidFill>
                <a:latin typeface="+mn-lt"/>
              </a:rPr>
              <a:t>20</a:t>
            </a:r>
            <a:r>
              <a:rPr lang="en-US" sz="4400" b="0" baseline="15000">
                <a:solidFill>
                  <a:schemeClr val="accent2"/>
                </a:solidFill>
                <a:latin typeface="+mn-lt"/>
              </a:rPr>
              <a:t>%</a:t>
            </a:r>
          </a:p>
        </p:txBody>
      </p:sp>
      <p:sp>
        <p:nvSpPr>
          <p:cNvPr id="6" name="Text 1">
            <a:extLst>
              <a:ext uri="{FF2B5EF4-FFF2-40B4-BE49-F238E27FC236}">
                <a16:creationId xmlns:a16="http://schemas.microsoft.com/office/drawing/2014/main" id="{9C5DF046-23D8-475F-9D48-9B2119813E44}"/>
              </a:ext>
            </a:extLst>
          </p:cNvPr>
          <p:cNvSpPr txBox="1"/>
          <p:nvPr/>
        </p:nvSpPr>
        <p:spPr>
          <a:xfrm>
            <a:off x="1400658" y="1688609"/>
            <a:ext cx="1395663" cy="401052"/>
          </a:xfrm>
          <a:prstGeom prst="rect">
            <a:avLst/>
          </a:prstGeom>
          <a:noFill/>
        </p:spPr>
        <p:txBody>
          <a:bodyPr wrap="square" lIns="0" tIns="0" rIns="0" bIns="0" rtlCol="0">
            <a:noAutofit/>
          </a:bodyPr>
          <a:lstStyle/>
          <a:p>
            <a:pPr marL="0" marR="0" indent="0" algn="ctr" defTabSz="456758" rtl="0" eaLnBrk="1" fontAlgn="base" latinLnBrk="0" hangingPunct="1">
              <a:spcBef>
                <a:spcPts val="1200"/>
              </a:spcBef>
              <a:spcAft>
                <a:spcPts val="0"/>
              </a:spcAft>
              <a:buClrTx/>
              <a:buSzTx/>
              <a:buFontTx/>
              <a:buNone/>
              <a:tabLst/>
            </a:pPr>
            <a:r>
              <a:rPr lang="en-US" sz="1300">
                <a:cs typeface="Arial" panose="020B0604020202020204" pitchFamily="34" charset="0"/>
              </a:rPr>
              <a:t>Descriptor text for the stat above</a:t>
            </a:r>
          </a:p>
        </p:txBody>
      </p:sp>
      <p:cxnSp>
        <p:nvCxnSpPr>
          <p:cNvPr id="4" name="Straight Connector 3">
            <a:extLst>
              <a:ext uri="{FF2B5EF4-FFF2-40B4-BE49-F238E27FC236}">
                <a16:creationId xmlns:a16="http://schemas.microsoft.com/office/drawing/2014/main" id="{2DF9A3A9-8A79-409D-BF86-0235E5B7EFEC}"/>
              </a:ext>
              <a:ext uri="{C183D7F6-B498-43B3-948B-1728B52AA6E4}">
                <adec:decorative xmlns:adec="http://schemas.microsoft.com/office/drawing/2017/decorative" val="1"/>
              </a:ext>
            </a:extLst>
          </p:cNvPr>
          <p:cNvCxnSpPr>
            <a:cxnSpLocks/>
          </p:cNvCxnSpPr>
          <p:nvPr/>
        </p:nvCxnSpPr>
        <p:spPr>
          <a:xfrm>
            <a:off x="3033959" y="1080549"/>
            <a:ext cx="0" cy="1066882"/>
          </a:xfrm>
          <a:prstGeom prst="line">
            <a:avLst/>
          </a:prstGeom>
          <a:ln w="25400" cap="rnd" cmpd="sng">
            <a:solidFill>
              <a:schemeClr val="accent6"/>
            </a:solidFill>
            <a:prstDash val="sysDot"/>
          </a:ln>
        </p:spPr>
        <p:style>
          <a:lnRef idx="1">
            <a:schemeClr val="accent1"/>
          </a:lnRef>
          <a:fillRef idx="0">
            <a:schemeClr val="accent1"/>
          </a:fillRef>
          <a:effectRef idx="0">
            <a:schemeClr val="accent1"/>
          </a:effectRef>
          <a:fontRef idx="minor">
            <a:schemeClr val="tx1"/>
          </a:fontRef>
        </p:style>
      </p:cxnSp>
      <p:sp>
        <p:nvSpPr>
          <p:cNvPr id="18" name="Info 2">
            <a:extLst>
              <a:ext uri="{FF2B5EF4-FFF2-40B4-BE49-F238E27FC236}">
                <a16:creationId xmlns:a16="http://schemas.microsoft.com/office/drawing/2014/main" id="{23E8ACB7-86BB-440D-BD95-F28F4244DA8E}"/>
              </a:ext>
            </a:extLst>
          </p:cNvPr>
          <p:cNvSpPr txBox="1">
            <a:spLocks/>
          </p:cNvSpPr>
          <p:nvPr/>
        </p:nvSpPr>
        <p:spPr>
          <a:xfrm>
            <a:off x="3207889" y="998767"/>
            <a:ext cx="1523082" cy="689834"/>
          </a:xfrm>
          <a:prstGeom prst="rect">
            <a:avLst/>
          </a:prstGeom>
        </p:spPr>
        <p:txBody>
          <a:bodyPr vert="horz" lIns="0" tIns="0" rIns="0" bIns="0" rtlCol="0">
            <a:noAutofit/>
          </a:bodyPr>
          <a:lstStyle>
            <a:lvl1pPr marL="0" indent="0" algn="l" defTabSz="914400" rtl="0" eaLnBrk="1" latinLnBrk="0" hangingPunct="1">
              <a:spcBef>
                <a:spcPts val="1800"/>
              </a:spcBef>
              <a:spcAft>
                <a:spcPts val="1200"/>
              </a:spcAft>
              <a:buClrTx/>
              <a:buFontTx/>
              <a:buNone/>
              <a:tabLst>
                <a:tab pos="1201738" algn="l"/>
              </a:tabLst>
              <a:defRPr sz="2600" b="1" i="0" kern="1200">
                <a:solidFill>
                  <a:schemeClr val="bg1"/>
                </a:solidFill>
                <a:latin typeface="Arial" panose="020B0604020202020204" pitchFamily="34" charset="0"/>
                <a:ea typeface="Open Sans" panose="020B0606030504020204" pitchFamily="34" charset="0"/>
                <a:cs typeface="Arial" panose="020B0604020202020204" pitchFamily="34" charset="0"/>
              </a:defRPr>
            </a:lvl1pPr>
            <a:lvl2pPr marL="0" indent="0" algn="l" defTabSz="914400" rtl="0" eaLnBrk="1" latinLnBrk="0" hangingPunct="1">
              <a:spcBef>
                <a:spcPts val="0"/>
              </a:spcBef>
              <a:spcAft>
                <a:spcPts val="1200"/>
              </a:spcAft>
              <a:buClrTx/>
              <a:buFont typeface="Arial" pitchFamily="34" charset="0"/>
              <a:buNone/>
              <a:tabLst>
                <a:tab pos="1201738" algn="l"/>
              </a:tabLst>
              <a:defRPr sz="1400" b="0" i="0" kern="1200">
                <a:solidFill>
                  <a:schemeClr val="tx1"/>
                </a:solidFill>
                <a:latin typeface="Arial" panose="020B0604020202020204" pitchFamily="34" charset="0"/>
                <a:ea typeface="Open Sans" panose="020B0606030504020204" pitchFamily="34" charset="0"/>
                <a:cs typeface="Arial" panose="020B0604020202020204" pitchFamily="34" charset="0"/>
              </a:defRPr>
            </a:lvl2pPr>
            <a:lvl3pPr marL="173038" indent="-173038" algn="l" defTabSz="914400" rtl="0" eaLnBrk="1" latinLnBrk="0" hangingPunct="1">
              <a:spcBef>
                <a:spcPts val="0"/>
              </a:spcBef>
              <a:spcAft>
                <a:spcPts val="600"/>
              </a:spcAft>
              <a:buClrTx/>
              <a:buFont typeface="Arial" panose="020B0604020202020204" pitchFamily="34" charset="0"/>
              <a:buChar char="•"/>
              <a:tabLst>
                <a:tab pos="1201738" algn="l"/>
              </a:tabLst>
              <a:defRPr sz="1400" b="0" i="0" kern="1200">
                <a:solidFill>
                  <a:schemeClr val="tx1"/>
                </a:solidFill>
                <a:latin typeface="Arial" panose="020B0604020202020204" pitchFamily="34" charset="0"/>
                <a:ea typeface="Open Sans" panose="020B0606030504020204" pitchFamily="34" charset="0"/>
                <a:cs typeface="Arial" panose="020B0604020202020204" pitchFamily="34" charset="0"/>
              </a:defRPr>
            </a:lvl3pPr>
            <a:lvl4pPr marL="347663" indent="-174625" algn="l" defTabSz="914400" rtl="0" eaLnBrk="1" latinLnBrk="0" hangingPunct="1">
              <a:spcBef>
                <a:spcPts val="0"/>
              </a:spcBef>
              <a:spcAft>
                <a:spcPts val="600"/>
              </a:spcAft>
              <a:buClrTx/>
              <a:buFont typeface="Arial" panose="020B0604020202020204" pitchFamily="34" charset="0"/>
              <a:buChar char="−"/>
              <a:tabLst>
                <a:tab pos="1201738" algn="l"/>
              </a:tabLst>
              <a:defRPr sz="1400" b="0" i="0" kern="1200">
                <a:solidFill>
                  <a:schemeClr val="tx1"/>
                </a:solidFill>
                <a:latin typeface="Arial" panose="020B0604020202020204" pitchFamily="34" charset="0"/>
                <a:ea typeface="Open Sans" panose="020B0606030504020204" pitchFamily="34" charset="0"/>
                <a:cs typeface="Arial" panose="020B0604020202020204" pitchFamily="34" charset="0"/>
              </a:defRPr>
            </a:lvl4pPr>
            <a:lvl5pPr marL="509588" indent="-161925" algn="l" defTabSz="914400" rtl="0" eaLnBrk="1" latinLnBrk="0" hangingPunct="1">
              <a:spcBef>
                <a:spcPts val="0"/>
              </a:spcBef>
              <a:spcAft>
                <a:spcPts val="600"/>
              </a:spcAft>
              <a:buClrTx/>
              <a:buFont typeface="Arial" panose="020B0604020202020204" pitchFamily="34" charset="0"/>
              <a:buChar char="•"/>
              <a:tabLst>
                <a:tab pos="1201738" algn="l"/>
              </a:tabLst>
              <a:defRPr sz="1400" b="0" i="0" kern="1200">
                <a:solidFill>
                  <a:schemeClr val="tx1"/>
                </a:solidFill>
                <a:latin typeface="Arial" panose="020B0604020202020204" pitchFamily="34" charset="0"/>
                <a:ea typeface="Open Sans" panose="020B0606030504020204" pitchFamily="34" charset="0"/>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r>
              <a:rPr lang="en-US" sz="4400">
                <a:solidFill>
                  <a:schemeClr val="accent2"/>
                </a:solidFill>
                <a:latin typeface="+mn-lt"/>
              </a:rPr>
              <a:t>40</a:t>
            </a:r>
            <a:r>
              <a:rPr lang="en-US" sz="4400" b="0" baseline="15000">
                <a:solidFill>
                  <a:schemeClr val="accent2"/>
                </a:solidFill>
                <a:latin typeface="+mn-lt"/>
              </a:rPr>
              <a:t>%</a:t>
            </a:r>
          </a:p>
        </p:txBody>
      </p:sp>
      <p:sp>
        <p:nvSpPr>
          <p:cNvPr id="15" name="Text 2">
            <a:extLst>
              <a:ext uri="{FF2B5EF4-FFF2-40B4-BE49-F238E27FC236}">
                <a16:creationId xmlns:a16="http://schemas.microsoft.com/office/drawing/2014/main" id="{9903CC57-AED8-4D57-9C71-76E10CC3C38E}"/>
              </a:ext>
            </a:extLst>
          </p:cNvPr>
          <p:cNvSpPr txBox="1"/>
          <p:nvPr/>
        </p:nvSpPr>
        <p:spPr>
          <a:xfrm>
            <a:off x="3271599" y="1688609"/>
            <a:ext cx="1395663" cy="401052"/>
          </a:xfrm>
          <a:prstGeom prst="rect">
            <a:avLst/>
          </a:prstGeom>
          <a:noFill/>
        </p:spPr>
        <p:txBody>
          <a:bodyPr wrap="square" lIns="0" tIns="0" rIns="0" bIns="0" rtlCol="0">
            <a:noAutofit/>
          </a:bodyPr>
          <a:lstStyle/>
          <a:p>
            <a:pPr algn="ctr" defTabSz="456758" fontAlgn="base">
              <a:spcBef>
                <a:spcPts val="1200"/>
              </a:spcBef>
            </a:pPr>
            <a:r>
              <a:rPr lang="en-US" sz="1300">
                <a:cs typeface="Arial" panose="020B0604020202020204" pitchFamily="34" charset="0"/>
              </a:rPr>
              <a:t>Descriptor text for statistic above</a:t>
            </a:r>
          </a:p>
        </p:txBody>
      </p:sp>
      <p:cxnSp>
        <p:nvCxnSpPr>
          <p:cNvPr id="13" name="Straight Connector 12">
            <a:extLst>
              <a:ext uri="{FF2B5EF4-FFF2-40B4-BE49-F238E27FC236}">
                <a16:creationId xmlns:a16="http://schemas.microsoft.com/office/drawing/2014/main" id="{BFD1A6E7-F403-4F5F-BA74-2A457EBF3C33}"/>
              </a:ext>
              <a:ext uri="{C183D7F6-B498-43B3-948B-1728B52AA6E4}">
                <adec:decorative xmlns:adec="http://schemas.microsoft.com/office/drawing/2017/decorative" val="1"/>
              </a:ext>
            </a:extLst>
          </p:cNvPr>
          <p:cNvCxnSpPr/>
          <p:nvPr/>
        </p:nvCxnSpPr>
        <p:spPr>
          <a:xfrm>
            <a:off x="1632455" y="2521463"/>
            <a:ext cx="2826327" cy="0"/>
          </a:xfrm>
          <a:prstGeom prst="line">
            <a:avLst/>
          </a:prstGeom>
          <a:ln w="25400" cap="rnd" cmpd="sng">
            <a:solidFill>
              <a:schemeClr val="accent6"/>
            </a:solidFill>
            <a:prstDash val="sysDot"/>
          </a:ln>
        </p:spPr>
        <p:style>
          <a:lnRef idx="1">
            <a:schemeClr val="accent1"/>
          </a:lnRef>
          <a:fillRef idx="0">
            <a:schemeClr val="accent1"/>
          </a:fillRef>
          <a:effectRef idx="0">
            <a:schemeClr val="accent1"/>
          </a:effectRef>
          <a:fontRef idx="minor">
            <a:schemeClr val="tx1"/>
          </a:fontRef>
        </p:style>
      </p:cxnSp>
      <p:sp>
        <p:nvSpPr>
          <p:cNvPr id="7" name="Info 3">
            <a:extLst>
              <a:ext uri="{FF2B5EF4-FFF2-40B4-BE49-F238E27FC236}">
                <a16:creationId xmlns:a16="http://schemas.microsoft.com/office/drawing/2014/main" id="{AE393C4A-E5F2-494B-8028-81FD36B419F1}"/>
              </a:ext>
            </a:extLst>
          </p:cNvPr>
          <p:cNvSpPr txBox="1">
            <a:spLocks/>
          </p:cNvSpPr>
          <p:nvPr/>
        </p:nvSpPr>
        <p:spPr>
          <a:xfrm>
            <a:off x="1336948" y="2736557"/>
            <a:ext cx="1523082" cy="1028918"/>
          </a:xfrm>
          <a:prstGeom prst="rect">
            <a:avLst/>
          </a:prstGeom>
        </p:spPr>
        <p:txBody>
          <a:bodyPr vert="horz" lIns="0" tIns="0" rIns="0" bIns="0" rtlCol="0">
            <a:noAutofit/>
          </a:bodyPr>
          <a:lstStyle>
            <a:lvl1pPr marL="0" indent="0" algn="l" defTabSz="914400" rtl="0" eaLnBrk="1" latinLnBrk="0" hangingPunct="1">
              <a:spcBef>
                <a:spcPts val="1800"/>
              </a:spcBef>
              <a:spcAft>
                <a:spcPts val="1200"/>
              </a:spcAft>
              <a:buClrTx/>
              <a:buFontTx/>
              <a:buNone/>
              <a:tabLst>
                <a:tab pos="1201738" algn="l"/>
              </a:tabLst>
              <a:defRPr sz="2600" b="1" i="0" kern="1200">
                <a:solidFill>
                  <a:schemeClr val="bg1"/>
                </a:solidFill>
                <a:latin typeface="Arial" panose="020B0604020202020204" pitchFamily="34" charset="0"/>
                <a:ea typeface="Open Sans" panose="020B0606030504020204" pitchFamily="34" charset="0"/>
                <a:cs typeface="Arial" panose="020B0604020202020204" pitchFamily="34" charset="0"/>
              </a:defRPr>
            </a:lvl1pPr>
            <a:lvl2pPr marL="0" indent="0" algn="l" defTabSz="914400" rtl="0" eaLnBrk="1" latinLnBrk="0" hangingPunct="1">
              <a:spcBef>
                <a:spcPts val="0"/>
              </a:spcBef>
              <a:spcAft>
                <a:spcPts val="1200"/>
              </a:spcAft>
              <a:buClrTx/>
              <a:buFont typeface="Arial" pitchFamily="34" charset="0"/>
              <a:buNone/>
              <a:tabLst>
                <a:tab pos="1201738" algn="l"/>
              </a:tabLst>
              <a:defRPr sz="1400" b="0" i="0" kern="1200">
                <a:solidFill>
                  <a:schemeClr val="tx1"/>
                </a:solidFill>
                <a:latin typeface="Arial" panose="020B0604020202020204" pitchFamily="34" charset="0"/>
                <a:ea typeface="Open Sans" panose="020B0606030504020204" pitchFamily="34" charset="0"/>
                <a:cs typeface="Arial" panose="020B0604020202020204" pitchFamily="34" charset="0"/>
              </a:defRPr>
            </a:lvl2pPr>
            <a:lvl3pPr marL="173038" indent="-173038" algn="l" defTabSz="914400" rtl="0" eaLnBrk="1" latinLnBrk="0" hangingPunct="1">
              <a:spcBef>
                <a:spcPts val="0"/>
              </a:spcBef>
              <a:spcAft>
                <a:spcPts val="600"/>
              </a:spcAft>
              <a:buClrTx/>
              <a:buFont typeface="Arial" panose="020B0604020202020204" pitchFamily="34" charset="0"/>
              <a:buChar char="•"/>
              <a:tabLst>
                <a:tab pos="1201738" algn="l"/>
              </a:tabLst>
              <a:defRPr sz="1400" b="0" i="0" kern="1200">
                <a:solidFill>
                  <a:schemeClr val="tx1"/>
                </a:solidFill>
                <a:latin typeface="Arial" panose="020B0604020202020204" pitchFamily="34" charset="0"/>
                <a:ea typeface="Open Sans" panose="020B0606030504020204" pitchFamily="34" charset="0"/>
                <a:cs typeface="Arial" panose="020B0604020202020204" pitchFamily="34" charset="0"/>
              </a:defRPr>
            </a:lvl3pPr>
            <a:lvl4pPr marL="347663" indent="-174625" algn="l" defTabSz="914400" rtl="0" eaLnBrk="1" latinLnBrk="0" hangingPunct="1">
              <a:spcBef>
                <a:spcPts val="0"/>
              </a:spcBef>
              <a:spcAft>
                <a:spcPts val="600"/>
              </a:spcAft>
              <a:buClrTx/>
              <a:buFont typeface="Arial" panose="020B0604020202020204" pitchFamily="34" charset="0"/>
              <a:buChar char="−"/>
              <a:tabLst>
                <a:tab pos="1201738" algn="l"/>
              </a:tabLst>
              <a:defRPr sz="1400" b="0" i="0" kern="1200">
                <a:solidFill>
                  <a:schemeClr val="tx1"/>
                </a:solidFill>
                <a:latin typeface="Arial" panose="020B0604020202020204" pitchFamily="34" charset="0"/>
                <a:ea typeface="Open Sans" panose="020B0606030504020204" pitchFamily="34" charset="0"/>
                <a:cs typeface="Arial" panose="020B0604020202020204" pitchFamily="34" charset="0"/>
              </a:defRPr>
            </a:lvl4pPr>
            <a:lvl5pPr marL="509588" indent="-161925" algn="l" defTabSz="914400" rtl="0" eaLnBrk="1" latinLnBrk="0" hangingPunct="1">
              <a:spcBef>
                <a:spcPts val="0"/>
              </a:spcBef>
              <a:spcAft>
                <a:spcPts val="600"/>
              </a:spcAft>
              <a:buClrTx/>
              <a:buFont typeface="Arial" panose="020B0604020202020204" pitchFamily="34" charset="0"/>
              <a:buChar char="•"/>
              <a:tabLst>
                <a:tab pos="1201738" algn="l"/>
              </a:tabLst>
              <a:defRPr sz="1400" b="0" i="0" kern="1200">
                <a:solidFill>
                  <a:schemeClr val="tx1"/>
                </a:solidFill>
                <a:latin typeface="Arial" panose="020B0604020202020204" pitchFamily="34" charset="0"/>
                <a:ea typeface="Open Sans" panose="020B0606030504020204" pitchFamily="34" charset="0"/>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r>
              <a:rPr lang="en-US" sz="4400">
                <a:solidFill>
                  <a:schemeClr val="accent2"/>
                </a:solidFill>
                <a:latin typeface="+mn-lt"/>
              </a:rPr>
              <a:t>1</a:t>
            </a:r>
            <a:r>
              <a:rPr lang="en-US" sz="4400" b="0" baseline="15000">
                <a:solidFill>
                  <a:schemeClr val="accent2"/>
                </a:solidFill>
                <a:latin typeface="+mn-lt"/>
              </a:rPr>
              <a:t>%</a:t>
            </a:r>
          </a:p>
        </p:txBody>
      </p:sp>
      <p:sp>
        <p:nvSpPr>
          <p:cNvPr id="8" name="Text 3">
            <a:extLst>
              <a:ext uri="{FF2B5EF4-FFF2-40B4-BE49-F238E27FC236}">
                <a16:creationId xmlns:a16="http://schemas.microsoft.com/office/drawing/2014/main" id="{AE766BC8-8135-4BF6-BCD4-B11E843973C3}"/>
              </a:ext>
            </a:extLst>
          </p:cNvPr>
          <p:cNvSpPr txBox="1"/>
          <p:nvPr/>
        </p:nvSpPr>
        <p:spPr>
          <a:xfrm>
            <a:off x="2644371" y="2786472"/>
            <a:ext cx="1713873" cy="695629"/>
          </a:xfrm>
          <a:prstGeom prst="rect">
            <a:avLst/>
          </a:prstGeom>
          <a:noFill/>
        </p:spPr>
        <p:txBody>
          <a:bodyPr wrap="square" lIns="0" tIns="0" rIns="0" bIns="0" rtlCol="0">
            <a:noAutofit/>
          </a:bodyPr>
          <a:lstStyle/>
          <a:p>
            <a:pPr defTabSz="456758" fontAlgn="base">
              <a:spcBef>
                <a:spcPts val="1200"/>
              </a:spcBef>
            </a:pPr>
            <a:r>
              <a:rPr lang="en-US" sz="1300">
                <a:cs typeface="Arial" panose="020B0604020202020204" pitchFamily="34" charset="0"/>
              </a:rPr>
              <a:t>Descriptor text that explains the statistic on the left</a:t>
            </a:r>
          </a:p>
          <a:p>
            <a:pPr marL="0" marR="0" indent="0" defTabSz="456758" rtl="0" eaLnBrk="1" fontAlgn="base" latinLnBrk="0" hangingPunct="1">
              <a:spcBef>
                <a:spcPts val="1200"/>
              </a:spcBef>
              <a:spcAft>
                <a:spcPts val="0"/>
              </a:spcAft>
              <a:buClrTx/>
              <a:buSzTx/>
              <a:buFontTx/>
              <a:buNone/>
              <a:tabLst/>
            </a:pPr>
            <a:endParaRPr lang="en-US" sz="1300">
              <a:cs typeface="Arial" panose="020B0604020202020204" pitchFamily="34" charset="0"/>
            </a:endParaRPr>
          </a:p>
        </p:txBody>
      </p:sp>
      <p:cxnSp>
        <p:nvCxnSpPr>
          <p:cNvPr id="14" name="Straight Connector 13">
            <a:extLst>
              <a:ext uri="{FF2B5EF4-FFF2-40B4-BE49-F238E27FC236}">
                <a16:creationId xmlns:a16="http://schemas.microsoft.com/office/drawing/2014/main" id="{6B382A71-C271-4B66-8FC9-5B5EB78B102C}"/>
              </a:ext>
              <a:ext uri="{C183D7F6-B498-43B3-948B-1728B52AA6E4}">
                <adec:decorative xmlns:adec="http://schemas.microsoft.com/office/drawing/2017/decorative" val="1"/>
              </a:ext>
            </a:extLst>
          </p:cNvPr>
          <p:cNvCxnSpPr/>
          <p:nvPr/>
        </p:nvCxnSpPr>
        <p:spPr>
          <a:xfrm>
            <a:off x="1632455" y="3712954"/>
            <a:ext cx="2826327" cy="0"/>
          </a:xfrm>
          <a:prstGeom prst="line">
            <a:avLst/>
          </a:prstGeom>
          <a:ln w="25400" cap="rnd" cmpd="sng">
            <a:solidFill>
              <a:schemeClr val="accent6"/>
            </a:solidFill>
            <a:prstDash val="sysDot"/>
          </a:ln>
        </p:spPr>
        <p:style>
          <a:lnRef idx="1">
            <a:schemeClr val="accent1"/>
          </a:lnRef>
          <a:fillRef idx="0">
            <a:schemeClr val="accent1"/>
          </a:fillRef>
          <a:effectRef idx="0">
            <a:schemeClr val="accent1"/>
          </a:effectRef>
          <a:fontRef idx="minor">
            <a:schemeClr val="tx1"/>
          </a:fontRef>
        </p:style>
      </p:cxnSp>
      <p:sp>
        <p:nvSpPr>
          <p:cNvPr id="10" name="Info 4">
            <a:extLst>
              <a:ext uri="{FF2B5EF4-FFF2-40B4-BE49-F238E27FC236}">
                <a16:creationId xmlns:a16="http://schemas.microsoft.com/office/drawing/2014/main" id="{89240ED7-0334-44A7-8591-041FE1349276}"/>
              </a:ext>
            </a:extLst>
          </p:cNvPr>
          <p:cNvSpPr txBox="1">
            <a:spLocks/>
          </p:cNvSpPr>
          <p:nvPr/>
        </p:nvSpPr>
        <p:spPr>
          <a:xfrm>
            <a:off x="1336948" y="4005203"/>
            <a:ext cx="1523082" cy="684149"/>
          </a:xfrm>
          <a:prstGeom prst="rect">
            <a:avLst/>
          </a:prstGeom>
        </p:spPr>
        <p:txBody>
          <a:bodyPr vert="horz" lIns="0" tIns="0" rIns="0" bIns="0" rtlCol="0">
            <a:noAutofit/>
          </a:bodyPr>
          <a:lstStyle>
            <a:lvl1pPr marL="0" indent="0" algn="l" defTabSz="914400" rtl="0" eaLnBrk="1" latinLnBrk="0" hangingPunct="1">
              <a:spcBef>
                <a:spcPts val="1800"/>
              </a:spcBef>
              <a:spcAft>
                <a:spcPts val="1200"/>
              </a:spcAft>
              <a:buClrTx/>
              <a:buFontTx/>
              <a:buNone/>
              <a:tabLst>
                <a:tab pos="1201738" algn="l"/>
              </a:tabLst>
              <a:defRPr sz="2600" b="1" i="0" kern="1200">
                <a:solidFill>
                  <a:schemeClr val="bg1"/>
                </a:solidFill>
                <a:latin typeface="Arial" panose="020B0604020202020204" pitchFamily="34" charset="0"/>
                <a:ea typeface="Open Sans" panose="020B0606030504020204" pitchFamily="34" charset="0"/>
                <a:cs typeface="Arial" panose="020B0604020202020204" pitchFamily="34" charset="0"/>
              </a:defRPr>
            </a:lvl1pPr>
            <a:lvl2pPr marL="0" indent="0" algn="l" defTabSz="914400" rtl="0" eaLnBrk="1" latinLnBrk="0" hangingPunct="1">
              <a:spcBef>
                <a:spcPts val="0"/>
              </a:spcBef>
              <a:spcAft>
                <a:spcPts val="1200"/>
              </a:spcAft>
              <a:buClrTx/>
              <a:buFont typeface="Arial" pitchFamily="34" charset="0"/>
              <a:buNone/>
              <a:tabLst>
                <a:tab pos="1201738" algn="l"/>
              </a:tabLst>
              <a:defRPr sz="1400" b="0" i="0" kern="1200">
                <a:solidFill>
                  <a:schemeClr val="tx1"/>
                </a:solidFill>
                <a:latin typeface="Arial" panose="020B0604020202020204" pitchFamily="34" charset="0"/>
                <a:ea typeface="Open Sans" panose="020B0606030504020204" pitchFamily="34" charset="0"/>
                <a:cs typeface="Arial" panose="020B0604020202020204" pitchFamily="34" charset="0"/>
              </a:defRPr>
            </a:lvl2pPr>
            <a:lvl3pPr marL="173038" indent="-173038" algn="l" defTabSz="914400" rtl="0" eaLnBrk="1" latinLnBrk="0" hangingPunct="1">
              <a:spcBef>
                <a:spcPts val="0"/>
              </a:spcBef>
              <a:spcAft>
                <a:spcPts val="600"/>
              </a:spcAft>
              <a:buClrTx/>
              <a:buFont typeface="Arial" panose="020B0604020202020204" pitchFamily="34" charset="0"/>
              <a:buChar char="•"/>
              <a:tabLst>
                <a:tab pos="1201738" algn="l"/>
              </a:tabLst>
              <a:defRPr sz="1400" b="0" i="0" kern="1200">
                <a:solidFill>
                  <a:schemeClr val="tx1"/>
                </a:solidFill>
                <a:latin typeface="Arial" panose="020B0604020202020204" pitchFamily="34" charset="0"/>
                <a:ea typeface="Open Sans" panose="020B0606030504020204" pitchFamily="34" charset="0"/>
                <a:cs typeface="Arial" panose="020B0604020202020204" pitchFamily="34" charset="0"/>
              </a:defRPr>
            </a:lvl3pPr>
            <a:lvl4pPr marL="347663" indent="-174625" algn="l" defTabSz="914400" rtl="0" eaLnBrk="1" latinLnBrk="0" hangingPunct="1">
              <a:spcBef>
                <a:spcPts val="0"/>
              </a:spcBef>
              <a:spcAft>
                <a:spcPts val="600"/>
              </a:spcAft>
              <a:buClrTx/>
              <a:buFont typeface="Arial" panose="020B0604020202020204" pitchFamily="34" charset="0"/>
              <a:buChar char="−"/>
              <a:tabLst>
                <a:tab pos="1201738" algn="l"/>
              </a:tabLst>
              <a:defRPr sz="1400" b="0" i="0" kern="1200">
                <a:solidFill>
                  <a:schemeClr val="tx1"/>
                </a:solidFill>
                <a:latin typeface="Arial" panose="020B0604020202020204" pitchFamily="34" charset="0"/>
                <a:ea typeface="Open Sans" panose="020B0606030504020204" pitchFamily="34" charset="0"/>
                <a:cs typeface="Arial" panose="020B0604020202020204" pitchFamily="34" charset="0"/>
              </a:defRPr>
            </a:lvl4pPr>
            <a:lvl5pPr marL="509588" indent="-161925" algn="l" defTabSz="914400" rtl="0" eaLnBrk="1" latinLnBrk="0" hangingPunct="1">
              <a:spcBef>
                <a:spcPts val="0"/>
              </a:spcBef>
              <a:spcAft>
                <a:spcPts val="600"/>
              </a:spcAft>
              <a:buClrTx/>
              <a:buFont typeface="Arial" panose="020B0604020202020204" pitchFamily="34" charset="0"/>
              <a:buChar char="•"/>
              <a:tabLst>
                <a:tab pos="1201738" algn="l"/>
              </a:tabLst>
              <a:defRPr sz="1400" b="0" i="0" kern="1200">
                <a:solidFill>
                  <a:schemeClr val="tx1"/>
                </a:solidFill>
                <a:latin typeface="Arial" panose="020B0604020202020204" pitchFamily="34" charset="0"/>
                <a:ea typeface="Open Sans" panose="020B0606030504020204" pitchFamily="34" charset="0"/>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r>
              <a:rPr lang="en-US" sz="4400">
                <a:solidFill>
                  <a:schemeClr val="accent2"/>
                </a:solidFill>
                <a:latin typeface="+mn-lt"/>
              </a:rPr>
              <a:t>32</a:t>
            </a:r>
            <a:r>
              <a:rPr lang="en-US" sz="4400" b="0" baseline="15000">
                <a:solidFill>
                  <a:schemeClr val="accent2"/>
                </a:solidFill>
                <a:latin typeface="+mn-lt"/>
              </a:rPr>
              <a:t>%</a:t>
            </a:r>
          </a:p>
        </p:txBody>
      </p:sp>
      <p:sp>
        <p:nvSpPr>
          <p:cNvPr id="11" name="Text 4">
            <a:extLst>
              <a:ext uri="{FF2B5EF4-FFF2-40B4-BE49-F238E27FC236}">
                <a16:creationId xmlns:a16="http://schemas.microsoft.com/office/drawing/2014/main" id="{E742C58E-ED42-4F60-B23B-BF9EB11DD222}"/>
              </a:ext>
            </a:extLst>
          </p:cNvPr>
          <p:cNvSpPr txBox="1"/>
          <p:nvPr/>
        </p:nvSpPr>
        <p:spPr>
          <a:xfrm>
            <a:off x="1400658" y="4695044"/>
            <a:ext cx="1395663" cy="684149"/>
          </a:xfrm>
          <a:prstGeom prst="rect">
            <a:avLst/>
          </a:prstGeom>
          <a:noFill/>
        </p:spPr>
        <p:txBody>
          <a:bodyPr wrap="square" lIns="0" tIns="0" rIns="0" bIns="0" rtlCol="0">
            <a:noAutofit/>
          </a:bodyPr>
          <a:lstStyle/>
          <a:p>
            <a:pPr algn="ctr" defTabSz="456758" fontAlgn="base">
              <a:spcBef>
                <a:spcPts val="1200"/>
              </a:spcBef>
            </a:pPr>
            <a:r>
              <a:rPr lang="en-US" sz="1300">
                <a:cs typeface="Arial" panose="020B0604020202020204" pitchFamily="34" charset="0"/>
              </a:rPr>
              <a:t>Descriptor text that explains the number above</a:t>
            </a:r>
          </a:p>
        </p:txBody>
      </p:sp>
      <p:cxnSp>
        <p:nvCxnSpPr>
          <p:cNvPr id="9" name="Straight Connector 8">
            <a:extLst>
              <a:ext uri="{FF2B5EF4-FFF2-40B4-BE49-F238E27FC236}">
                <a16:creationId xmlns:a16="http://schemas.microsoft.com/office/drawing/2014/main" id="{C368E5CA-C39F-4665-ACCC-3E6BF4876836}"/>
              </a:ext>
              <a:ext uri="{C183D7F6-B498-43B3-948B-1728B52AA6E4}">
                <adec:decorative xmlns:adec="http://schemas.microsoft.com/office/drawing/2017/decorative" val="1"/>
              </a:ext>
            </a:extLst>
          </p:cNvPr>
          <p:cNvCxnSpPr>
            <a:cxnSpLocks/>
          </p:cNvCxnSpPr>
          <p:nvPr/>
        </p:nvCxnSpPr>
        <p:spPr>
          <a:xfrm>
            <a:off x="3045618" y="4086985"/>
            <a:ext cx="0" cy="1066882"/>
          </a:xfrm>
          <a:prstGeom prst="line">
            <a:avLst/>
          </a:prstGeom>
          <a:ln w="25400" cap="rnd" cmpd="sng">
            <a:solidFill>
              <a:schemeClr val="accent6"/>
            </a:solidFill>
            <a:prstDash val="sysDot"/>
          </a:ln>
        </p:spPr>
        <p:style>
          <a:lnRef idx="1">
            <a:schemeClr val="accent1"/>
          </a:lnRef>
          <a:fillRef idx="0">
            <a:schemeClr val="accent1"/>
          </a:fillRef>
          <a:effectRef idx="0">
            <a:schemeClr val="accent1"/>
          </a:effectRef>
          <a:fontRef idx="minor">
            <a:schemeClr val="tx1"/>
          </a:fontRef>
        </p:style>
      </p:cxnSp>
      <p:sp>
        <p:nvSpPr>
          <p:cNvPr id="16" name="Info 5">
            <a:extLst>
              <a:ext uri="{FF2B5EF4-FFF2-40B4-BE49-F238E27FC236}">
                <a16:creationId xmlns:a16="http://schemas.microsoft.com/office/drawing/2014/main" id="{F20ABFBD-9E99-462A-AC21-7AF7AF421555}"/>
              </a:ext>
            </a:extLst>
          </p:cNvPr>
          <p:cNvSpPr txBox="1">
            <a:spLocks/>
          </p:cNvSpPr>
          <p:nvPr/>
        </p:nvSpPr>
        <p:spPr>
          <a:xfrm>
            <a:off x="3207889" y="4005203"/>
            <a:ext cx="1523082" cy="1028918"/>
          </a:xfrm>
          <a:prstGeom prst="rect">
            <a:avLst/>
          </a:prstGeom>
        </p:spPr>
        <p:txBody>
          <a:bodyPr vert="horz" lIns="0" tIns="0" rIns="0" bIns="0" rtlCol="0">
            <a:noAutofit/>
          </a:bodyPr>
          <a:lstStyle>
            <a:lvl1pPr marL="0" indent="0" algn="l" defTabSz="914400" rtl="0" eaLnBrk="1" latinLnBrk="0" hangingPunct="1">
              <a:spcBef>
                <a:spcPts val="1800"/>
              </a:spcBef>
              <a:spcAft>
                <a:spcPts val="1200"/>
              </a:spcAft>
              <a:buClrTx/>
              <a:buFontTx/>
              <a:buNone/>
              <a:tabLst>
                <a:tab pos="1201738" algn="l"/>
              </a:tabLst>
              <a:defRPr sz="2600" b="1" i="0" kern="1200">
                <a:solidFill>
                  <a:schemeClr val="bg1"/>
                </a:solidFill>
                <a:latin typeface="Arial" panose="020B0604020202020204" pitchFamily="34" charset="0"/>
                <a:ea typeface="Open Sans" panose="020B0606030504020204" pitchFamily="34" charset="0"/>
                <a:cs typeface="Arial" panose="020B0604020202020204" pitchFamily="34" charset="0"/>
              </a:defRPr>
            </a:lvl1pPr>
            <a:lvl2pPr marL="0" indent="0" algn="l" defTabSz="914400" rtl="0" eaLnBrk="1" latinLnBrk="0" hangingPunct="1">
              <a:spcBef>
                <a:spcPts val="0"/>
              </a:spcBef>
              <a:spcAft>
                <a:spcPts val="1200"/>
              </a:spcAft>
              <a:buClrTx/>
              <a:buFont typeface="Arial" pitchFamily="34" charset="0"/>
              <a:buNone/>
              <a:tabLst>
                <a:tab pos="1201738" algn="l"/>
              </a:tabLst>
              <a:defRPr sz="1400" b="0" i="0" kern="1200">
                <a:solidFill>
                  <a:schemeClr val="tx1"/>
                </a:solidFill>
                <a:latin typeface="Arial" panose="020B0604020202020204" pitchFamily="34" charset="0"/>
                <a:ea typeface="Open Sans" panose="020B0606030504020204" pitchFamily="34" charset="0"/>
                <a:cs typeface="Arial" panose="020B0604020202020204" pitchFamily="34" charset="0"/>
              </a:defRPr>
            </a:lvl2pPr>
            <a:lvl3pPr marL="173038" indent="-173038" algn="l" defTabSz="914400" rtl="0" eaLnBrk="1" latinLnBrk="0" hangingPunct="1">
              <a:spcBef>
                <a:spcPts val="0"/>
              </a:spcBef>
              <a:spcAft>
                <a:spcPts val="600"/>
              </a:spcAft>
              <a:buClrTx/>
              <a:buFont typeface="Arial" panose="020B0604020202020204" pitchFamily="34" charset="0"/>
              <a:buChar char="•"/>
              <a:tabLst>
                <a:tab pos="1201738" algn="l"/>
              </a:tabLst>
              <a:defRPr sz="1400" b="0" i="0" kern="1200">
                <a:solidFill>
                  <a:schemeClr val="tx1"/>
                </a:solidFill>
                <a:latin typeface="Arial" panose="020B0604020202020204" pitchFamily="34" charset="0"/>
                <a:ea typeface="Open Sans" panose="020B0606030504020204" pitchFamily="34" charset="0"/>
                <a:cs typeface="Arial" panose="020B0604020202020204" pitchFamily="34" charset="0"/>
              </a:defRPr>
            </a:lvl3pPr>
            <a:lvl4pPr marL="347663" indent="-174625" algn="l" defTabSz="914400" rtl="0" eaLnBrk="1" latinLnBrk="0" hangingPunct="1">
              <a:spcBef>
                <a:spcPts val="0"/>
              </a:spcBef>
              <a:spcAft>
                <a:spcPts val="600"/>
              </a:spcAft>
              <a:buClrTx/>
              <a:buFont typeface="Arial" panose="020B0604020202020204" pitchFamily="34" charset="0"/>
              <a:buChar char="−"/>
              <a:tabLst>
                <a:tab pos="1201738" algn="l"/>
              </a:tabLst>
              <a:defRPr sz="1400" b="0" i="0" kern="1200">
                <a:solidFill>
                  <a:schemeClr val="tx1"/>
                </a:solidFill>
                <a:latin typeface="Arial" panose="020B0604020202020204" pitchFamily="34" charset="0"/>
                <a:ea typeface="Open Sans" panose="020B0606030504020204" pitchFamily="34" charset="0"/>
                <a:cs typeface="Arial" panose="020B0604020202020204" pitchFamily="34" charset="0"/>
              </a:defRPr>
            </a:lvl4pPr>
            <a:lvl5pPr marL="509588" indent="-161925" algn="l" defTabSz="914400" rtl="0" eaLnBrk="1" latinLnBrk="0" hangingPunct="1">
              <a:spcBef>
                <a:spcPts val="0"/>
              </a:spcBef>
              <a:spcAft>
                <a:spcPts val="600"/>
              </a:spcAft>
              <a:buClrTx/>
              <a:buFont typeface="Arial" panose="020B0604020202020204" pitchFamily="34" charset="0"/>
              <a:buChar char="•"/>
              <a:tabLst>
                <a:tab pos="1201738" algn="l"/>
              </a:tabLst>
              <a:defRPr sz="1400" b="0" i="0" kern="1200">
                <a:solidFill>
                  <a:schemeClr val="tx1"/>
                </a:solidFill>
                <a:latin typeface="Arial" panose="020B0604020202020204" pitchFamily="34" charset="0"/>
                <a:ea typeface="Open Sans" panose="020B0606030504020204" pitchFamily="34" charset="0"/>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r>
              <a:rPr lang="en-US" sz="4400">
                <a:solidFill>
                  <a:schemeClr val="accent2"/>
                </a:solidFill>
                <a:latin typeface="+mn-lt"/>
              </a:rPr>
              <a:t>100</a:t>
            </a:r>
            <a:r>
              <a:rPr lang="en-US" sz="4400" b="0" baseline="15000">
                <a:solidFill>
                  <a:schemeClr val="accent2"/>
                </a:solidFill>
                <a:latin typeface="+mn-lt"/>
              </a:rPr>
              <a:t>%</a:t>
            </a:r>
          </a:p>
        </p:txBody>
      </p:sp>
      <p:sp>
        <p:nvSpPr>
          <p:cNvPr id="17" name="Text 5">
            <a:extLst>
              <a:ext uri="{FF2B5EF4-FFF2-40B4-BE49-F238E27FC236}">
                <a16:creationId xmlns:a16="http://schemas.microsoft.com/office/drawing/2014/main" id="{79920891-6B8C-403E-9E5B-5237074D467E}"/>
              </a:ext>
            </a:extLst>
          </p:cNvPr>
          <p:cNvSpPr txBox="1"/>
          <p:nvPr/>
        </p:nvSpPr>
        <p:spPr>
          <a:xfrm>
            <a:off x="3271599" y="4695045"/>
            <a:ext cx="1395663" cy="401052"/>
          </a:xfrm>
          <a:prstGeom prst="rect">
            <a:avLst/>
          </a:prstGeom>
          <a:noFill/>
        </p:spPr>
        <p:txBody>
          <a:bodyPr wrap="square" lIns="0" tIns="0" rIns="0" bIns="0" rtlCol="0">
            <a:noAutofit/>
          </a:bodyPr>
          <a:lstStyle/>
          <a:p>
            <a:pPr algn="ctr" defTabSz="456758" fontAlgn="base">
              <a:spcBef>
                <a:spcPts val="1200"/>
              </a:spcBef>
            </a:pPr>
            <a:r>
              <a:rPr lang="en-US" sz="1300">
                <a:cs typeface="Arial" panose="020B0604020202020204" pitchFamily="34" charset="0"/>
              </a:rPr>
              <a:t>Descriptor text for statistic above</a:t>
            </a:r>
          </a:p>
        </p:txBody>
      </p:sp>
    </p:spTree>
    <p:extLst>
      <p:ext uri="{BB962C8B-B14F-4D97-AF65-F5344CB8AC3E}">
        <p14:creationId xmlns:p14="http://schemas.microsoft.com/office/powerpoint/2010/main" val="128943042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A31D64A-7616-4E6D-A289-9726CE9DF883}"/>
              </a:ext>
            </a:extLst>
          </p:cNvPr>
          <p:cNvSpPr>
            <a:spLocks noGrp="1"/>
          </p:cNvSpPr>
          <p:nvPr>
            <p:ph type="title"/>
          </p:nvPr>
        </p:nvSpPr>
        <p:spPr/>
        <p:txBody>
          <a:bodyPr/>
          <a:lstStyle/>
          <a:p>
            <a:r>
              <a:rPr lang="en-US"/>
              <a:t>Charts, graphs and tables</a:t>
            </a:r>
          </a:p>
        </p:txBody>
      </p:sp>
      <p:grpSp>
        <p:nvGrpSpPr>
          <p:cNvPr id="10" name="Group 9">
            <a:extLst>
              <a:ext uri="{FF2B5EF4-FFF2-40B4-BE49-F238E27FC236}">
                <a16:creationId xmlns:a16="http://schemas.microsoft.com/office/drawing/2014/main" id="{B5080573-80A2-441E-B7AF-7E2D545F7804}"/>
              </a:ext>
              <a:ext uri="{C183D7F6-B498-43B3-948B-1728B52AA6E4}">
                <adec:decorative xmlns:adec="http://schemas.microsoft.com/office/drawing/2017/decorative" val="1"/>
              </a:ext>
            </a:extLst>
          </p:cNvPr>
          <p:cNvGrpSpPr/>
          <p:nvPr/>
        </p:nvGrpSpPr>
        <p:grpSpPr>
          <a:xfrm>
            <a:off x="5897563" y="2584184"/>
            <a:ext cx="393699" cy="1744810"/>
            <a:chOff x="5899151" y="2420056"/>
            <a:chExt cx="393699" cy="1576205"/>
          </a:xfrm>
        </p:grpSpPr>
        <p:cxnSp>
          <p:nvCxnSpPr>
            <p:cNvPr id="11" name="Straight Connector 10">
              <a:extLst>
                <a:ext uri="{FF2B5EF4-FFF2-40B4-BE49-F238E27FC236}">
                  <a16:creationId xmlns:a16="http://schemas.microsoft.com/office/drawing/2014/main" id="{6182DB09-23B5-4CBB-BD01-90DCCE3D20B2}"/>
                </a:ext>
              </a:extLst>
            </p:cNvPr>
            <p:cNvCxnSpPr/>
            <p:nvPr/>
          </p:nvCxnSpPr>
          <p:spPr>
            <a:xfrm>
              <a:off x="5899151" y="2420056"/>
              <a:ext cx="393699" cy="0"/>
            </a:xfrm>
            <a:prstGeom prst="line">
              <a:avLst/>
            </a:prstGeom>
            <a:ln w="25400" cmpd="sng">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C073AE10-5329-4EBA-948A-670A9D105722}"/>
                </a:ext>
              </a:extLst>
            </p:cNvPr>
            <p:cNvCxnSpPr/>
            <p:nvPr/>
          </p:nvCxnSpPr>
          <p:spPr>
            <a:xfrm>
              <a:off x="5899151" y="3996261"/>
              <a:ext cx="393699" cy="0"/>
            </a:xfrm>
            <a:prstGeom prst="line">
              <a:avLst/>
            </a:prstGeom>
            <a:ln w="25400" cmpd="sng">
              <a:solidFill>
                <a:schemeClr val="accent6"/>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34243674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8" name="TextBox 37">
            <a:extLst>
              <a:ext uri="{FF2B5EF4-FFF2-40B4-BE49-F238E27FC236}">
                <a16:creationId xmlns:a16="http://schemas.microsoft.com/office/drawing/2014/main" id="{6C18F95B-FEE9-4A5E-AEA4-3AC875D245C1}"/>
              </a:ext>
            </a:extLst>
          </p:cNvPr>
          <p:cNvSpPr txBox="1"/>
          <p:nvPr/>
        </p:nvSpPr>
        <p:spPr>
          <a:xfrm>
            <a:off x="-1" y="0"/>
            <a:ext cx="12188825" cy="276999"/>
          </a:xfrm>
          <a:prstGeom prst="rect">
            <a:avLst/>
          </a:prstGeom>
          <a:solidFill>
            <a:srgbClr val="FFFF00"/>
          </a:solidFill>
        </p:spPr>
        <p:txBody>
          <a:bodyPr wrap="square" rtlCol="0">
            <a:spAutoFit/>
          </a:bodyPr>
          <a:lstStyle/>
          <a:p>
            <a:pPr algn="ctr"/>
            <a:r>
              <a:rPr lang="en-US" sz="1200" b="0"/>
              <a:t>Important: Instructional page — please delete before use</a:t>
            </a:r>
          </a:p>
        </p:txBody>
      </p:sp>
      <p:sp>
        <p:nvSpPr>
          <p:cNvPr id="2" name="Title 1">
            <a:extLst>
              <a:ext uri="{FF2B5EF4-FFF2-40B4-BE49-F238E27FC236}">
                <a16:creationId xmlns:a16="http://schemas.microsoft.com/office/drawing/2014/main" id="{A2EBA85A-F891-493C-9E78-BE5CC0C853D3}"/>
              </a:ext>
            </a:extLst>
          </p:cNvPr>
          <p:cNvSpPr>
            <a:spLocks noGrp="1"/>
          </p:cNvSpPr>
          <p:nvPr>
            <p:ph type="title"/>
          </p:nvPr>
        </p:nvSpPr>
        <p:spPr/>
        <p:txBody>
          <a:bodyPr/>
          <a:lstStyle/>
          <a:p>
            <a:r>
              <a:rPr lang="en-US"/>
              <a:t>Chart guidelines</a:t>
            </a:r>
          </a:p>
        </p:txBody>
      </p:sp>
      <p:sp>
        <p:nvSpPr>
          <p:cNvPr id="34" name="New chart colors">
            <a:extLst>
              <a:ext uri="{FF2B5EF4-FFF2-40B4-BE49-F238E27FC236}">
                <a16:creationId xmlns:a16="http://schemas.microsoft.com/office/drawing/2014/main" id="{4ABDAE2C-E6A5-410C-A54F-6D729D2CE270}"/>
              </a:ext>
            </a:extLst>
          </p:cNvPr>
          <p:cNvSpPr txBox="1">
            <a:spLocks/>
          </p:cNvSpPr>
          <p:nvPr/>
        </p:nvSpPr>
        <p:spPr>
          <a:xfrm>
            <a:off x="485976" y="1402935"/>
            <a:ext cx="5991466" cy="2603313"/>
          </a:xfrm>
          <a:prstGeom prst="rect">
            <a:avLst/>
          </a:prstGeom>
        </p:spPr>
        <p:txBody>
          <a:bodyPr/>
          <a:lstStyle>
            <a:lvl1pPr marL="0" indent="0" algn="l" defTabSz="457200" rtl="0" eaLnBrk="1" latinLnBrk="0" hangingPunct="1">
              <a:spcBef>
                <a:spcPts val="1800"/>
              </a:spcBef>
              <a:buClr>
                <a:schemeClr val="tx1"/>
              </a:buClr>
              <a:buFont typeface="Arial"/>
              <a:buNone/>
              <a:defRPr sz="1800" b="0" kern="1200">
                <a:solidFill>
                  <a:schemeClr val="tx1"/>
                </a:solidFill>
                <a:latin typeface="+mn-lt"/>
                <a:ea typeface="+mn-ea"/>
                <a:cs typeface="+mn-cs"/>
              </a:defRPr>
            </a:lvl1pPr>
            <a:lvl2pPr marL="171450" indent="-171450" algn="l" defTabSz="457200" rtl="0" eaLnBrk="1" latinLnBrk="0" hangingPunct="1">
              <a:spcBef>
                <a:spcPts val="1200"/>
              </a:spcBef>
              <a:buClr>
                <a:schemeClr val="tx1"/>
              </a:buClr>
              <a:buFont typeface="Arial"/>
              <a:buChar char="•"/>
              <a:defRPr sz="1800" kern="1200">
                <a:solidFill>
                  <a:schemeClr val="tx1"/>
                </a:solidFill>
                <a:latin typeface="+mn-lt"/>
                <a:ea typeface="+mn-ea"/>
                <a:cs typeface="+mn-cs"/>
              </a:defRPr>
            </a:lvl2pPr>
            <a:lvl3pPr marL="342900" indent="-171450" algn="l" defTabSz="457200" rtl="0" eaLnBrk="1" latinLnBrk="0" hangingPunct="1">
              <a:spcBef>
                <a:spcPts val="600"/>
              </a:spcBef>
              <a:buClr>
                <a:schemeClr val="tx1"/>
              </a:buClr>
              <a:buFont typeface="CVS Health Sans"/>
              <a:buChar char="–"/>
              <a:defRPr sz="1600" kern="1200">
                <a:solidFill>
                  <a:schemeClr val="tx1"/>
                </a:solidFill>
                <a:latin typeface="+mn-lt"/>
                <a:ea typeface="+mn-ea"/>
                <a:cs typeface="+mn-cs"/>
              </a:defRPr>
            </a:lvl3pPr>
            <a:lvl4pPr marL="514350" indent="-171450" algn="l" defTabSz="457200" rtl="0" eaLnBrk="1" latinLnBrk="0" hangingPunct="1">
              <a:spcBef>
                <a:spcPts val="600"/>
              </a:spcBef>
              <a:buClr>
                <a:schemeClr val="tx1"/>
              </a:buClr>
              <a:buFont typeface="Arial"/>
              <a:buChar char="•"/>
              <a:defRPr sz="1600" kern="1200">
                <a:solidFill>
                  <a:schemeClr val="tx1"/>
                </a:solidFill>
                <a:latin typeface="+mn-lt"/>
                <a:ea typeface="+mn-ea"/>
                <a:cs typeface="+mn-cs"/>
              </a:defRPr>
            </a:lvl4pPr>
            <a:lvl5pPr marL="742950" indent="-228600" algn="l" defTabSz="457200" rtl="0" eaLnBrk="1" latinLnBrk="0" hangingPunct="1">
              <a:spcBef>
                <a:spcPts val="300"/>
              </a:spcBef>
              <a:buClr>
                <a:schemeClr val="tx1"/>
              </a:buClr>
              <a:buFont typeface="Arial" panose="020B0604020202020204" pitchFamily="34" charset="0"/>
              <a:buChar char="–"/>
              <a:defRPr sz="1600" kern="1200">
                <a:solidFill>
                  <a:schemeClr val="tx1"/>
                </a:solidFill>
                <a:latin typeface="+mn-lt"/>
                <a:ea typeface="+mn-ea"/>
                <a:cs typeface="+mn-cs"/>
              </a:defRPr>
            </a:lvl5pPr>
            <a:lvl6pPr marL="571500" indent="0" algn="l" defTabSz="457200" rtl="0" eaLnBrk="1" latinLnBrk="0" hangingPunct="1">
              <a:spcBef>
                <a:spcPct val="20000"/>
              </a:spcBef>
              <a:buFont typeface="Arial"/>
              <a:buNone/>
              <a:defRPr sz="16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ctr" latinLnBrk="0" hangingPunct="1">
              <a:lnSpc>
                <a:spcPct val="105000"/>
              </a:lnSpc>
              <a:spcBef>
                <a:spcPts val="1200"/>
              </a:spcBef>
              <a:spcAft>
                <a:spcPts val="0"/>
              </a:spcAft>
              <a:buClrTx/>
              <a:buSzTx/>
              <a:buFont typeface="Arial"/>
              <a:buNone/>
              <a:tabLst/>
              <a:defRPr/>
            </a:pPr>
            <a:r>
              <a:rPr kumimoji="0" lang="en-US" sz="1800" b="1" i="0" u="none" strike="noStrike" kern="1200" cap="none" spc="0" normalizeH="0" baseline="0" noProof="0">
                <a:ln>
                  <a:noFill/>
                </a:ln>
                <a:solidFill>
                  <a:srgbClr val="CC0000"/>
                </a:solidFill>
                <a:effectLst/>
                <a:uLnTx/>
                <a:uFillTx/>
                <a:ea typeface="+mn-ea"/>
                <a:cs typeface="+mn-cs"/>
              </a:rPr>
              <a:t>Chart colors </a:t>
            </a:r>
          </a:p>
          <a:p>
            <a:pPr marL="0" marR="0" lvl="0" indent="0" algn="l" defTabSz="457200" rtl="0" eaLnBrk="1" fontAlgn="ctr" latinLnBrk="0" hangingPunct="1">
              <a:lnSpc>
                <a:spcPct val="105000"/>
              </a:lnSpc>
              <a:spcBef>
                <a:spcPts val="1200"/>
              </a:spcBef>
              <a:spcAft>
                <a:spcPts val="0"/>
              </a:spcAft>
              <a:buClrTx/>
              <a:buSzTx/>
              <a:buFont typeface="Arial"/>
              <a:buNone/>
              <a:tabLst/>
              <a:defRPr/>
            </a:pPr>
            <a:r>
              <a:rPr kumimoji="0" lang="en-US" sz="1300" b="0" i="0" u="none" strike="noStrike" kern="1200" cap="none" spc="0" normalizeH="0" baseline="0" noProof="0">
                <a:ln>
                  <a:noFill/>
                </a:ln>
                <a:solidFill>
                  <a:schemeClr val="tx2"/>
                </a:solidFill>
                <a:effectLst/>
                <a:uLnTx/>
                <a:uFillTx/>
                <a:ea typeface="+mn-ea"/>
                <a:cs typeface="+mn-cs"/>
              </a:rPr>
              <a:t>The chart colors and sequence apply across all businesses. A two-point white line has been added when colors appear next to each other. </a:t>
            </a:r>
            <a:br>
              <a:rPr kumimoji="0" lang="en-US" sz="1300" b="0" i="0" u="none" strike="noStrike" kern="1200" cap="none" spc="0" normalizeH="0" baseline="0" noProof="0">
                <a:ln>
                  <a:noFill/>
                </a:ln>
                <a:solidFill>
                  <a:schemeClr val="tx2"/>
                </a:solidFill>
                <a:effectLst/>
                <a:uLnTx/>
                <a:uFillTx/>
                <a:ea typeface="+mn-ea"/>
                <a:cs typeface="+mn-cs"/>
              </a:rPr>
            </a:br>
            <a:r>
              <a:rPr kumimoji="0" lang="en-US" sz="1300" b="0" i="0" u="none" strike="noStrike" kern="1200" cap="none" spc="0" normalizeH="0" baseline="0" noProof="0">
                <a:ln>
                  <a:noFill/>
                </a:ln>
                <a:solidFill>
                  <a:schemeClr val="tx2"/>
                </a:solidFill>
                <a:effectLst/>
                <a:uLnTx/>
                <a:uFillTx/>
                <a:ea typeface="+mn-ea"/>
                <a:cs typeface="+mn-cs"/>
              </a:rPr>
              <a:t>This makes it easier to distinguish different colors. </a:t>
            </a:r>
          </a:p>
          <a:p>
            <a:pPr marL="0" marR="0" lvl="0" indent="0" algn="l" defTabSz="457200" rtl="0" eaLnBrk="1" fontAlgn="ctr" latinLnBrk="0" hangingPunct="1">
              <a:lnSpc>
                <a:spcPct val="105000"/>
              </a:lnSpc>
              <a:spcBef>
                <a:spcPts val="1200"/>
              </a:spcBef>
              <a:spcAft>
                <a:spcPts val="0"/>
              </a:spcAft>
              <a:buClrTx/>
              <a:buSzTx/>
              <a:buFont typeface="Arial"/>
              <a:buNone/>
              <a:tabLst/>
              <a:defRPr/>
            </a:pPr>
            <a:r>
              <a:rPr kumimoji="0" lang="en-US" sz="1300" b="0" i="0" u="none" strike="noStrike" kern="1200" cap="none" spc="0" normalizeH="0" baseline="0" noProof="0">
                <a:ln>
                  <a:noFill/>
                </a:ln>
                <a:solidFill>
                  <a:schemeClr val="tx2"/>
                </a:solidFill>
                <a:effectLst/>
                <a:uLnTx/>
                <a:uFillTx/>
                <a:ea typeface="+mn-ea"/>
                <a:cs typeface="+mn-cs"/>
              </a:rPr>
              <a:t>A chart add-in tool automatically populates the correct colors </a:t>
            </a:r>
            <a:br>
              <a:rPr kumimoji="0" lang="en-US" sz="1300" b="0" i="0" u="none" strike="noStrike" kern="1200" cap="none" spc="0" normalizeH="0" baseline="0" noProof="0">
                <a:ln>
                  <a:noFill/>
                </a:ln>
                <a:solidFill>
                  <a:schemeClr val="tx2"/>
                </a:solidFill>
                <a:effectLst/>
                <a:uLnTx/>
                <a:uFillTx/>
                <a:ea typeface="+mn-ea"/>
                <a:cs typeface="+mn-cs"/>
              </a:rPr>
            </a:br>
            <a:r>
              <a:rPr kumimoji="0" lang="en-US" sz="1300" b="0" i="0" u="none" strike="noStrike" kern="1200" cap="none" spc="0" normalizeH="0" baseline="0" noProof="0">
                <a:ln>
                  <a:noFill/>
                </a:ln>
                <a:solidFill>
                  <a:schemeClr val="tx2"/>
                </a:solidFill>
                <a:effectLst/>
                <a:uLnTx/>
                <a:uFillTx/>
                <a:ea typeface="+mn-ea"/>
                <a:cs typeface="+mn-cs"/>
              </a:rPr>
              <a:t>and sequence into the charts. </a:t>
            </a:r>
          </a:p>
          <a:p>
            <a:pPr marL="0" marR="0" lvl="0" indent="0" algn="l" defTabSz="457200" rtl="0" eaLnBrk="1" fontAlgn="ctr" latinLnBrk="0" hangingPunct="1">
              <a:lnSpc>
                <a:spcPct val="105000"/>
              </a:lnSpc>
              <a:spcBef>
                <a:spcPts val="1200"/>
              </a:spcBef>
              <a:spcAft>
                <a:spcPts val="0"/>
              </a:spcAft>
              <a:buClrTx/>
              <a:buSzTx/>
              <a:buFont typeface="Arial"/>
              <a:buNone/>
              <a:tabLst/>
              <a:defRPr/>
            </a:pPr>
            <a:r>
              <a:rPr kumimoji="0" lang="en-US" sz="1300" b="0" i="0" u="none" strike="noStrike" kern="1200" cap="none" spc="0" normalizeH="0" baseline="0" noProof="0">
                <a:ln>
                  <a:noFill/>
                </a:ln>
                <a:solidFill>
                  <a:schemeClr val="tx2"/>
                </a:solidFill>
                <a:effectLst/>
                <a:uLnTx/>
                <a:uFillTx/>
                <a:ea typeface="+mn-ea"/>
                <a:cs typeface="+mn-cs"/>
              </a:rPr>
              <a:t>To update previous charts created with the former colors see next page.</a:t>
            </a:r>
          </a:p>
          <a:p>
            <a:pPr marL="0" marR="0" lvl="0" indent="0" algn="l" defTabSz="457200" rtl="0" eaLnBrk="1" fontAlgn="ctr" latinLnBrk="0" hangingPunct="1">
              <a:lnSpc>
                <a:spcPct val="105000"/>
              </a:lnSpc>
              <a:spcBef>
                <a:spcPts val="1200"/>
              </a:spcBef>
              <a:spcAft>
                <a:spcPts val="0"/>
              </a:spcAft>
              <a:buClrTx/>
              <a:buSzTx/>
              <a:buFont typeface="Arial"/>
              <a:buNone/>
              <a:tabLst/>
              <a:defRPr/>
            </a:pPr>
            <a:r>
              <a:rPr kumimoji="0" lang="en-US" sz="1300" b="0" i="0" u="none" strike="noStrike" kern="1200" cap="none" spc="0" normalizeH="0" baseline="0" noProof="0">
                <a:ln>
                  <a:noFill/>
                </a:ln>
                <a:solidFill>
                  <a:schemeClr val="tx2"/>
                </a:solidFill>
                <a:effectLst/>
                <a:uLnTx/>
                <a:uFillTx/>
                <a:ea typeface="+mn-ea"/>
                <a:cs typeface="+mn-cs"/>
              </a:rPr>
              <a:t>The following updated colors are in the correct order and appear in the second row of the custom color palette.</a:t>
            </a:r>
          </a:p>
        </p:txBody>
      </p:sp>
      <p:sp>
        <p:nvSpPr>
          <p:cNvPr id="76" name="Color order">
            <a:extLst>
              <a:ext uri="{FF2B5EF4-FFF2-40B4-BE49-F238E27FC236}">
                <a16:creationId xmlns:a16="http://schemas.microsoft.com/office/drawing/2014/main" id="{8098309D-9465-4EB9-80E3-F6D31A8E328D}"/>
              </a:ext>
            </a:extLst>
          </p:cNvPr>
          <p:cNvSpPr txBox="1"/>
          <p:nvPr/>
        </p:nvSpPr>
        <p:spPr>
          <a:xfrm>
            <a:off x="577100" y="4272146"/>
            <a:ext cx="1098715" cy="238860"/>
          </a:xfrm>
          <a:prstGeom prst="rect">
            <a:avLst/>
          </a:prstGeom>
          <a:noFill/>
        </p:spPr>
        <p:txBody>
          <a:bodyPr wrap="square" lIns="0" tIns="0" rIns="0" bIns="0" rtlCol="0">
            <a:noAutofit/>
          </a:bodyPr>
          <a:lstStyle/>
          <a:p>
            <a:pPr defTabSz="456758" fontAlgn="base">
              <a:spcBef>
                <a:spcPts val="1200"/>
              </a:spcBef>
            </a:pPr>
            <a:r>
              <a:rPr lang="en-US" sz="1200">
                <a:cs typeface="Arial" panose="020B0604020202020204" pitchFamily="34" charset="0"/>
              </a:rPr>
              <a:t>Color order  </a:t>
            </a:r>
          </a:p>
        </p:txBody>
      </p:sp>
      <p:sp>
        <p:nvSpPr>
          <p:cNvPr id="77" name="1">
            <a:extLst>
              <a:ext uri="{FF2B5EF4-FFF2-40B4-BE49-F238E27FC236}">
                <a16:creationId xmlns:a16="http://schemas.microsoft.com/office/drawing/2014/main" id="{5E7B2856-7535-47FB-B32A-0289DD57745A}"/>
              </a:ext>
            </a:extLst>
          </p:cNvPr>
          <p:cNvSpPr txBox="1">
            <a:spLocks/>
          </p:cNvSpPr>
          <p:nvPr/>
        </p:nvSpPr>
        <p:spPr>
          <a:xfrm>
            <a:off x="610514" y="4868818"/>
            <a:ext cx="217124" cy="212850"/>
          </a:xfrm>
          <a:prstGeom prst="rect">
            <a:avLst/>
          </a:prstGeom>
        </p:spPr>
        <p:txBody>
          <a:bodyPr/>
          <a:lstStyle>
            <a:lvl1pPr marL="0" indent="0" algn="l" defTabSz="457200" rtl="0" eaLnBrk="1" latinLnBrk="0" hangingPunct="1">
              <a:spcBef>
                <a:spcPts val="1800"/>
              </a:spcBef>
              <a:buClr>
                <a:schemeClr val="tx1"/>
              </a:buClr>
              <a:buFont typeface="Arial"/>
              <a:buNone/>
              <a:defRPr sz="1800" b="0" kern="1200">
                <a:solidFill>
                  <a:schemeClr val="tx1"/>
                </a:solidFill>
                <a:latin typeface="+mn-lt"/>
                <a:ea typeface="+mn-ea"/>
                <a:cs typeface="+mn-cs"/>
              </a:defRPr>
            </a:lvl1pPr>
            <a:lvl2pPr marL="171450" indent="-171450" algn="l" defTabSz="457200" rtl="0" eaLnBrk="1" latinLnBrk="0" hangingPunct="1">
              <a:spcBef>
                <a:spcPts val="1200"/>
              </a:spcBef>
              <a:buClr>
                <a:schemeClr val="tx1"/>
              </a:buClr>
              <a:buFont typeface="Arial"/>
              <a:buChar char="•"/>
              <a:defRPr sz="1800" kern="1200">
                <a:solidFill>
                  <a:schemeClr val="tx1"/>
                </a:solidFill>
                <a:latin typeface="+mn-lt"/>
                <a:ea typeface="+mn-ea"/>
                <a:cs typeface="+mn-cs"/>
              </a:defRPr>
            </a:lvl2pPr>
            <a:lvl3pPr marL="342900" indent="-171450" algn="l" defTabSz="457200" rtl="0" eaLnBrk="1" latinLnBrk="0" hangingPunct="1">
              <a:spcBef>
                <a:spcPts val="600"/>
              </a:spcBef>
              <a:buClr>
                <a:schemeClr val="tx1"/>
              </a:buClr>
              <a:buFont typeface="CVS Health Sans"/>
              <a:buChar char="–"/>
              <a:defRPr sz="1600" kern="1200">
                <a:solidFill>
                  <a:schemeClr val="tx1"/>
                </a:solidFill>
                <a:latin typeface="+mn-lt"/>
                <a:ea typeface="+mn-ea"/>
                <a:cs typeface="+mn-cs"/>
              </a:defRPr>
            </a:lvl3pPr>
            <a:lvl4pPr marL="514350" indent="-171450" algn="l" defTabSz="457200" rtl="0" eaLnBrk="1" latinLnBrk="0" hangingPunct="1">
              <a:spcBef>
                <a:spcPts val="600"/>
              </a:spcBef>
              <a:buClr>
                <a:schemeClr val="tx1"/>
              </a:buClr>
              <a:buFont typeface="Arial"/>
              <a:buChar char="•"/>
              <a:defRPr sz="1600" kern="1200">
                <a:solidFill>
                  <a:schemeClr val="tx1"/>
                </a:solidFill>
                <a:latin typeface="+mn-lt"/>
                <a:ea typeface="+mn-ea"/>
                <a:cs typeface="+mn-cs"/>
              </a:defRPr>
            </a:lvl4pPr>
            <a:lvl5pPr marL="742950" indent="-228600" algn="l" defTabSz="457200" rtl="0" eaLnBrk="1" latinLnBrk="0" hangingPunct="1">
              <a:spcBef>
                <a:spcPts val="300"/>
              </a:spcBef>
              <a:buClr>
                <a:schemeClr val="tx1"/>
              </a:buClr>
              <a:buFont typeface="Arial" panose="020B0604020202020204" pitchFamily="34" charset="0"/>
              <a:buChar char="–"/>
              <a:defRPr sz="1600" kern="1200">
                <a:solidFill>
                  <a:schemeClr val="tx1"/>
                </a:solidFill>
                <a:latin typeface="+mn-lt"/>
                <a:ea typeface="+mn-ea"/>
                <a:cs typeface="+mn-cs"/>
              </a:defRPr>
            </a:lvl5pPr>
            <a:lvl6pPr marL="571500" indent="0" algn="l" defTabSz="457200" rtl="0" eaLnBrk="1" latinLnBrk="0" hangingPunct="1">
              <a:spcBef>
                <a:spcPct val="20000"/>
              </a:spcBef>
              <a:buFont typeface="Arial"/>
              <a:buNone/>
              <a:defRPr sz="16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ctr">
              <a:spcBef>
                <a:spcPts val="1200"/>
              </a:spcBef>
              <a:buClrTx/>
            </a:pPr>
            <a:r>
              <a:rPr lang="en-US" sz="1050">
                <a:solidFill>
                  <a:schemeClr val="tx2"/>
                </a:solidFill>
              </a:rPr>
              <a:t>1</a:t>
            </a:r>
          </a:p>
        </p:txBody>
      </p:sp>
      <p:sp>
        <p:nvSpPr>
          <p:cNvPr id="78" name="Navy Light" descr="Navy Light.">
            <a:extLst>
              <a:ext uri="{FF2B5EF4-FFF2-40B4-BE49-F238E27FC236}">
                <a16:creationId xmlns:a16="http://schemas.microsoft.com/office/drawing/2014/main" id="{EE85318F-C12D-4A8A-8216-C3E5D0F72FF1}"/>
              </a:ext>
            </a:extLst>
          </p:cNvPr>
          <p:cNvSpPr>
            <a:spLocks noChangeAspect="1"/>
          </p:cNvSpPr>
          <p:nvPr/>
        </p:nvSpPr>
        <p:spPr>
          <a:xfrm>
            <a:off x="557784" y="4528686"/>
            <a:ext cx="322583" cy="322583"/>
          </a:xfrm>
          <a:prstGeom prst="ellipse">
            <a:avLst/>
          </a:prstGeom>
          <a:solidFill>
            <a:srgbClr val="0A4B8C"/>
          </a:solidFill>
          <a:ln w="12700" cmpd="sng">
            <a:no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US" sz="1200" b="1">
              <a:solidFill>
                <a:schemeClr val="tx2"/>
              </a:solidFill>
              <a:cs typeface="Arial" panose="020B0604020202020204" pitchFamily="34" charset="0"/>
            </a:endParaRPr>
          </a:p>
        </p:txBody>
      </p:sp>
      <p:sp>
        <p:nvSpPr>
          <p:cNvPr id="79" name="2">
            <a:extLst>
              <a:ext uri="{FF2B5EF4-FFF2-40B4-BE49-F238E27FC236}">
                <a16:creationId xmlns:a16="http://schemas.microsoft.com/office/drawing/2014/main" id="{673D089A-3157-4B2D-A0B3-9F938666E5F8}"/>
              </a:ext>
            </a:extLst>
          </p:cNvPr>
          <p:cNvSpPr txBox="1">
            <a:spLocks/>
          </p:cNvSpPr>
          <p:nvPr/>
        </p:nvSpPr>
        <p:spPr>
          <a:xfrm>
            <a:off x="1008073" y="4868818"/>
            <a:ext cx="217124" cy="212850"/>
          </a:xfrm>
          <a:prstGeom prst="rect">
            <a:avLst/>
          </a:prstGeom>
        </p:spPr>
        <p:txBody>
          <a:bodyPr/>
          <a:lstStyle>
            <a:lvl1pPr marL="0" indent="0" algn="l" defTabSz="457200" rtl="0" eaLnBrk="1" latinLnBrk="0" hangingPunct="1">
              <a:spcBef>
                <a:spcPts val="1800"/>
              </a:spcBef>
              <a:buClr>
                <a:schemeClr val="tx1"/>
              </a:buClr>
              <a:buFont typeface="Arial"/>
              <a:buNone/>
              <a:defRPr sz="1800" b="0" kern="1200">
                <a:solidFill>
                  <a:schemeClr val="tx1"/>
                </a:solidFill>
                <a:latin typeface="+mn-lt"/>
                <a:ea typeface="+mn-ea"/>
                <a:cs typeface="+mn-cs"/>
              </a:defRPr>
            </a:lvl1pPr>
            <a:lvl2pPr marL="171450" indent="-171450" algn="l" defTabSz="457200" rtl="0" eaLnBrk="1" latinLnBrk="0" hangingPunct="1">
              <a:spcBef>
                <a:spcPts val="1200"/>
              </a:spcBef>
              <a:buClr>
                <a:schemeClr val="tx1"/>
              </a:buClr>
              <a:buFont typeface="Arial"/>
              <a:buChar char="•"/>
              <a:defRPr sz="1800" kern="1200">
                <a:solidFill>
                  <a:schemeClr val="tx1"/>
                </a:solidFill>
                <a:latin typeface="+mn-lt"/>
                <a:ea typeface="+mn-ea"/>
                <a:cs typeface="+mn-cs"/>
              </a:defRPr>
            </a:lvl2pPr>
            <a:lvl3pPr marL="342900" indent="-171450" algn="l" defTabSz="457200" rtl="0" eaLnBrk="1" latinLnBrk="0" hangingPunct="1">
              <a:spcBef>
                <a:spcPts val="600"/>
              </a:spcBef>
              <a:buClr>
                <a:schemeClr val="tx1"/>
              </a:buClr>
              <a:buFont typeface="CVS Health Sans"/>
              <a:buChar char="–"/>
              <a:defRPr sz="1600" kern="1200">
                <a:solidFill>
                  <a:schemeClr val="tx1"/>
                </a:solidFill>
                <a:latin typeface="+mn-lt"/>
                <a:ea typeface="+mn-ea"/>
                <a:cs typeface="+mn-cs"/>
              </a:defRPr>
            </a:lvl3pPr>
            <a:lvl4pPr marL="514350" indent="-171450" algn="l" defTabSz="457200" rtl="0" eaLnBrk="1" latinLnBrk="0" hangingPunct="1">
              <a:spcBef>
                <a:spcPts val="600"/>
              </a:spcBef>
              <a:buClr>
                <a:schemeClr val="tx1"/>
              </a:buClr>
              <a:buFont typeface="Arial"/>
              <a:buChar char="•"/>
              <a:defRPr sz="1600" kern="1200">
                <a:solidFill>
                  <a:schemeClr val="tx1"/>
                </a:solidFill>
                <a:latin typeface="+mn-lt"/>
                <a:ea typeface="+mn-ea"/>
                <a:cs typeface="+mn-cs"/>
              </a:defRPr>
            </a:lvl4pPr>
            <a:lvl5pPr marL="742950" indent="-228600" algn="l" defTabSz="457200" rtl="0" eaLnBrk="1" latinLnBrk="0" hangingPunct="1">
              <a:spcBef>
                <a:spcPts val="300"/>
              </a:spcBef>
              <a:buClr>
                <a:schemeClr val="tx1"/>
              </a:buClr>
              <a:buFont typeface="Arial" panose="020B0604020202020204" pitchFamily="34" charset="0"/>
              <a:buChar char="–"/>
              <a:defRPr sz="1600" kern="1200">
                <a:solidFill>
                  <a:schemeClr val="tx1"/>
                </a:solidFill>
                <a:latin typeface="+mn-lt"/>
                <a:ea typeface="+mn-ea"/>
                <a:cs typeface="+mn-cs"/>
              </a:defRPr>
            </a:lvl5pPr>
            <a:lvl6pPr marL="571500" indent="0" algn="l" defTabSz="457200" rtl="0" eaLnBrk="1" latinLnBrk="0" hangingPunct="1">
              <a:spcBef>
                <a:spcPct val="20000"/>
              </a:spcBef>
              <a:buFont typeface="Arial"/>
              <a:buNone/>
              <a:defRPr sz="16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ctr">
              <a:spcBef>
                <a:spcPts val="1200"/>
              </a:spcBef>
              <a:buClrTx/>
            </a:pPr>
            <a:r>
              <a:rPr lang="en-US" sz="1050">
                <a:solidFill>
                  <a:schemeClr val="tx2"/>
                </a:solidFill>
              </a:rPr>
              <a:t>2</a:t>
            </a:r>
          </a:p>
        </p:txBody>
      </p:sp>
      <p:sp>
        <p:nvSpPr>
          <p:cNvPr id="80" name="PPT Blue Dark" descr="PPT Blue Dark.">
            <a:extLst>
              <a:ext uri="{FF2B5EF4-FFF2-40B4-BE49-F238E27FC236}">
                <a16:creationId xmlns:a16="http://schemas.microsoft.com/office/drawing/2014/main" id="{95CEC4EC-5458-41B6-BE1D-65D717F4875E}"/>
              </a:ext>
            </a:extLst>
          </p:cNvPr>
          <p:cNvSpPr>
            <a:spLocks noChangeAspect="1"/>
          </p:cNvSpPr>
          <p:nvPr/>
        </p:nvSpPr>
        <p:spPr>
          <a:xfrm>
            <a:off x="959882" y="4528686"/>
            <a:ext cx="322583" cy="322583"/>
          </a:xfrm>
          <a:prstGeom prst="ellipse">
            <a:avLst/>
          </a:prstGeom>
          <a:solidFill>
            <a:srgbClr val="267AC0"/>
          </a:solidFill>
          <a:ln w="12700" cmpd="sng">
            <a:no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US" sz="1200" b="1">
              <a:solidFill>
                <a:schemeClr val="tx2"/>
              </a:solidFill>
              <a:cs typeface="Arial" panose="020B0604020202020204" pitchFamily="34" charset="0"/>
            </a:endParaRPr>
          </a:p>
        </p:txBody>
      </p:sp>
      <p:sp>
        <p:nvSpPr>
          <p:cNvPr id="81" name="3">
            <a:extLst>
              <a:ext uri="{FF2B5EF4-FFF2-40B4-BE49-F238E27FC236}">
                <a16:creationId xmlns:a16="http://schemas.microsoft.com/office/drawing/2014/main" id="{8A33CFE1-74E7-4D1F-984E-DA490BAE8BD3}"/>
              </a:ext>
            </a:extLst>
          </p:cNvPr>
          <p:cNvSpPr txBox="1">
            <a:spLocks/>
          </p:cNvSpPr>
          <p:nvPr/>
        </p:nvSpPr>
        <p:spPr>
          <a:xfrm>
            <a:off x="1405632" y="4868818"/>
            <a:ext cx="217124" cy="212850"/>
          </a:xfrm>
          <a:prstGeom prst="rect">
            <a:avLst/>
          </a:prstGeom>
        </p:spPr>
        <p:txBody>
          <a:bodyPr/>
          <a:lstStyle>
            <a:lvl1pPr marL="0" indent="0" algn="l" defTabSz="457200" rtl="0" eaLnBrk="1" latinLnBrk="0" hangingPunct="1">
              <a:spcBef>
                <a:spcPts val="1800"/>
              </a:spcBef>
              <a:buClr>
                <a:schemeClr val="tx1"/>
              </a:buClr>
              <a:buFont typeface="Arial"/>
              <a:buNone/>
              <a:defRPr sz="1800" b="0" kern="1200">
                <a:solidFill>
                  <a:schemeClr val="tx1"/>
                </a:solidFill>
                <a:latin typeface="+mn-lt"/>
                <a:ea typeface="+mn-ea"/>
                <a:cs typeface="+mn-cs"/>
              </a:defRPr>
            </a:lvl1pPr>
            <a:lvl2pPr marL="171450" indent="-171450" algn="l" defTabSz="457200" rtl="0" eaLnBrk="1" latinLnBrk="0" hangingPunct="1">
              <a:spcBef>
                <a:spcPts val="1200"/>
              </a:spcBef>
              <a:buClr>
                <a:schemeClr val="tx1"/>
              </a:buClr>
              <a:buFont typeface="Arial"/>
              <a:buChar char="•"/>
              <a:defRPr sz="1800" kern="1200">
                <a:solidFill>
                  <a:schemeClr val="tx1"/>
                </a:solidFill>
                <a:latin typeface="+mn-lt"/>
                <a:ea typeface="+mn-ea"/>
                <a:cs typeface="+mn-cs"/>
              </a:defRPr>
            </a:lvl2pPr>
            <a:lvl3pPr marL="342900" indent="-171450" algn="l" defTabSz="457200" rtl="0" eaLnBrk="1" latinLnBrk="0" hangingPunct="1">
              <a:spcBef>
                <a:spcPts val="600"/>
              </a:spcBef>
              <a:buClr>
                <a:schemeClr val="tx1"/>
              </a:buClr>
              <a:buFont typeface="CVS Health Sans"/>
              <a:buChar char="–"/>
              <a:defRPr sz="1600" kern="1200">
                <a:solidFill>
                  <a:schemeClr val="tx1"/>
                </a:solidFill>
                <a:latin typeface="+mn-lt"/>
                <a:ea typeface="+mn-ea"/>
                <a:cs typeface="+mn-cs"/>
              </a:defRPr>
            </a:lvl3pPr>
            <a:lvl4pPr marL="514350" indent="-171450" algn="l" defTabSz="457200" rtl="0" eaLnBrk="1" latinLnBrk="0" hangingPunct="1">
              <a:spcBef>
                <a:spcPts val="600"/>
              </a:spcBef>
              <a:buClr>
                <a:schemeClr val="tx1"/>
              </a:buClr>
              <a:buFont typeface="Arial"/>
              <a:buChar char="•"/>
              <a:defRPr sz="1600" kern="1200">
                <a:solidFill>
                  <a:schemeClr val="tx1"/>
                </a:solidFill>
                <a:latin typeface="+mn-lt"/>
                <a:ea typeface="+mn-ea"/>
                <a:cs typeface="+mn-cs"/>
              </a:defRPr>
            </a:lvl4pPr>
            <a:lvl5pPr marL="742950" indent="-228600" algn="l" defTabSz="457200" rtl="0" eaLnBrk="1" latinLnBrk="0" hangingPunct="1">
              <a:spcBef>
                <a:spcPts val="300"/>
              </a:spcBef>
              <a:buClr>
                <a:schemeClr val="tx1"/>
              </a:buClr>
              <a:buFont typeface="Arial" panose="020B0604020202020204" pitchFamily="34" charset="0"/>
              <a:buChar char="–"/>
              <a:defRPr sz="1600" kern="1200">
                <a:solidFill>
                  <a:schemeClr val="tx1"/>
                </a:solidFill>
                <a:latin typeface="+mn-lt"/>
                <a:ea typeface="+mn-ea"/>
                <a:cs typeface="+mn-cs"/>
              </a:defRPr>
            </a:lvl5pPr>
            <a:lvl6pPr marL="571500" indent="0" algn="l" defTabSz="457200" rtl="0" eaLnBrk="1" latinLnBrk="0" hangingPunct="1">
              <a:spcBef>
                <a:spcPct val="20000"/>
              </a:spcBef>
              <a:buFont typeface="Arial"/>
              <a:buNone/>
              <a:defRPr sz="16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ctr">
              <a:spcBef>
                <a:spcPts val="1200"/>
              </a:spcBef>
              <a:buClrTx/>
            </a:pPr>
            <a:r>
              <a:rPr lang="en-US" sz="1050">
                <a:solidFill>
                  <a:schemeClr val="tx2"/>
                </a:solidFill>
              </a:rPr>
              <a:t>3</a:t>
            </a:r>
          </a:p>
        </p:txBody>
      </p:sp>
      <p:sp>
        <p:nvSpPr>
          <p:cNvPr id="82" name="PPT Teal Extradark" descr="PPT Teal Extradark.">
            <a:extLst>
              <a:ext uri="{FF2B5EF4-FFF2-40B4-BE49-F238E27FC236}">
                <a16:creationId xmlns:a16="http://schemas.microsoft.com/office/drawing/2014/main" id="{CB1200EB-11D4-4ECD-A344-019EE3FFF96A}"/>
              </a:ext>
            </a:extLst>
          </p:cNvPr>
          <p:cNvSpPr>
            <a:spLocks noChangeAspect="1"/>
          </p:cNvSpPr>
          <p:nvPr/>
        </p:nvSpPr>
        <p:spPr>
          <a:xfrm>
            <a:off x="1353276" y="4528643"/>
            <a:ext cx="322539" cy="322539"/>
          </a:xfrm>
          <a:prstGeom prst="ellipse">
            <a:avLst/>
          </a:prstGeom>
          <a:solidFill>
            <a:srgbClr val="00787E"/>
          </a:solidFill>
          <a:ln w="12700" cmpd="sng">
            <a:no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US" sz="1200" b="1">
              <a:solidFill>
                <a:schemeClr val="tx2"/>
              </a:solidFill>
              <a:cs typeface="Arial" panose="020B0604020202020204" pitchFamily="34" charset="0"/>
            </a:endParaRPr>
          </a:p>
        </p:txBody>
      </p:sp>
      <p:sp>
        <p:nvSpPr>
          <p:cNvPr id="83" name="4">
            <a:extLst>
              <a:ext uri="{FF2B5EF4-FFF2-40B4-BE49-F238E27FC236}">
                <a16:creationId xmlns:a16="http://schemas.microsoft.com/office/drawing/2014/main" id="{E1F4B187-5002-4FC4-9E0D-FEC733DB53C3}"/>
              </a:ext>
            </a:extLst>
          </p:cNvPr>
          <p:cNvSpPr txBox="1">
            <a:spLocks/>
          </p:cNvSpPr>
          <p:nvPr/>
        </p:nvSpPr>
        <p:spPr>
          <a:xfrm>
            <a:off x="1803190" y="4868818"/>
            <a:ext cx="217124" cy="212850"/>
          </a:xfrm>
          <a:prstGeom prst="rect">
            <a:avLst/>
          </a:prstGeom>
        </p:spPr>
        <p:txBody>
          <a:bodyPr/>
          <a:lstStyle>
            <a:lvl1pPr marL="0" indent="0" algn="l" defTabSz="457200" rtl="0" eaLnBrk="1" latinLnBrk="0" hangingPunct="1">
              <a:spcBef>
                <a:spcPts val="1800"/>
              </a:spcBef>
              <a:buClr>
                <a:schemeClr val="tx1"/>
              </a:buClr>
              <a:buFont typeface="Arial"/>
              <a:buNone/>
              <a:defRPr sz="1800" b="0" kern="1200">
                <a:solidFill>
                  <a:schemeClr val="tx1"/>
                </a:solidFill>
                <a:latin typeface="+mn-lt"/>
                <a:ea typeface="+mn-ea"/>
                <a:cs typeface="+mn-cs"/>
              </a:defRPr>
            </a:lvl1pPr>
            <a:lvl2pPr marL="171450" indent="-171450" algn="l" defTabSz="457200" rtl="0" eaLnBrk="1" latinLnBrk="0" hangingPunct="1">
              <a:spcBef>
                <a:spcPts val="1200"/>
              </a:spcBef>
              <a:buClr>
                <a:schemeClr val="tx1"/>
              </a:buClr>
              <a:buFont typeface="Arial"/>
              <a:buChar char="•"/>
              <a:defRPr sz="1800" kern="1200">
                <a:solidFill>
                  <a:schemeClr val="tx1"/>
                </a:solidFill>
                <a:latin typeface="+mn-lt"/>
                <a:ea typeface="+mn-ea"/>
                <a:cs typeface="+mn-cs"/>
              </a:defRPr>
            </a:lvl2pPr>
            <a:lvl3pPr marL="342900" indent="-171450" algn="l" defTabSz="457200" rtl="0" eaLnBrk="1" latinLnBrk="0" hangingPunct="1">
              <a:spcBef>
                <a:spcPts val="600"/>
              </a:spcBef>
              <a:buClr>
                <a:schemeClr val="tx1"/>
              </a:buClr>
              <a:buFont typeface="CVS Health Sans"/>
              <a:buChar char="–"/>
              <a:defRPr sz="1600" kern="1200">
                <a:solidFill>
                  <a:schemeClr val="tx1"/>
                </a:solidFill>
                <a:latin typeface="+mn-lt"/>
                <a:ea typeface="+mn-ea"/>
                <a:cs typeface="+mn-cs"/>
              </a:defRPr>
            </a:lvl3pPr>
            <a:lvl4pPr marL="514350" indent="-171450" algn="l" defTabSz="457200" rtl="0" eaLnBrk="1" latinLnBrk="0" hangingPunct="1">
              <a:spcBef>
                <a:spcPts val="600"/>
              </a:spcBef>
              <a:buClr>
                <a:schemeClr val="tx1"/>
              </a:buClr>
              <a:buFont typeface="Arial"/>
              <a:buChar char="•"/>
              <a:defRPr sz="1600" kern="1200">
                <a:solidFill>
                  <a:schemeClr val="tx1"/>
                </a:solidFill>
                <a:latin typeface="+mn-lt"/>
                <a:ea typeface="+mn-ea"/>
                <a:cs typeface="+mn-cs"/>
              </a:defRPr>
            </a:lvl4pPr>
            <a:lvl5pPr marL="742950" indent="-228600" algn="l" defTabSz="457200" rtl="0" eaLnBrk="1" latinLnBrk="0" hangingPunct="1">
              <a:spcBef>
                <a:spcPts val="300"/>
              </a:spcBef>
              <a:buClr>
                <a:schemeClr val="tx1"/>
              </a:buClr>
              <a:buFont typeface="Arial" panose="020B0604020202020204" pitchFamily="34" charset="0"/>
              <a:buChar char="–"/>
              <a:defRPr sz="1600" kern="1200">
                <a:solidFill>
                  <a:schemeClr val="tx1"/>
                </a:solidFill>
                <a:latin typeface="+mn-lt"/>
                <a:ea typeface="+mn-ea"/>
                <a:cs typeface="+mn-cs"/>
              </a:defRPr>
            </a:lvl5pPr>
            <a:lvl6pPr marL="571500" indent="0" algn="l" defTabSz="457200" rtl="0" eaLnBrk="1" latinLnBrk="0" hangingPunct="1">
              <a:spcBef>
                <a:spcPct val="20000"/>
              </a:spcBef>
              <a:buFont typeface="Arial"/>
              <a:buNone/>
              <a:defRPr sz="16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ctr">
              <a:spcBef>
                <a:spcPts val="1200"/>
              </a:spcBef>
              <a:buClrTx/>
            </a:pPr>
            <a:r>
              <a:rPr lang="en-US" sz="1050">
                <a:solidFill>
                  <a:schemeClr val="tx2"/>
                </a:solidFill>
              </a:rPr>
              <a:t>4</a:t>
            </a:r>
          </a:p>
        </p:txBody>
      </p:sp>
      <p:sp>
        <p:nvSpPr>
          <p:cNvPr id="84" name="Teal Dark" descr="Teal Dark.">
            <a:extLst>
              <a:ext uri="{FF2B5EF4-FFF2-40B4-BE49-F238E27FC236}">
                <a16:creationId xmlns:a16="http://schemas.microsoft.com/office/drawing/2014/main" id="{3F54292F-98C8-4E53-8B05-0E6D3CC475C1}"/>
              </a:ext>
            </a:extLst>
          </p:cNvPr>
          <p:cNvSpPr>
            <a:spLocks noChangeArrowheads="1"/>
          </p:cNvSpPr>
          <p:nvPr/>
        </p:nvSpPr>
        <p:spPr bwMode="auto">
          <a:xfrm>
            <a:off x="1751027" y="4528643"/>
            <a:ext cx="321449" cy="321449"/>
          </a:xfrm>
          <a:prstGeom prst="ellipse">
            <a:avLst/>
          </a:prstGeom>
          <a:solidFill>
            <a:srgbClr val="00A78E"/>
          </a:solidFill>
          <a:ln>
            <a:noFill/>
          </a:ln>
        </p:spPr>
        <p:txBody>
          <a:bodyPr vert="horz" wrap="none" lIns="91440" tIns="45720" rIns="91440" bIns="45720" numCol="1" anchor="ctr" anchorCtr="0" compatLnSpc="1">
            <a:prstTxWarp prst="textNoShape">
              <a:avLst/>
            </a:prstTxWarp>
          </a:bodyPr>
          <a:lstStyle/>
          <a:p>
            <a:pPr algn="ctr"/>
            <a:endParaRPr lang="en-US" sz="1200" b="1"/>
          </a:p>
        </p:txBody>
      </p:sp>
      <p:sp>
        <p:nvSpPr>
          <p:cNvPr id="85" name="5">
            <a:extLst>
              <a:ext uri="{FF2B5EF4-FFF2-40B4-BE49-F238E27FC236}">
                <a16:creationId xmlns:a16="http://schemas.microsoft.com/office/drawing/2014/main" id="{E17F9DE6-5B71-416F-BF98-28A68923AC51}"/>
              </a:ext>
            </a:extLst>
          </p:cNvPr>
          <p:cNvSpPr txBox="1">
            <a:spLocks/>
          </p:cNvSpPr>
          <p:nvPr/>
        </p:nvSpPr>
        <p:spPr>
          <a:xfrm>
            <a:off x="2202497" y="4868818"/>
            <a:ext cx="217124" cy="212850"/>
          </a:xfrm>
          <a:prstGeom prst="rect">
            <a:avLst/>
          </a:prstGeom>
        </p:spPr>
        <p:txBody>
          <a:bodyPr/>
          <a:lstStyle>
            <a:lvl1pPr marL="0" indent="0" algn="l" defTabSz="457200" rtl="0" eaLnBrk="1" latinLnBrk="0" hangingPunct="1">
              <a:spcBef>
                <a:spcPts val="1800"/>
              </a:spcBef>
              <a:buClr>
                <a:schemeClr val="tx1"/>
              </a:buClr>
              <a:buFont typeface="Arial"/>
              <a:buNone/>
              <a:defRPr sz="1800" b="0" kern="1200">
                <a:solidFill>
                  <a:schemeClr val="tx1"/>
                </a:solidFill>
                <a:latin typeface="+mn-lt"/>
                <a:ea typeface="+mn-ea"/>
                <a:cs typeface="+mn-cs"/>
              </a:defRPr>
            </a:lvl1pPr>
            <a:lvl2pPr marL="171450" indent="-171450" algn="l" defTabSz="457200" rtl="0" eaLnBrk="1" latinLnBrk="0" hangingPunct="1">
              <a:spcBef>
                <a:spcPts val="1200"/>
              </a:spcBef>
              <a:buClr>
                <a:schemeClr val="tx1"/>
              </a:buClr>
              <a:buFont typeface="Arial"/>
              <a:buChar char="•"/>
              <a:defRPr sz="1800" kern="1200">
                <a:solidFill>
                  <a:schemeClr val="tx1"/>
                </a:solidFill>
                <a:latin typeface="+mn-lt"/>
                <a:ea typeface="+mn-ea"/>
                <a:cs typeface="+mn-cs"/>
              </a:defRPr>
            </a:lvl2pPr>
            <a:lvl3pPr marL="342900" indent="-171450" algn="l" defTabSz="457200" rtl="0" eaLnBrk="1" latinLnBrk="0" hangingPunct="1">
              <a:spcBef>
                <a:spcPts val="600"/>
              </a:spcBef>
              <a:buClr>
                <a:schemeClr val="tx1"/>
              </a:buClr>
              <a:buFont typeface="CVS Health Sans"/>
              <a:buChar char="–"/>
              <a:defRPr sz="1600" kern="1200">
                <a:solidFill>
                  <a:schemeClr val="tx1"/>
                </a:solidFill>
                <a:latin typeface="+mn-lt"/>
                <a:ea typeface="+mn-ea"/>
                <a:cs typeface="+mn-cs"/>
              </a:defRPr>
            </a:lvl3pPr>
            <a:lvl4pPr marL="514350" indent="-171450" algn="l" defTabSz="457200" rtl="0" eaLnBrk="1" latinLnBrk="0" hangingPunct="1">
              <a:spcBef>
                <a:spcPts val="600"/>
              </a:spcBef>
              <a:buClr>
                <a:schemeClr val="tx1"/>
              </a:buClr>
              <a:buFont typeface="Arial"/>
              <a:buChar char="•"/>
              <a:defRPr sz="1600" kern="1200">
                <a:solidFill>
                  <a:schemeClr val="tx1"/>
                </a:solidFill>
                <a:latin typeface="+mn-lt"/>
                <a:ea typeface="+mn-ea"/>
                <a:cs typeface="+mn-cs"/>
              </a:defRPr>
            </a:lvl4pPr>
            <a:lvl5pPr marL="742950" indent="-228600" algn="l" defTabSz="457200" rtl="0" eaLnBrk="1" latinLnBrk="0" hangingPunct="1">
              <a:spcBef>
                <a:spcPts val="300"/>
              </a:spcBef>
              <a:buClr>
                <a:schemeClr val="tx1"/>
              </a:buClr>
              <a:buFont typeface="Arial" panose="020B0604020202020204" pitchFamily="34" charset="0"/>
              <a:buChar char="–"/>
              <a:defRPr sz="1600" kern="1200">
                <a:solidFill>
                  <a:schemeClr val="tx1"/>
                </a:solidFill>
                <a:latin typeface="+mn-lt"/>
                <a:ea typeface="+mn-ea"/>
                <a:cs typeface="+mn-cs"/>
              </a:defRPr>
            </a:lvl5pPr>
            <a:lvl6pPr marL="571500" indent="0" algn="l" defTabSz="457200" rtl="0" eaLnBrk="1" latinLnBrk="0" hangingPunct="1">
              <a:spcBef>
                <a:spcPct val="20000"/>
              </a:spcBef>
              <a:buFont typeface="Arial"/>
              <a:buNone/>
              <a:defRPr sz="16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ctr">
              <a:spcBef>
                <a:spcPts val="1200"/>
              </a:spcBef>
              <a:buClrTx/>
            </a:pPr>
            <a:r>
              <a:rPr lang="en-US" sz="1050">
                <a:solidFill>
                  <a:schemeClr val="tx2"/>
                </a:solidFill>
              </a:rPr>
              <a:t>5</a:t>
            </a:r>
          </a:p>
        </p:txBody>
      </p:sp>
      <p:sp>
        <p:nvSpPr>
          <p:cNvPr id="86" name="PPT Gray Dark" descr="PPT Gray Dark.">
            <a:extLst>
              <a:ext uri="{FF2B5EF4-FFF2-40B4-BE49-F238E27FC236}">
                <a16:creationId xmlns:a16="http://schemas.microsoft.com/office/drawing/2014/main" id="{E1EAB38F-793F-4507-BC5F-F6ADD6620828}"/>
              </a:ext>
            </a:extLst>
          </p:cNvPr>
          <p:cNvSpPr>
            <a:spLocks noChangeAspect="1"/>
          </p:cNvSpPr>
          <p:nvPr/>
        </p:nvSpPr>
        <p:spPr>
          <a:xfrm>
            <a:off x="2149617" y="4528686"/>
            <a:ext cx="322583" cy="322583"/>
          </a:xfrm>
          <a:prstGeom prst="ellipse">
            <a:avLst/>
          </a:prstGeom>
          <a:solidFill>
            <a:srgbClr val="646464"/>
          </a:solidFill>
          <a:ln w="12700" cmpd="sng">
            <a:no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US" sz="1200" b="1">
              <a:solidFill>
                <a:schemeClr val="tx2"/>
              </a:solidFill>
              <a:cs typeface="Arial" panose="020B0604020202020204" pitchFamily="34" charset="0"/>
            </a:endParaRPr>
          </a:p>
        </p:txBody>
      </p:sp>
      <p:sp>
        <p:nvSpPr>
          <p:cNvPr id="87" name="6">
            <a:extLst>
              <a:ext uri="{FF2B5EF4-FFF2-40B4-BE49-F238E27FC236}">
                <a16:creationId xmlns:a16="http://schemas.microsoft.com/office/drawing/2014/main" id="{EA863108-EF5B-47C6-9478-84A2AC088CE1}"/>
              </a:ext>
            </a:extLst>
          </p:cNvPr>
          <p:cNvSpPr txBox="1">
            <a:spLocks/>
          </p:cNvSpPr>
          <p:nvPr/>
        </p:nvSpPr>
        <p:spPr>
          <a:xfrm>
            <a:off x="2558597" y="4868818"/>
            <a:ext cx="322582" cy="212850"/>
          </a:xfrm>
          <a:prstGeom prst="rect">
            <a:avLst/>
          </a:prstGeom>
        </p:spPr>
        <p:txBody>
          <a:bodyPr/>
          <a:lstStyle>
            <a:lvl1pPr marL="0" indent="0" algn="l" defTabSz="457200" rtl="0" eaLnBrk="1" latinLnBrk="0" hangingPunct="1">
              <a:spcBef>
                <a:spcPts val="1800"/>
              </a:spcBef>
              <a:buClr>
                <a:schemeClr val="tx1"/>
              </a:buClr>
              <a:buFont typeface="Arial"/>
              <a:buNone/>
              <a:defRPr sz="1800" b="0" kern="1200">
                <a:solidFill>
                  <a:schemeClr val="tx1"/>
                </a:solidFill>
                <a:latin typeface="+mn-lt"/>
                <a:ea typeface="+mn-ea"/>
                <a:cs typeface="+mn-cs"/>
              </a:defRPr>
            </a:lvl1pPr>
            <a:lvl2pPr marL="171450" indent="-171450" algn="l" defTabSz="457200" rtl="0" eaLnBrk="1" latinLnBrk="0" hangingPunct="1">
              <a:spcBef>
                <a:spcPts val="1200"/>
              </a:spcBef>
              <a:buClr>
                <a:schemeClr val="tx1"/>
              </a:buClr>
              <a:buFont typeface="Arial"/>
              <a:buChar char="•"/>
              <a:defRPr sz="1800" kern="1200">
                <a:solidFill>
                  <a:schemeClr val="tx1"/>
                </a:solidFill>
                <a:latin typeface="+mn-lt"/>
                <a:ea typeface="+mn-ea"/>
                <a:cs typeface="+mn-cs"/>
              </a:defRPr>
            </a:lvl2pPr>
            <a:lvl3pPr marL="342900" indent="-171450" algn="l" defTabSz="457200" rtl="0" eaLnBrk="1" latinLnBrk="0" hangingPunct="1">
              <a:spcBef>
                <a:spcPts val="600"/>
              </a:spcBef>
              <a:buClr>
                <a:schemeClr val="tx1"/>
              </a:buClr>
              <a:buFont typeface="CVS Health Sans"/>
              <a:buChar char="–"/>
              <a:defRPr sz="1600" kern="1200">
                <a:solidFill>
                  <a:schemeClr val="tx1"/>
                </a:solidFill>
                <a:latin typeface="+mn-lt"/>
                <a:ea typeface="+mn-ea"/>
                <a:cs typeface="+mn-cs"/>
              </a:defRPr>
            </a:lvl3pPr>
            <a:lvl4pPr marL="514350" indent="-171450" algn="l" defTabSz="457200" rtl="0" eaLnBrk="1" latinLnBrk="0" hangingPunct="1">
              <a:spcBef>
                <a:spcPts val="600"/>
              </a:spcBef>
              <a:buClr>
                <a:schemeClr val="tx1"/>
              </a:buClr>
              <a:buFont typeface="Arial"/>
              <a:buChar char="•"/>
              <a:defRPr sz="1600" kern="1200">
                <a:solidFill>
                  <a:schemeClr val="tx1"/>
                </a:solidFill>
                <a:latin typeface="+mn-lt"/>
                <a:ea typeface="+mn-ea"/>
                <a:cs typeface="+mn-cs"/>
              </a:defRPr>
            </a:lvl4pPr>
            <a:lvl5pPr marL="742950" indent="-228600" algn="l" defTabSz="457200" rtl="0" eaLnBrk="1" latinLnBrk="0" hangingPunct="1">
              <a:spcBef>
                <a:spcPts val="300"/>
              </a:spcBef>
              <a:buClr>
                <a:schemeClr val="tx1"/>
              </a:buClr>
              <a:buFont typeface="Arial" panose="020B0604020202020204" pitchFamily="34" charset="0"/>
              <a:buChar char="–"/>
              <a:defRPr sz="1600" kern="1200">
                <a:solidFill>
                  <a:schemeClr val="tx1"/>
                </a:solidFill>
                <a:latin typeface="+mn-lt"/>
                <a:ea typeface="+mn-ea"/>
                <a:cs typeface="+mn-cs"/>
              </a:defRPr>
            </a:lvl5pPr>
            <a:lvl6pPr marL="571500" indent="0" algn="l" defTabSz="457200" rtl="0" eaLnBrk="1" latinLnBrk="0" hangingPunct="1">
              <a:spcBef>
                <a:spcPct val="20000"/>
              </a:spcBef>
              <a:buFont typeface="Arial"/>
              <a:buNone/>
              <a:defRPr sz="16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ctr">
              <a:spcBef>
                <a:spcPts val="1200"/>
              </a:spcBef>
              <a:buClrTx/>
            </a:pPr>
            <a:r>
              <a:rPr lang="en-US" sz="1050">
                <a:solidFill>
                  <a:schemeClr val="tx2"/>
                </a:solidFill>
              </a:rPr>
              <a:t>6</a:t>
            </a:r>
          </a:p>
        </p:txBody>
      </p:sp>
      <p:sp>
        <p:nvSpPr>
          <p:cNvPr id="88" name="PPT Gray Medium" descr="PPT Gray Medium.">
            <a:extLst>
              <a:ext uri="{FF2B5EF4-FFF2-40B4-BE49-F238E27FC236}">
                <a16:creationId xmlns:a16="http://schemas.microsoft.com/office/drawing/2014/main" id="{A3139A84-3655-42D6-9B04-F884AA95B84D}"/>
              </a:ext>
            </a:extLst>
          </p:cNvPr>
          <p:cNvSpPr>
            <a:spLocks noChangeAspect="1"/>
          </p:cNvSpPr>
          <p:nvPr/>
        </p:nvSpPr>
        <p:spPr>
          <a:xfrm>
            <a:off x="2548590" y="4528686"/>
            <a:ext cx="322583" cy="322583"/>
          </a:xfrm>
          <a:prstGeom prst="ellipse">
            <a:avLst/>
          </a:prstGeom>
          <a:solidFill>
            <a:srgbClr val="868686"/>
          </a:solidFill>
          <a:ln w="12700" cmpd="sng">
            <a:no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US" sz="1200" b="1">
              <a:solidFill>
                <a:schemeClr val="tx2"/>
              </a:solidFill>
              <a:cs typeface="Arial" panose="020B0604020202020204" pitchFamily="34" charset="0"/>
            </a:endParaRPr>
          </a:p>
        </p:txBody>
      </p:sp>
      <p:sp>
        <p:nvSpPr>
          <p:cNvPr id="89" name="7">
            <a:extLst>
              <a:ext uri="{FF2B5EF4-FFF2-40B4-BE49-F238E27FC236}">
                <a16:creationId xmlns:a16="http://schemas.microsoft.com/office/drawing/2014/main" id="{55FB4181-7E1E-4BE1-8DA7-3B743AACE10B}"/>
              </a:ext>
            </a:extLst>
          </p:cNvPr>
          <p:cNvSpPr txBox="1">
            <a:spLocks/>
          </p:cNvSpPr>
          <p:nvPr/>
        </p:nvSpPr>
        <p:spPr>
          <a:xfrm>
            <a:off x="2927800" y="4868818"/>
            <a:ext cx="322539" cy="212850"/>
          </a:xfrm>
          <a:prstGeom prst="rect">
            <a:avLst/>
          </a:prstGeom>
        </p:spPr>
        <p:txBody>
          <a:bodyPr/>
          <a:lstStyle>
            <a:lvl1pPr marL="0" indent="0" algn="l" defTabSz="457200" rtl="0" eaLnBrk="1" latinLnBrk="0" hangingPunct="1">
              <a:spcBef>
                <a:spcPts val="1800"/>
              </a:spcBef>
              <a:buClr>
                <a:schemeClr val="tx1"/>
              </a:buClr>
              <a:buFont typeface="Arial"/>
              <a:buNone/>
              <a:defRPr sz="1800" b="0" kern="1200">
                <a:solidFill>
                  <a:schemeClr val="tx1"/>
                </a:solidFill>
                <a:latin typeface="+mn-lt"/>
                <a:ea typeface="+mn-ea"/>
                <a:cs typeface="+mn-cs"/>
              </a:defRPr>
            </a:lvl1pPr>
            <a:lvl2pPr marL="171450" indent="-171450" algn="l" defTabSz="457200" rtl="0" eaLnBrk="1" latinLnBrk="0" hangingPunct="1">
              <a:spcBef>
                <a:spcPts val="1200"/>
              </a:spcBef>
              <a:buClr>
                <a:schemeClr val="tx1"/>
              </a:buClr>
              <a:buFont typeface="Arial"/>
              <a:buChar char="•"/>
              <a:defRPr sz="1800" kern="1200">
                <a:solidFill>
                  <a:schemeClr val="tx1"/>
                </a:solidFill>
                <a:latin typeface="+mn-lt"/>
                <a:ea typeface="+mn-ea"/>
                <a:cs typeface="+mn-cs"/>
              </a:defRPr>
            </a:lvl2pPr>
            <a:lvl3pPr marL="342900" indent="-171450" algn="l" defTabSz="457200" rtl="0" eaLnBrk="1" latinLnBrk="0" hangingPunct="1">
              <a:spcBef>
                <a:spcPts val="600"/>
              </a:spcBef>
              <a:buClr>
                <a:schemeClr val="tx1"/>
              </a:buClr>
              <a:buFont typeface="CVS Health Sans"/>
              <a:buChar char="–"/>
              <a:defRPr sz="1600" kern="1200">
                <a:solidFill>
                  <a:schemeClr val="tx1"/>
                </a:solidFill>
                <a:latin typeface="+mn-lt"/>
                <a:ea typeface="+mn-ea"/>
                <a:cs typeface="+mn-cs"/>
              </a:defRPr>
            </a:lvl3pPr>
            <a:lvl4pPr marL="514350" indent="-171450" algn="l" defTabSz="457200" rtl="0" eaLnBrk="1" latinLnBrk="0" hangingPunct="1">
              <a:spcBef>
                <a:spcPts val="600"/>
              </a:spcBef>
              <a:buClr>
                <a:schemeClr val="tx1"/>
              </a:buClr>
              <a:buFont typeface="Arial"/>
              <a:buChar char="•"/>
              <a:defRPr sz="1600" kern="1200">
                <a:solidFill>
                  <a:schemeClr val="tx1"/>
                </a:solidFill>
                <a:latin typeface="+mn-lt"/>
                <a:ea typeface="+mn-ea"/>
                <a:cs typeface="+mn-cs"/>
              </a:defRPr>
            </a:lvl4pPr>
            <a:lvl5pPr marL="742950" indent="-228600" algn="l" defTabSz="457200" rtl="0" eaLnBrk="1" latinLnBrk="0" hangingPunct="1">
              <a:spcBef>
                <a:spcPts val="300"/>
              </a:spcBef>
              <a:buClr>
                <a:schemeClr val="tx1"/>
              </a:buClr>
              <a:buFont typeface="Arial" panose="020B0604020202020204" pitchFamily="34" charset="0"/>
              <a:buChar char="–"/>
              <a:defRPr sz="1600" kern="1200">
                <a:solidFill>
                  <a:schemeClr val="tx1"/>
                </a:solidFill>
                <a:latin typeface="+mn-lt"/>
                <a:ea typeface="+mn-ea"/>
                <a:cs typeface="+mn-cs"/>
              </a:defRPr>
            </a:lvl5pPr>
            <a:lvl6pPr marL="571500" indent="0" algn="l" defTabSz="457200" rtl="0" eaLnBrk="1" latinLnBrk="0" hangingPunct="1">
              <a:spcBef>
                <a:spcPct val="20000"/>
              </a:spcBef>
              <a:buFont typeface="Arial"/>
              <a:buNone/>
              <a:defRPr sz="16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ctr">
              <a:spcBef>
                <a:spcPts val="1200"/>
              </a:spcBef>
              <a:buClrTx/>
            </a:pPr>
            <a:r>
              <a:rPr lang="en-US" sz="1050">
                <a:solidFill>
                  <a:schemeClr val="tx2"/>
                </a:solidFill>
              </a:rPr>
              <a:t>7</a:t>
            </a:r>
          </a:p>
        </p:txBody>
      </p:sp>
      <p:sp>
        <p:nvSpPr>
          <p:cNvPr id="90" name="PPT Green Extradark" descr="PPT Green Extradark.">
            <a:extLst>
              <a:ext uri="{FF2B5EF4-FFF2-40B4-BE49-F238E27FC236}">
                <a16:creationId xmlns:a16="http://schemas.microsoft.com/office/drawing/2014/main" id="{5AE19565-6095-4708-BF5D-950973175F3F}"/>
              </a:ext>
            </a:extLst>
          </p:cNvPr>
          <p:cNvSpPr>
            <a:spLocks noChangeAspect="1"/>
          </p:cNvSpPr>
          <p:nvPr/>
        </p:nvSpPr>
        <p:spPr>
          <a:xfrm>
            <a:off x="2943190" y="4528643"/>
            <a:ext cx="322539" cy="322539"/>
          </a:xfrm>
          <a:prstGeom prst="ellipse">
            <a:avLst/>
          </a:prstGeom>
          <a:solidFill>
            <a:srgbClr val="487A10"/>
          </a:solidFill>
          <a:ln w="12700" cmpd="sng">
            <a:no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US" sz="1200" b="1">
              <a:solidFill>
                <a:schemeClr val="tx2"/>
              </a:solidFill>
              <a:cs typeface="Arial" panose="020B0604020202020204" pitchFamily="34" charset="0"/>
            </a:endParaRPr>
          </a:p>
        </p:txBody>
      </p:sp>
      <p:sp>
        <p:nvSpPr>
          <p:cNvPr id="91" name="8">
            <a:extLst>
              <a:ext uri="{FF2B5EF4-FFF2-40B4-BE49-F238E27FC236}">
                <a16:creationId xmlns:a16="http://schemas.microsoft.com/office/drawing/2014/main" id="{A035AFE9-6CEB-4216-B77D-9ECEE7D2D9F0}"/>
              </a:ext>
            </a:extLst>
          </p:cNvPr>
          <p:cNvSpPr txBox="1">
            <a:spLocks/>
          </p:cNvSpPr>
          <p:nvPr/>
        </p:nvSpPr>
        <p:spPr>
          <a:xfrm>
            <a:off x="3395173" y="4868818"/>
            <a:ext cx="217124" cy="212850"/>
          </a:xfrm>
          <a:prstGeom prst="rect">
            <a:avLst/>
          </a:prstGeom>
        </p:spPr>
        <p:txBody>
          <a:bodyPr/>
          <a:lstStyle>
            <a:lvl1pPr marL="0" indent="0" algn="l" defTabSz="457200" rtl="0" eaLnBrk="1" latinLnBrk="0" hangingPunct="1">
              <a:spcBef>
                <a:spcPts val="1800"/>
              </a:spcBef>
              <a:buClr>
                <a:schemeClr val="tx1"/>
              </a:buClr>
              <a:buFont typeface="Arial"/>
              <a:buNone/>
              <a:defRPr sz="1800" b="0" kern="1200">
                <a:solidFill>
                  <a:schemeClr val="tx1"/>
                </a:solidFill>
                <a:latin typeface="+mn-lt"/>
                <a:ea typeface="+mn-ea"/>
                <a:cs typeface="+mn-cs"/>
              </a:defRPr>
            </a:lvl1pPr>
            <a:lvl2pPr marL="171450" indent="-171450" algn="l" defTabSz="457200" rtl="0" eaLnBrk="1" latinLnBrk="0" hangingPunct="1">
              <a:spcBef>
                <a:spcPts val="1200"/>
              </a:spcBef>
              <a:buClr>
                <a:schemeClr val="tx1"/>
              </a:buClr>
              <a:buFont typeface="Arial"/>
              <a:buChar char="•"/>
              <a:defRPr sz="1800" kern="1200">
                <a:solidFill>
                  <a:schemeClr val="tx1"/>
                </a:solidFill>
                <a:latin typeface="+mn-lt"/>
                <a:ea typeface="+mn-ea"/>
                <a:cs typeface="+mn-cs"/>
              </a:defRPr>
            </a:lvl2pPr>
            <a:lvl3pPr marL="342900" indent="-171450" algn="l" defTabSz="457200" rtl="0" eaLnBrk="1" latinLnBrk="0" hangingPunct="1">
              <a:spcBef>
                <a:spcPts val="600"/>
              </a:spcBef>
              <a:buClr>
                <a:schemeClr val="tx1"/>
              </a:buClr>
              <a:buFont typeface="CVS Health Sans"/>
              <a:buChar char="–"/>
              <a:defRPr sz="1600" kern="1200">
                <a:solidFill>
                  <a:schemeClr val="tx1"/>
                </a:solidFill>
                <a:latin typeface="+mn-lt"/>
                <a:ea typeface="+mn-ea"/>
                <a:cs typeface="+mn-cs"/>
              </a:defRPr>
            </a:lvl3pPr>
            <a:lvl4pPr marL="514350" indent="-171450" algn="l" defTabSz="457200" rtl="0" eaLnBrk="1" latinLnBrk="0" hangingPunct="1">
              <a:spcBef>
                <a:spcPts val="600"/>
              </a:spcBef>
              <a:buClr>
                <a:schemeClr val="tx1"/>
              </a:buClr>
              <a:buFont typeface="Arial"/>
              <a:buChar char="•"/>
              <a:defRPr sz="1600" kern="1200">
                <a:solidFill>
                  <a:schemeClr val="tx1"/>
                </a:solidFill>
                <a:latin typeface="+mn-lt"/>
                <a:ea typeface="+mn-ea"/>
                <a:cs typeface="+mn-cs"/>
              </a:defRPr>
            </a:lvl4pPr>
            <a:lvl5pPr marL="742950" indent="-228600" algn="l" defTabSz="457200" rtl="0" eaLnBrk="1" latinLnBrk="0" hangingPunct="1">
              <a:spcBef>
                <a:spcPts val="300"/>
              </a:spcBef>
              <a:buClr>
                <a:schemeClr val="tx1"/>
              </a:buClr>
              <a:buFont typeface="Arial" panose="020B0604020202020204" pitchFamily="34" charset="0"/>
              <a:buChar char="–"/>
              <a:defRPr sz="1600" kern="1200">
                <a:solidFill>
                  <a:schemeClr val="tx1"/>
                </a:solidFill>
                <a:latin typeface="+mn-lt"/>
                <a:ea typeface="+mn-ea"/>
                <a:cs typeface="+mn-cs"/>
              </a:defRPr>
            </a:lvl5pPr>
            <a:lvl6pPr marL="571500" indent="0" algn="l" defTabSz="457200" rtl="0" eaLnBrk="1" latinLnBrk="0" hangingPunct="1">
              <a:spcBef>
                <a:spcPct val="20000"/>
              </a:spcBef>
              <a:buFont typeface="Arial"/>
              <a:buNone/>
              <a:defRPr sz="16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ctr">
              <a:spcBef>
                <a:spcPts val="1200"/>
              </a:spcBef>
              <a:buClrTx/>
            </a:pPr>
            <a:r>
              <a:rPr lang="en-US" sz="1050">
                <a:solidFill>
                  <a:schemeClr val="tx2"/>
                </a:solidFill>
              </a:rPr>
              <a:t>8</a:t>
            </a:r>
          </a:p>
        </p:txBody>
      </p:sp>
      <p:sp>
        <p:nvSpPr>
          <p:cNvPr id="92" name="Green Dark" descr="Green Dark.">
            <a:extLst>
              <a:ext uri="{FF2B5EF4-FFF2-40B4-BE49-F238E27FC236}">
                <a16:creationId xmlns:a16="http://schemas.microsoft.com/office/drawing/2014/main" id="{2803F4FB-78FD-4173-A475-EC7E3907F2ED}"/>
              </a:ext>
            </a:extLst>
          </p:cNvPr>
          <p:cNvSpPr>
            <a:spLocks noChangeAspect="1"/>
          </p:cNvSpPr>
          <p:nvPr/>
        </p:nvSpPr>
        <p:spPr>
          <a:xfrm>
            <a:off x="3340942" y="4528643"/>
            <a:ext cx="322539" cy="322539"/>
          </a:xfrm>
          <a:prstGeom prst="ellipse">
            <a:avLst/>
          </a:prstGeom>
          <a:solidFill>
            <a:srgbClr val="61A51C"/>
          </a:solidFill>
          <a:ln w="12700" cmpd="sng">
            <a:no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US" sz="1200" b="1">
              <a:solidFill>
                <a:schemeClr val="tx2"/>
              </a:solidFill>
              <a:cs typeface="Arial" panose="020B0604020202020204" pitchFamily="34" charset="0"/>
            </a:endParaRPr>
          </a:p>
        </p:txBody>
      </p:sp>
      <p:sp>
        <p:nvSpPr>
          <p:cNvPr id="93" name="9">
            <a:extLst>
              <a:ext uri="{FF2B5EF4-FFF2-40B4-BE49-F238E27FC236}">
                <a16:creationId xmlns:a16="http://schemas.microsoft.com/office/drawing/2014/main" id="{EB9DD46B-A6C7-4642-8EB0-4A4B69349FD6}"/>
              </a:ext>
            </a:extLst>
          </p:cNvPr>
          <p:cNvSpPr txBox="1">
            <a:spLocks/>
          </p:cNvSpPr>
          <p:nvPr/>
        </p:nvSpPr>
        <p:spPr>
          <a:xfrm>
            <a:off x="3742060" y="4868818"/>
            <a:ext cx="322582" cy="212850"/>
          </a:xfrm>
          <a:prstGeom prst="rect">
            <a:avLst/>
          </a:prstGeom>
        </p:spPr>
        <p:txBody>
          <a:bodyPr/>
          <a:lstStyle>
            <a:lvl1pPr marL="0" indent="0" algn="l" defTabSz="457200" rtl="0" eaLnBrk="1" latinLnBrk="0" hangingPunct="1">
              <a:spcBef>
                <a:spcPts val="1800"/>
              </a:spcBef>
              <a:buClr>
                <a:schemeClr val="tx1"/>
              </a:buClr>
              <a:buFont typeface="Arial"/>
              <a:buNone/>
              <a:defRPr sz="1800" b="0" kern="1200">
                <a:solidFill>
                  <a:schemeClr val="tx1"/>
                </a:solidFill>
                <a:latin typeface="+mn-lt"/>
                <a:ea typeface="+mn-ea"/>
                <a:cs typeface="+mn-cs"/>
              </a:defRPr>
            </a:lvl1pPr>
            <a:lvl2pPr marL="171450" indent="-171450" algn="l" defTabSz="457200" rtl="0" eaLnBrk="1" latinLnBrk="0" hangingPunct="1">
              <a:spcBef>
                <a:spcPts val="1200"/>
              </a:spcBef>
              <a:buClr>
                <a:schemeClr val="tx1"/>
              </a:buClr>
              <a:buFont typeface="Arial"/>
              <a:buChar char="•"/>
              <a:defRPr sz="1800" kern="1200">
                <a:solidFill>
                  <a:schemeClr val="tx1"/>
                </a:solidFill>
                <a:latin typeface="+mn-lt"/>
                <a:ea typeface="+mn-ea"/>
                <a:cs typeface="+mn-cs"/>
              </a:defRPr>
            </a:lvl2pPr>
            <a:lvl3pPr marL="342900" indent="-171450" algn="l" defTabSz="457200" rtl="0" eaLnBrk="1" latinLnBrk="0" hangingPunct="1">
              <a:spcBef>
                <a:spcPts val="600"/>
              </a:spcBef>
              <a:buClr>
                <a:schemeClr val="tx1"/>
              </a:buClr>
              <a:buFont typeface="CVS Health Sans"/>
              <a:buChar char="–"/>
              <a:defRPr sz="1600" kern="1200">
                <a:solidFill>
                  <a:schemeClr val="tx1"/>
                </a:solidFill>
                <a:latin typeface="+mn-lt"/>
                <a:ea typeface="+mn-ea"/>
                <a:cs typeface="+mn-cs"/>
              </a:defRPr>
            </a:lvl3pPr>
            <a:lvl4pPr marL="514350" indent="-171450" algn="l" defTabSz="457200" rtl="0" eaLnBrk="1" latinLnBrk="0" hangingPunct="1">
              <a:spcBef>
                <a:spcPts val="600"/>
              </a:spcBef>
              <a:buClr>
                <a:schemeClr val="tx1"/>
              </a:buClr>
              <a:buFont typeface="Arial"/>
              <a:buChar char="•"/>
              <a:defRPr sz="1600" kern="1200">
                <a:solidFill>
                  <a:schemeClr val="tx1"/>
                </a:solidFill>
                <a:latin typeface="+mn-lt"/>
                <a:ea typeface="+mn-ea"/>
                <a:cs typeface="+mn-cs"/>
              </a:defRPr>
            </a:lvl4pPr>
            <a:lvl5pPr marL="742950" indent="-228600" algn="l" defTabSz="457200" rtl="0" eaLnBrk="1" latinLnBrk="0" hangingPunct="1">
              <a:spcBef>
                <a:spcPts val="300"/>
              </a:spcBef>
              <a:buClr>
                <a:schemeClr val="tx1"/>
              </a:buClr>
              <a:buFont typeface="Arial" panose="020B0604020202020204" pitchFamily="34" charset="0"/>
              <a:buChar char="–"/>
              <a:defRPr sz="1600" kern="1200">
                <a:solidFill>
                  <a:schemeClr val="tx1"/>
                </a:solidFill>
                <a:latin typeface="+mn-lt"/>
                <a:ea typeface="+mn-ea"/>
                <a:cs typeface="+mn-cs"/>
              </a:defRPr>
            </a:lvl5pPr>
            <a:lvl6pPr marL="571500" indent="0" algn="l" defTabSz="457200" rtl="0" eaLnBrk="1" latinLnBrk="0" hangingPunct="1">
              <a:spcBef>
                <a:spcPct val="20000"/>
              </a:spcBef>
              <a:buFont typeface="Arial"/>
              <a:buNone/>
              <a:defRPr sz="16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ctr">
              <a:spcBef>
                <a:spcPts val="1200"/>
              </a:spcBef>
              <a:buClrTx/>
            </a:pPr>
            <a:r>
              <a:rPr lang="en-US" sz="1050">
                <a:solidFill>
                  <a:schemeClr val="tx2"/>
                </a:solidFill>
              </a:rPr>
              <a:t>9</a:t>
            </a:r>
          </a:p>
        </p:txBody>
      </p:sp>
      <p:sp>
        <p:nvSpPr>
          <p:cNvPr id="94" name="PPT Orange Extradark" descr="PPT Orange Extradark.">
            <a:extLst>
              <a:ext uri="{FF2B5EF4-FFF2-40B4-BE49-F238E27FC236}">
                <a16:creationId xmlns:a16="http://schemas.microsoft.com/office/drawing/2014/main" id="{1FA938D9-17E1-43E2-98B4-1EC4814B7AC9}"/>
              </a:ext>
            </a:extLst>
          </p:cNvPr>
          <p:cNvSpPr>
            <a:spLocks noChangeArrowheads="1"/>
          </p:cNvSpPr>
          <p:nvPr/>
        </p:nvSpPr>
        <p:spPr bwMode="auto">
          <a:xfrm>
            <a:off x="3740715" y="4528686"/>
            <a:ext cx="321493" cy="321493"/>
          </a:xfrm>
          <a:prstGeom prst="ellipse">
            <a:avLst/>
          </a:prstGeom>
          <a:solidFill>
            <a:srgbClr val="CE430C"/>
          </a:solidFill>
          <a:ln>
            <a:noFill/>
          </a:ln>
        </p:spPr>
        <p:txBody>
          <a:bodyPr vert="horz" wrap="none" lIns="91440" tIns="45720" rIns="91440" bIns="45720" numCol="1" anchor="ctr" anchorCtr="0" compatLnSpc="1">
            <a:prstTxWarp prst="textNoShape">
              <a:avLst/>
            </a:prstTxWarp>
          </a:bodyPr>
          <a:lstStyle/>
          <a:p>
            <a:pPr algn="ctr"/>
            <a:endParaRPr lang="en-US" sz="1200" b="1">
              <a:cs typeface="Arial" panose="020B0604020202020204" pitchFamily="34" charset="0"/>
            </a:endParaRPr>
          </a:p>
        </p:txBody>
      </p:sp>
      <p:sp>
        <p:nvSpPr>
          <p:cNvPr id="95" name="10">
            <a:extLst>
              <a:ext uri="{FF2B5EF4-FFF2-40B4-BE49-F238E27FC236}">
                <a16:creationId xmlns:a16="http://schemas.microsoft.com/office/drawing/2014/main" id="{0E7A4715-33B1-4ED5-8692-A0F5FDA4E4E5}"/>
              </a:ext>
            </a:extLst>
          </p:cNvPr>
          <p:cNvSpPr txBox="1">
            <a:spLocks/>
          </p:cNvSpPr>
          <p:nvPr/>
        </p:nvSpPr>
        <p:spPr>
          <a:xfrm>
            <a:off x="4115192" y="4868818"/>
            <a:ext cx="365487" cy="212850"/>
          </a:xfrm>
          <a:prstGeom prst="rect">
            <a:avLst/>
          </a:prstGeom>
        </p:spPr>
        <p:txBody>
          <a:bodyPr/>
          <a:lstStyle>
            <a:lvl1pPr marL="0" indent="0" algn="l" defTabSz="457200" rtl="0" eaLnBrk="1" latinLnBrk="0" hangingPunct="1">
              <a:spcBef>
                <a:spcPts val="1800"/>
              </a:spcBef>
              <a:buClr>
                <a:schemeClr val="tx1"/>
              </a:buClr>
              <a:buFont typeface="Arial"/>
              <a:buNone/>
              <a:defRPr sz="1800" b="0" kern="1200">
                <a:solidFill>
                  <a:schemeClr val="tx1"/>
                </a:solidFill>
                <a:latin typeface="+mn-lt"/>
                <a:ea typeface="+mn-ea"/>
                <a:cs typeface="+mn-cs"/>
              </a:defRPr>
            </a:lvl1pPr>
            <a:lvl2pPr marL="171450" indent="-171450" algn="l" defTabSz="457200" rtl="0" eaLnBrk="1" latinLnBrk="0" hangingPunct="1">
              <a:spcBef>
                <a:spcPts val="1200"/>
              </a:spcBef>
              <a:buClr>
                <a:schemeClr val="tx1"/>
              </a:buClr>
              <a:buFont typeface="Arial"/>
              <a:buChar char="•"/>
              <a:defRPr sz="1800" kern="1200">
                <a:solidFill>
                  <a:schemeClr val="tx1"/>
                </a:solidFill>
                <a:latin typeface="+mn-lt"/>
                <a:ea typeface="+mn-ea"/>
                <a:cs typeface="+mn-cs"/>
              </a:defRPr>
            </a:lvl2pPr>
            <a:lvl3pPr marL="342900" indent="-171450" algn="l" defTabSz="457200" rtl="0" eaLnBrk="1" latinLnBrk="0" hangingPunct="1">
              <a:spcBef>
                <a:spcPts val="600"/>
              </a:spcBef>
              <a:buClr>
                <a:schemeClr val="tx1"/>
              </a:buClr>
              <a:buFont typeface="CVS Health Sans"/>
              <a:buChar char="–"/>
              <a:defRPr sz="1600" kern="1200">
                <a:solidFill>
                  <a:schemeClr val="tx1"/>
                </a:solidFill>
                <a:latin typeface="+mn-lt"/>
                <a:ea typeface="+mn-ea"/>
                <a:cs typeface="+mn-cs"/>
              </a:defRPr>
            </a:lvl3pPr>
            <a:lvl4pPr marL="514350" indent="-171450" algn="l" defTabSz="457200" rtl="0" eaLnBrk="1" latinLnBrk="0" hangingPunct="1">
              <a:spcBef>
                <a:spcPts val="600"/>
              </a:spcBef>
              <a:buClr>
                <a:schemeClr val="tx1"/>
              </a:buClr>
              <a:buFont typeface="Arial"/>
              <a:buChar char="•"/>
              <a:defRPr sz="1600" kern="1200">
                <a:solidFill>
                  <a:schemeClr val="tx1"/>
                </a:solidFill>
                <a:latin typeface="+mn-lt"/>
                <a:ea typeface="+mn-ea"/>
                <a:cs typeface="+mn-cs"/>
              </a:defRPr>
            </a:lvl4pPr>
            <a:lvl5pPr marL="742950" indent="-228600" algn="l" defTabSz="457200" rtl="0" eaLnBrk="1" latinLnBrk="0" hangingPunct="1">
              <a:spcBef>
                <a:spcPts val="300"/>
              </a:spcBef>
              <a:buClr>
                <a:schemeClr val="tx1"/>
              </a:buClr>
              <a:buFont typeface="Arial" panose="020B0604020202020204" pitchFamily="34" charset="0"/>
              <a:buChar char="–"/>
              <a:defRPr sz="1600" kern="1200">
                <a:solidFill>
                  <a:schemeClr val="tx1"/>
                </a:solidFill>
                <a:latin typeface="+mn-lt"/>
                <a:ea typeface="+mn-ea"/>
                <a:cs typeface="+mn-cs"/>
              </a:defRPr>
            </a:lvl5pPr>
            <a:lvl6pPr marL="571500" indent="0" algn="l" defTabSz="457200" rtl="0" eaLnBrk="1" latinLnBrk="0" hangingPunct="1">
              <a:spcBef>
                <a:spcPct val="20000"/>
              </a:spcBef>
              <a:buFont typeface="Arial"/>
              <a:buNone/>
              <a:defRPr sz="16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ctr">
              <a:spcBef>
                <a:spcPts val="1200"/>
              </a:spcBef>
              <a:buClrTx/>
            </a:pPr>
            <a:r>
              <a:rPr lang="en-US" sz="1050">
                <a:solidFill>
                  <a:schemeClr val="tx2"/>
                </a:solidFill>
              </a:rPr>
              <a:t>10</a:t>
            </a:r>
          </a:p>
        </p:txBody>
      </p:sp>
      <p:sp>
        <p:nvSpPr>
          <p:cNvPr id="96" name="Orange Dark" descr="Orange Dark.">
            <a:extLst>
              <a:ext uri="{FF2B5EF4-FFF2-40B4-BE49-F238E27FC236}">
                <a16:creationId xmlns:a16="http://schemas.microsoft.com/office/drawing/2014/main" id="{60DCD926-BF88-4DDF-A3E3-80D1FEB225E7}"/>
              </a:ext>
            </a:extLst>
          </p:cNvPr>
          <p:cNvSpPr>
            <a:spLocks noChangeAspect="1"/>
          </p:cNvSpPr>
          <p:nvPr/>
        </p:nvSpPr>
        <p:spPr>
          <a:xfrm>
            <a:off x="4136644" y="4528686"/>
            <a:ext cx="322583" cy="322583"/>
          </a:xfrm>
          <a:prstGeom prst="ellipse">
            <a:avLst/>
          </a:prstGeom>
          <a:solidFill>
            <a:srgbClr val="F4642A"/>
          </a:solidFill>
          <a:ln w="12700" cmpd="sng">
            <a:no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US" sz="1200" b="1">
              <a:solidFill>
                <a:schemeClr val="tx2"/>
              </a:solidFill>
              <a:cs typeface="Arial" panose="020B0604020202020204" pitchFamily="34" charset="0"/>
            </a:endParaRPr>
          </a:p>
        </p:txBody>
      </p:sp>
      <p:sp>
        <p:nvSpPr>
          <p:cNvPr id="97" name="11">
            <a:extLst>
              <a:ext uri="{FF2B5EF4-FFF2-40B4-BE49-F238E27FC236}">
                <a16:creationId xmlns:a16="http://schemas.microsoft.com/office/drawing/2014/main" id="{88F8D397-6951-4EC8-BC1B-9431874234E7}"/>
              </a:ext>
            </a:extLst>
          </p:cNvPr>
          <p:cNvSpPr txBox="1">
            <a:spLocks/>
          </p:cNvSpPr>
          <p:nvPr/>
        </p:nvSpPr>
        <p:spPr>
          <a:xfrm>
            <a:off x="4534449" y="4868818"/>
            <a:ext cx="322582" cy="212850"/>
          </a:xfrm>
          <a:prstGeom prst="rect">
            <a:avLst/>
          </a:prstGeom>
        </p:spPr>
        <p:txBody>
          <a:bodyPr/>
          <a:lstStyle>
            <a:lvl1pPr marL="0" indent="0" algn="l" defTabSz="457200" rtl="0" eaLnBrk="1" latinLnBrk="0" hangingPunct="1">
              <a:spcBef>
                <a:spcPts val="1800"/>
              </a:spcBef>
              <a:buClr>
                <a:schemeClr val="tx1"/>
              </a:buClr>
              <a:buFont typeface="Arial"/>
              <a:buNone/>
              <a:defRPr sz="1800" b="0" kern="1200">
                <a:solidFill>
                  <a:schemeClr val="tx1"/>
                </a:solidFill>
                <a:latin typeface="+mn-lt"/>
                <a:ea typeface="+mn-ea"/>
                <a:cs typeface="+mn-cs"/>
              </a:defRPr>
            </a:lvl1pPr>
            <a:lvl2pPr marL="171450" indent="-171450" algn="l" defTabSz="457200" rtl="0" eaLnBrk="1" latinLnBrk="0" hangingPunct="1">
              <a:spcBef>
                <a:spcPts val="1200"/>
              </a:spcBef>
              <a:buClr>
                <a:schemeClr val="tx1"/>
              </a:buClr>
              <a:buFont typeface="Arial"/>
              <a:buChar char="•"/>
              <a:defRPr sz="1800" kern="1200">
                <a:solidFill>
                  <a:schemeClr val="tx1"/>
                </a:solidFill>
                <a:latin typeface="+mn-lt"/>
                <a:ea typeface="+mn-ea"/>
                <a:cs typeface="+mn-cs"/>
              </a:defRPr>
            </a:lvl2pPr>
            <a:lvl3pPr marL="342900" indent="-171450" algn="l" defTabSz="457200" rtl="0" eaLnBrk="1" latinLnBrk="0" hangingPunct="1">
              <a:spcBef>
                <a:spcPts val="600"/>
              </a:spcBef>
              <a:buClr>
                <a:schemeClr val="tx1"/>
              </a:buClr>
              <a:buFont typeface="CVS Health Sans"/>
              <a:buChar char="–"/>
              <a:defRPr sz="1600" kern="1200">
                <a:solidFill>
                  <a:schemeClr val="tx1"/>
                </a:solidFill>
                <a:latin typeface="+mn-lt"/>
                <a:ea typeface="+mn-ea"/>
                <a:cs typeface="+mn-cs"/>
              </a:defRPr>
            </a:lvl3pPr>
            <a:lvl4pPr marL="514350" indent="-171450" algn="l" defTabSz="457200" rtl="0" eaLnBrk="1" latinLnBrk="0" hangingPunct="1">
              <a:spcBef>
                <a:spcPts val="600"/>
              </a:spcBef>
              <a:buClr>
                <a:schemeClr val="tx1"/>
              </a:buClr>
              <a:buFont typeface="Arial"/>
              <a:buChar char="•"/>
              <a:defRPr sz="1600" kern="1200">
                <a:solidFill>
                  <a:schemeClr val="tx1"/>
                </a:solidFill>
                <a:latin typeface="+mn-lt"/>
                <a:ea typeface="+mn-ea"/>
                <a:cs typeface="+mn-cs"/>
              </a:defRPr>
            </a:lvl4pPr>
            <a:lvl5pPr marL="742950" indent="-228600" algn="l" defTabSz="457200" rtl="0" eaLnBrk="1" latinLnBrk="0" hangingPunct="1">
              <a:spcBef>
                <a:spcPts val="300"/>
              </a:spcBef>
              <a:buClr>
                <a:schemeClr val="tx1"/>
              </a:buClr>
              <a:buFont typeface="Arial" panose="020B0604020202020204" pitchFamily="34" charset="0"/>
              <a:buChar char="–"/>
              <a:defRPr sz="1600" kern="1200">
                <a:solidFill>
                  <a:schemeClr val="tx1"/>
                </a:solidFill>
                <a:latin typeface="+mn-lt"/>
                <a:ea typeface="+mn-ea"/>
                <a:cs typeface="+mn-cs"/>
              </a:defRPr>
            </a:lvl5pPr>
            <a:lvl6pPr marL="571500" indent="0" algn="l" defTabSz="457200" rtl="0" eaLnBrk="1" latinLnBrk="0" hangingPunct="1">
              <a:spcBef>
                <a:spcPct val="20000"/>
              </a:spcBef>
              <a:buFont typeface="Arial"/>
              <a:buNone/>
              <a:defRPr sz="16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ctr">
              <a:spcBef>
                <a:spcPts val="1200"/>
              </a:spcBef>
              <a:buClrTx/>
            </a:pPr>
            <a:r>
              <a:rPr lang="en-US" sz="1050">
                <a:solidFill>
                  <a:schemeClr val="tx2"/>
                </a:solidFill>
              </a:rPr>
              <a:t>11</a:t>
            </a:r>
          </a:p>
        </p:txBody>
      </p:sp>
      <p:sp>
        <p:nvSpPr>
          <p:cNvPr id="98" name="Navy" descr="Navy.">
            <a:extLst>
              <a:ext uri="{FF2B5EF4-FFF2-40B4-BE49-F238E27FC236}">
                <a16:creationId xmlns:a16="http://schemas.microsoft.com/office/drawing/2014/main" id="{A7EDE349-63FA-480C-84F1-DB4E9E5F11C1}"/>
              </a:ext>
            </a:extLst>
          </p:cNvPr>
          <p:cNvSpPr>
            <a:spLocks noChangeAspect="1"/>
          </p:cNvSpPr>
          <p:nvPr/>
        </p:nvSpPr>
        <p:spPr>
          <a:xfrm>
            <a:off x="4534449" y="4528686"/>
            <a:ext cx="322583" cy="322583"/>
          </a:xfrm>
          <a:prstGeom prst="ellipse">
            <a:avLst/>
          </a:prstGeom>
          <a:solidFill>
            <a:srgbClr val="0B315E"/>
          </a:solidFill>
          <a:ln w="12700" cmpd="sng">
            <a:no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US" sz="1200" b="1">
              <a:solidFill>
                <a:schemeClr val="tx2"/>
              </a:solidFill>
              <a:cs typeface="Arial" panose="020B0604020202020204" pitchFamily="34" charset="0"/>
            </a:endParaRPr>
          </a:p>
        </p:txBody>
      </p:sp>
      <p:sp>
        <p:nvSpPr>
          <p:cNvPr id="99" name="12">
            <a:extLst>
              <a:ext uri="{FF2B5EF4-FFF2-40B4-BE49-F238E27FC236}">
                <a16:creationId xmlns:a16="http://schemas.microsoft.com/office/drawing/2014/main" id="{1635161A-8AC9-44C5-92E3-3A06DB3CF6F8}"/>
              </a:ext>
            </a:extLst>
          </p:cNvPr>
          <p:cNvSpPr txBox="1">
            <a:spLocks/>
          </p:cNvSpPr>
          <p:nvPr/>
        </p:nvSpPr>
        <p:spPr>
          <a:xfrm>
            <a:off x="4910801" y="4868818"/>
            <a:ext cx="376350" cy="212850"/>
          </a:xfrm>
          <a:prstGeom prst="rect">
            <a:avLst/>
          </a:prstGeom>
        </p:spPr>
        <p:txBody>
          <a:bodyPr/>
          <a:lstStyle>
            <a:lvl1pPr marL="0" indent="0" algn="l" defTabSz="457200" rtl="0" eaLnBrk="1" latinLnBrk="0" hangingPunct="1">
              <a:spcBef>
                <a:spcPts val="1800"/>
              </a:spcBef>
              <a:buClr>
                <a:schemeClr val="tx1"/>
              </a:buClr>
              <a:buFont typeface="Arial"/>
              <a:buNone/>
              <a:defRPr sz="1800" b="0" kern="1200">
                <a:solidFill>
                  <a:schemeClr val="tx1"/>
                </a:solidFill>
                <a:latin typeface="+mn-lt"/>
                <a:ea typeface="+mn-ea"/>
                <a:cs typeface="+mn-cs"/>
              </a:defRPr>
            </a:lvl1pPr>
            <a:lvl2pPr marL="171450" indent="-171450" algn="l" defTabSz="457200" rtl="0" eaLnBrk="1" latinLnBrk="0" hangingPunct="1">
              <a:spcBef>
                <a:spcPts val="1200"/>
              </a:spcBef>
              <a:buClr>
                <a:schemeClr val="tx1"/>
              </a:buClr>
              <a:buFont typeface="Arial"/>
              <a:buChar char="•"/>
              <a:defRPr sz="1800" kern="1200">
                <a:solidFill>
                  <a:schemeClr val="tx1"/>
                </a:solidFill>
                <a:latin typeface="+mn-lt"/>
                <a:ea typeface="+mn-ea"/>
                <a:cs typeface="+mn-cs"/>
              </a:defRPr>
            </a:lvl2pPr>
            <a:lvl3pPr marL="342900" indent="-171450" algn="l" defTabSz="457200" rtl="0" eaLnBrk="1" latinLnBrk="0" hangingPunct="1">
              <a:spcBef>
                <a:spcPts val="600"/>
              </a:spcBef>
              <a:buClr>
                <a:schemeClr val="tx1"/>
              </a:buClr>
              <a:buFont typeface="CVS Health Sans"/>
              <a:buChar char="–"/>
              <a:defRPr sz="1600" kern="1200">
                <a:solidFill>
                  <a:schemeClr val="tx1"/>
                </a:solidFill>
                <a:latin typeface="+mn-lt"/>
                <a:ea typeface="+mn-ea"/>
                <a:cs typeface="+mn-cs"/>
              </a:defRPr>
            </a:lvl3pPr>
            <a:lvl4pPr marL="514350" indent="-171450" algn="l" defTabSz="457200" rtl="0" eaLnBrk="1" latinLnBrk="0" hangingPunct="1">
              <a:spcBef>
                <a:spcPts val="600"/>
              </a:spcBef>
              <a:buClr>
                <a:schemeClr val="tx1"/>
              </a:buClr>
              <a:buFont typeface="Arial"/>
              <a:buChar char="•"/>
              <a:defRPr sz="1600" kern="1200">
                <a:solidFill>
                  <a:schemeClr val="tx1"/>
                </a:solidFill>
                <a:latin typeface="+mn-lt"/>
                <a:ea typeface="+mn-ea"/>
                <a:cs typeface="+mn-cs"/>
              </a:defRPr>
            </a:lvl4pPr>
            <a:lvl5pPr marL="742950" indent="-228600" algn="l" defTabSz="457200" rtl="0" eaLnBrk="1" latinLnBrk="0" hangingPunct="1">
              <a:spcBef>
                <a:spcPts val="300"/>
              </a:spcBef>
              <a:buClr>
                <a:schemeClr val="tx1"/>
              </a:buClr>
              <a:buFont typeface="Arial" panose="020B0604020202020204" pitchFamily="34" charset="0"/>
              <a:buChar char="–"/>
              <a:defRPr sz="1600" kern="1200">
                <a:solidFill>
                  <a:schemeClr val="tx1"/>
                </a:solidFill>
                <a:latin typeface="+mn-lt"/>
                <a:ea typeface="+mn-ea"/>
                <a:cs typeface="+mn-cs"/>
              </a:defRPr>
            </a:lvl5pPr>
            <a:lvl6pPr marL="571500" indent="0" algn="l" defTabSz="457200" rtl="0" eaLnBrk="1" latinLnBrk="0" hangingPunct="1">
              <a:spcBef>
                <a:spcPct val="20000"/>
              </a:spcBef>
              <a:buFont typeface="Arial"/>
              <a:buNone/>
              <a:defRPr sz="16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ctr">
              <a:spcBef>
                <a:spcPts val="1200"/>
              </a:spcBef>
              <a:buClrTx/>
            </a:pPr>
            <a:r>
              <a:rPr lang="en-US" sz="1050">
                <a:solidFill>
                  <a:schemeClr val="tx2"/>
                </a:solidFill>
              </a:rPr>
              <a:t>12</a:t>
            </a:r>
          </a:p>
        </p:txBody>
      </p:sp>
      <p:sp>
        <p:nvSpPr>
          <p:cNvPr id="100" name="PPT Teal Ultradark" descr="PPT Teal Ultradark.">
            <a:extLst>
              <a:ext uri="{FF2B5EF4-FFF2-40B4-BE49-F238E27FC236}">
                <a16:creationId xmlns:a16="http://schemas.microsoft.com/office/drawing/2014/main" id="{C71BD279-DAE6-4DB7-9176-0D8F37E4A963}"/>
              </a:ext>
            </a:extLst>
          </p:cNvPr>
          <p:cNvSpPr>
            <a:spLocks noChangeAspect="1"/>
          </p:cNvSpPr>
          <p:nvPr/>
        </p:nvSpPr>
        <p:spPr>
          <a:xfrm>
            <a:off x="4932255" y="4528686"/>
            <a:ext cx="322583" cy="322583"/>
          </a:xfrm>
          <a:prstGeom prst="ellipse">
            <a:avLst/>
          </a:prstGeom>
          <a:solidFill>
            <a:srgbClr val="00585E"/>
          </a:solidFill>
          <a:ln w="12700" cmpd="sng">
            <a:no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US" sz="1200" b="1">
              <a:solidFill>
                <a:schemeClr val="tx2"/>
              </a:solidFill>
              <a:cs typeface="Arial" panose="020B0604020202020204" pitchFamily="34" charset="0"/>
            </a:endParaRPr>
          </a:p>
        </p:txBody>
      </p:sp>
      <p:sp>
        <p:nvSpPr>
          <p:cNvPr id="101" name="13">
            <a:extLst>
              <a:ext uri="{FF2B5EF4-FFF2-40B4-BE49-F238E27FC236}">
                <a16:creationId xmlns:a16="http://schemas.microsoft.com/office/drawing/2014/main" id="{B9C43E42-4456-4C1D-889C-3B0B31628448}"/>
              </a:ext>
            </a:extLst>
          </p:cNvPr>
          <p:cNvSpPr txBox="1">
            <a:spLocks/>
          </p:cNvSpPr>
          <p:nvPr/>
        </p:nvSpPr>
        <p:spPr>
          <a:xfrm>
            <a:off x="5306470" y="4868818"/>
            <a:ext cx="376350" cy="212850"/>
          </a:xfrm>
          <a:prstGeom prst="rect">
            <a:avLst/>
          </a:prstGeom>
        </p:spPr>
        <p:txBody>
          <a:bodyPr/>
          <a:lstStyle>
            <a:lvl1pPr marL="0" indent="0" algn="l" defTabSz="457200" rtl="0" eaLnBrk="1" latinLnBrk="0" hangingPunct="1">
              <a:spcBef>
                <a:spcPts val="1800"/>
              </a:spcBef>
              <a:buClr>
                <a:schemeClr val="tx1"/>
              </a:buClr>
              <a:buFont typeface="Arial"/>
              <a:buNone/>
              <a:defRPr sz="1800" b="0" kern="1200">
                <a:solidFill>
                  <a:schemeClr val="tx1"/>
                </a:solidFill>
                <a:latin typeface="+mn-lt"/>
                <a:ea typeface="+mn-ea"/>
                <a:cs typeface="+mn-cs"/>
              </a:defRPr>
            </a:lvl1pPr>
            <a:lvl2pPr marL="171450" indent="-171450" algn="l" defTabSz="457200" rtl="0" eaLnBrk="1" latinLnBrk="0" hangingPunct="1">
              <a:spcBef>
                <a:spcPts val="1200"/>
              </a:spcBef>
              <a:buClr>
                <a:schemeClr val="tx1"/>
              </a:buClr>
              <a:buFont typeface="Arial"/>
              <a:buChar char="•"/>
              <a:defRPr sz="1800" kern="1200">
                <a:solidFill>
                  <a:schemeClr val="tx1"/>
                </a:solidFill>
                <a:latin typeface="+mn-lt"/>
                <a:ea typeface="+mn-ea"/>
                <a:cs typeface="+mn-cs"/>
              </a:defRPr>
            </a:lvl2pPr>
            <a:lvl3pPr marL="342900" indent="-171450" algn="l" defTabSz="457200" rtl="0" eaLnBrk="1" latinLnBrk="0" hangingPunct="1">
              <a:spcBef>
                <a:spcPts val="600"/>
              </a:spcBef>
              <a:buClr>
                <a:schemeClr val="tx1"/>
              </a:buClr>
              <a:buFont typeface="CVS Health Sans"/>
              <a:buChar char="–"/>
              <a:defRPr sz="1600" kern="1200">
                <a:solidFill>
                  <a:schemeClr val="tx1"/>
                </a:solidFill>
                <a:latin typeface="+mn-lt"/>
                <a:ea typeface="+mn-ea"/>
                <a:cs typeface="+mn-cs"/>
              </a:defRPr>
            </a:lvl3pPr>
            <a:lvl4pPr marL="514350" indent="-171450" algn="l" defTabSz="457200" rtl="0" eaLnBrk="1" latinLnBrk="0" hangingPunct="1">
              <a:spcBef>
                <a:spcPts val="600"/>
              </a:spcBef>
              <a:buClr>
                <a:schemeClr val="tx1"/>
              </a:buClr>
              <a:buFont typeface="Arial"/>
              <a:buChar char="•"/>
              <a:defRPr sz="1600" kern="1200">
                <a:solidFill>
                  <a:schemeClr val="tx1"/>
                </a:solidFill>
                <a:latin typeface="+mn-lt"/>
                <a:ea typeface="+mn-ea"/>
                <a:cs typeface="+mn-cs"/>
              </a:defRPr>
            </a:lvl4pPr>
            <a:lvl5pPr marL="742950" indent="-228600" algn="l" defTabSz="457200" rtl="0" eaLnBrk="1" latinLnBrk="0" hangingPunct="1">
              <a:spcBef>
                <a:spcPts val="300"/>
              </a:spcBef>
              <a:buClr>
                <a:schemeClr val="tx1"/>
              </a:buClr>
              <a:buFont typeface="Arial" panose="020B0604020202020204" pitchFamily="34" charset="0"/>
              <a:buChar char="–"/>
              <a:defRPr sz="1600" kern="1200">
                <a:solidFill>
                  <a:schemeClr val="tx1"/>
                </a:solidFill>
                <a:latin typeface="+mn-lt"/>
                <a:ea typeface="+mn-ea"/>
                <a:cs typeface="+mn-cs"/>
              </a:defRPr>
            </a:lvl5pPr>
            <a:lvl6pPr marL="571500" indent="0" algn="l" defTabSz="457200" rtl="0" eaLnBrk="1" latinLnBrk="0" hangingPunct="1">
              <a:spcBef>
                <a:spcPct val="20000"/>
              </a:spcBef>
              <a:buFont typeface="Arial"/>
              <a:buNone/>
              <a:defRPr sz="16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ctr">
              <a:spcBef>
                <a:spcPts val="1200"/>
              </a:spcBef>
              <a:buClrTx/>
            </a:pPr>
            <a:r>
              <a:rPr lang="en-US" sz="1050">
                <a:solidFill>
                  <a:schemeClr val="tx2"/>
                </a:solidFill>
              </a:rPr>
              <a:t>13</a:t>
            </a:r>
          </a:p>
        </p:txBody>
      </p:sp>
      <p:sp>
        <p:nvSpPr>
          <p:cNvPr id="102" name="PPT Text Gray" descr="PPT Text Gray.">
            <a:extLst>
              <a:ext uri="{FF2B5EF4-FFF2-40B4-BE49-F238E27FC236}">
                <a16:creationId xmlns:a16="http://schemas.microsoft.com/office/drawing/2014/main" id="{96074B63-0AD2-4BAF-B62E-5659DE8FD90A}"/>
              </a:ext>
            </a:extLst>
          </p:cNvPr>
          <p:cNvSpPr>
            <a:spLocks noChangeArrowheads="1"/>
          </p:cNvSpPr>
          <p:nvPr/>
        </p:nvSpPr>
        <p:spPr bwMode="auto">
          <a:xfrm>
            <a:off x="5328606" y="4528643"/>
            <a:ext cx="321449" cy="321449"/>
          </a:xfrm>
          <a:prstGeom prst="ellipse">
            <a:avLst/>
          </a:prstGeom>
          <a:solidFill>
            <a:srgbClr val="3F3F3F"/>
          </a:solidFill>
          <a:ln>
            <a:noFill/>
          </a:ln>
        </p:spPr>
        <p:txBody>
          <a:bodyPr vert="horz" wrap="none" lIns="91440" tIns="45720" rIns="91440" bIns="45720" numCol="1" anchor="ctr" anchorCtr="0" compatLnSpc="1">
            <a:prstTxWarp prst="textNoShape">
              <a:avLst/>
            </a:prstTxWarp>
          </a:bodyPr>
          <a:lstStyle/>
          <a:p>
            <a:pPr algn="ctr"/>
            <a:endParaRPr lang="en-US" sz="1200" b="1">
              <a:cs typeface="Arial" panose="020B0604020202020204" pitchFamily="34" charset="0"/>
            </a:endParaRPr>
          </a:p>
        </p:txBody>
      </p:sp>
      <p:sp>
        <p:nvSpPr>
          <p:cNvPr id="103" name="14">
            <a:extLst>
              <a:ext uri="{FF2B5EF4-FFF2-40B4-BE49-F238E27FC236}">
                <a16:creationId xmlns:a16="http://schemas.microsoft.com/office/drawing/2014/main" id="{855D261D-3022-4648-AC36-BFFFFE8AAE77}"/>
              </a:ext>
            </a:extLst>
          </p:cNvPr>
          <p:cNvSpPr txBox="1">
            <a:spLocks/>
          </p:cNvSpPr>
          <p:nvPr/>
        </p:nvSpPr>
        <p:spPr>
          <a:xfrm>
            <a:off x="5696132" y="4868818"/>
            <a:ext cx="376350" cy="212850"/>
          </a:xfrm>
          <a:prstGeom prst="rect">
            <a:avLst/>
          </a:prstGeom>
        </p:spPr>
        <p:txBody>
          <a:bodyPr/>
          <a:lstStyle>
            <a:lvl1pPr marL="0" indent="0" algn="l" defTabSz="457200" rtl="0" eaLnBrk="1" latinLnBrk="0" hangingPunct="1">
              <a:spcBef>
                <a:spcPts val="1800"/>
              </a:spcBef>
              <a:buClr>
                <a:schemeClr val="tx1"/>
              </a:buClr>
              <a:buFont typeface="Arial"/>
              <a:buNone/>
              <a:defRPr sz="1800" b="0" kern="1200">
                <a:solidFill>
                  <a:schemeClr val="tx1"/>
                </a:solidFill>
                <a:latin typeface="+mn-lt"/>
                <a:ea typeface="+mn-ea"/>
                <a:cs typeface="+mn-cs"/>
              </a:defRPr>
            </a:lvl1pPr>
            <a:lvl2pPr marL="171450" indent="-171450" algn="l" defTabSz="457200" rtl="0" eaLnBrk="1" latinLnBrk="0" hangingPunct="1">
              <a:spcBef>
                <a:spcPts val="1200"/>
              </a:spcBef>
              <a:buClr>
                <a:schemeClr val="tx1"/>
              </a:buClr>
              <a:buFont typeface="Arial"/>
              <a:buChar char="•"/>
              <a:defRPr sz="1800" kern="1200">
                <a:solidFill>
                  <a:schemeClr val="tx1"/>
                </a:solidFill>
                <a:latin typeface="+mn-lt"/>
                <a:ea typeface="+mn-ea"/>
                <a:cs typeface="+mn-cs"/>
              </a:defRPr>
            </a:lvl2pPr>
            <a:lvl3pPr marL="342900" indent="-171450" algn="l" defTabSz="457200" rtl="0" eaLnBrk="1" latinLnBrk="0" hangingPunct="1">
              <a:spcBef>
                <a:spcPts val="600"/>
              </a:spcBef>
              <a:buClr>
                <a:schemeClr val="tx1"/>
              </a:buClr>
              <a:buFont typeface="CVS Health Sans"/>
              <a:buChar char="–"/>
              <a:defRPr sz="1600" kern="1200">
                <a:solidFill>
                  <a:schemeClr val="tx1"/>
                </a:solidFill>
                <a:latin typeface="+mn-lt"/>
                <a:ea typeface="+mn-ea"/>
                <a:cs typeface="+mn-cs"/>
              </a:defRPr>
            </a:lvl3pPr>
            <a:lvl4pPr marL="514350" indent="-171450" algn="l" defTabSz="457200" rtl="0" eaLnBrk="1" latinLnBrk="0" hangingPunct="1">
              <a:spcBef>
                <a:spcPts val="600"/>
              </a:spcBef>
              <a:buClr>
                <a:schemeClr val="tx1"/>
              </a:buClr>
              <a:buFont typeface="Arial"/>
              <a:buChar char="•"/>
              <a:defRPr sz="1600" kern="1200">
                <a:solidFill>
                  <a:schemeClr val="tx1"/>
                </a:solidFill>
                <a:latin typeface="+mn-lt"/>
                <a:ea typeface="+mn-ea"/>
                <a:cs typeface="+mn-cs"/>
              </a:defRPr>
            </a:lvl4pPr>
            <a:lvl5pPr marL="742950" indent="-228600" algn="l" defTabSz="457200" rtl="0" eaLnBrk="1" latinLnBrk="0" hangingPunct="1">
              <a:spcBef>
                <a:spcPts val="300"/>
              </a:spcBef>
              <a:buClr>
                <a:schemeClr val="tx1"/>
              </a:buClr>
              <a:buFont typeface="Arial" panose="020B0604020202020204" pitchFamily="34" charset="0"/>
              <a:buChar char="–"/>
              <a:defRPr sz="1600" kern="1200">
                <a:solidFill>
                  <a:schemeClr val="tx1"/>
                </a:solidFill>
                <a:latin typeface="+mn-lt"/>
                <a:ea typeface="+mn-ea"/>
                <a:cs typeface="+mn-cs"/>
              </a:defRPr>
            </a:lvl5pPr>
            <a:lvl6pPr marL="571500" indent="0" algn="l" defTabSz="457200" rtl="0" eaLnBrk="1" latinLnBrk="0" hangingPunct="1">
              <a:spcBef>
                <a:spcPct val="20000"/>
              </a:spcBef>
              <a:buFont typeface="Arial"/>
              <a:buNone/>
              <a:defRPr sz="16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ctr">
              <a:spcBef>
                <a:spcPts val="1200"/>
              </a:spcBef>
              <a:buClrTx/>
            </a:pPr>
            <a:r>
              <a:rPr lang="en-US" sz="1050">
                <a:solidFill>
                  <a:schemeClr val="tx2"/>
                </a:solidFill>
              </a:rPr>
              <a:t>14</a:t>
            </a:r>
          </a:p>
        </p:txBody>
      </p:sp>
      <p:sp>
        <p:nvSpPr>
          <p:cNvPr id="104" name="PPT Green Ultradark" descr="PPT Green Ultradark.">
            <a:extLst>
              <a:ext uri="{FF2B5EF4-FFF2-40B4-BE49-F238E27FC236}">
                <a16:creationId xmlns:a16="http://schemas.microsoft.com/office/drawing/2014/main" id="{2A8AE728-68E9-4D7C-A5F1-FD2D78257151}"/>
              </a:ext>
            </a:extLst>
          </p:cNvPr>
          <p:cNvSpPr>
            <a:spLocks noChangeArrowheads="1"/>
          </p:cNvSpPr>
          <p:nvPr/>
        </p:nvSpPr>
        <p:spPr bwMode="auto">
          <a:xfrm>
            <a:off x="5727022" y="4528686"/>
            <a:ext cx="321493" cy="321493"/>
          </a:xfrm>
          <a:prstGeom prst="ellipse">
            <a:avLst/>
          </a:prstGeom>
          <a:solidFill>
            <a:srgbClr val="2E4E0A"/>
          </a:solidFill>
          <a:ln>
            <a:noFill/>
          </a:ln>
        </p:spPr>
        <p:txBody>
          <a:bodyPr vert="horz" wrap="none" lIns="91440" tIns="45720" rIns="91440" bIns="45720" numCol="1" anchor="ctr" anchorCtr="0" compatLnSpc="1">
            <a:prstTxWarp prst="textNoShape">
              <a:avLst/>
            </a:prstTxWarp>
          </a:bodyPr>
          <a:lstStyle/>
          <a:p>
            <a:pPr algn="ctr"/>
            <a:endParaRPr lang="en-US" sz="1200" b="1">
              <a:cs typeface="Arial" panose="020B0604020202020204" pitchFamily="34" charset="0"/>
            </a:endParaRPr>
          </a:p>
        </p:txBody>
      </p:sp>
      <p:sp>
        <p:nvSpPr>
          <p:cNvPr id="105" name="15">
            <a:extLst>
              <a:ext uri="{FF2B5EF4-FFF2-40B4-BE49-F238E27FC236}">
                <a16:creationId xmlns:a16="http://schemas.microsoft.com/office/drawing/2014/main" id="{6AACC02D-A315-4404-815D-22784F7508D7}"/>
              </a:ext>
            </a:extLst>
          </p:cNvPr>
          <p:cNvSpPr txBox="1">
            <a:spLocks/>
          </p:cNvSpPr>
          <p:nvPr/>
        </p:nvSpPr>
        <p:spPr>
          <a:xfrm>
            <a:off x="6097616" y="4868818"/>
            <a:ext cx="379830" cy="212850"/>
          </a:xfrm>
          <a:prstGeom prst="rect">
            <a:avLst/>
          </a:prstGeom>
        </p:spPr>
        <p:txBody>
          <a:bodyPr/>
          <a:lstStyle>
            <a:lvl1pPr marL="0" indent="0" algn="l" defTabSz="457200" rtl="0" eaLnBrk="1" latinLnBrk="0" hangingPunct="1">
              <a:spcBef>
                <a:spcPts val="1800"/>
              </a:spcBef>
              <a:buClr>
                <a:schemeClr val="tx1"/>
              </a:buClr>
              <a:buFont typeface="Arial"/>
              <a:buNone/>
              <a:defRPr sz="1800" b="0" kern="1200">
                <a:solidFill>
                  <a:schemeClr val="tx1"/>
                </a:solidFill>
                <a:latin typeface="+mn-lt"/>
                <a:ea typeface="+mn-ea"/>
                <a:cs typeface="+mn-cs"/>
              </a:defRPr>
            </a:lvl1pPr>
            <a:lvl2pPr marL="171450" indent="-171450" algn="l" defTabSz="457200" rtl="0" eaLnBrk="1" latinLnBrk="0" hangingPunct="1">
              <a:spcBef>
                <a:spcPts val="1200"/>
              </a:spcBef>
              <a:buClr>
                <a:schemeClr val="tx1"/>
              </a:buClr>
              <a:buFont typeface="Arial"/>
              <a:buChar char="•"/>
              <a:defRPr sz="1800" kern="1200">
                <a:solidFill>
                  <a:schemeClr val="tx1"/>
                </a:solidFill>
                <a:latin typeface="+mn-lt"/>
                <a:ea typeface="+mn-ea"/>
                <a:cs typeface="+mn-cs"/>
              </a:defRPr>
            </a:lvl2pPr>
            <a:lvl3pPr marL="342900" indent="-171450" algn="l" defTabSz="457200" rtl="0" eaLnBrk="1" latinLnBrk="0" hangingPunct="1">
              <a:spcBef>
                <a:spcPts val="600"/>
              </a:spcBef>
              <a:buClr>
                <a:schemeClr val="tx1"/>
              </a:buClr>
              <a:buFont typeface="CVS Health Sans"/>
              <a:buChar char="–"/>
              <a:defRPr sz="1600" kern="1200">
                <a:solidFill>
                  <a:schemeClr val="tx1"/>
                </a:solidFill>
                <a:latin typeface="+mn-lt"/>
                <a:ea typeface="+mn-ea"/>
                <a:cs typeface="+mn-cs"/>
              </a:defRPr>
            </a:lvl3pPr>
            <a:lvl4pPr marL="514350" indent="-171450" algn="l" defTabSz="457200" rtl="0" eaLnBrk="1" latinLnBrk="0" hangingPunct="1">
              <a:spcBef>
                <a:spcPts val="600"/>
              </a:spcBef>
              <a:buClr>
                <a:schemeClr val="tx1"/>
              </a:buClr>
              <a:buFont typeface="Arial"/>
              <a:buChar char="•"/>
              <a:defRPr sz="1600" kern="1200">
                <a:solidFill>
                  <a:schemeClr val="tx1"/>
                </a:solidFill>
                <a:latin typeface="+mn-lt"/>
                <a:ea typeface="+mn-ea"/>
                <a:cs typeface="+mn-cs"/>
              </a:defRPr>
            </a:lvl4pPr>
            <a:lvl5pPr marL="742950" indent="-228600" algn="l" defTabSz="457200" rtl="0" eaLnBrk="1" latinLnBrk="0" hangingPunct="1">
              <a:spcBef>
                <a:spcPts val="300"/>
              </a:spcBef>
              <a:buClr>
                <a:schemeClr val="tx1"/>
              </a:buClr>
              <a:buFont typeface="Arial" panose="020B0604020202020204" pitchFamily="34" charset="0"/>
              <a:buChar char="–"/>
              <a:defRPr sz="1600" kern="1200">
                <a:solidFill>
                  <a:schemeClr val="tx1"/>
                </a:solidFill>
                <a:latin typeface="+mn-lt"/>
                <a:ea typeface="+mn-ea"/>
                <a:cs typeface="+mn-cs"/>
              </a:defRPr>
            </a:lvl5pPr>
            <a:lvl6pPr marL="571500" indent="0" algn="l" defTabSz="457200" rtl="0" eaLnBrk="1" latinLnBrk="0" hangingPunct="1">
              <a:spcBef>
                <a:spcPct val="20000"/>
              </a:spcBef>
              <a:buFont typeface="Arial"/>
              <a:buNone/>
              <a:defRPr sz="16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ctr">
              <a:spcBef>
                <a:spcPts val="1200"/>
              </a:spcBef>
              <a:buClrTx/>
            </a:pPr>
            <a:r>
              <a:rPr lang="en-US" sz="1050">
                <a:solidFill>
                  <a:schemeClr val="tx2"/>
                </a:solidFill>
              </a:rPr>
              <a:t>15</a:t>
            </a:r>
          </a:p>
        </p:txBody>
      </p:sp>
      <p:sp>
        <p:nvSpPr>
          <p:cNvPr id="106" name="PPT Orange Ultradark" descr="PPT Orange Ultradark.">
            <a:extLst>
              <a:ext uri="{FF2B5EF4-FFF2-40B4-BE49-F238E27FC236}">
                <a16:creationId xmlns:a16="http://schemas.microsoft.com/office/drawing/2014/main" id="{2C9212C7-4773-4FFA-9E55-96F304DE2CD1}"/>
              </a:ext>
            </a:extLst>
          </p:cNvPr>
          <p:cNvSpPr>
            <a:spLocks noChangeArrowheads="1"/>
          </p:cNvSpPr>
          <p:nvPr/>
        </p:nvSpPr>
        <p:spPr bwMode="auto">
          <a:xfrm>
            <a:off x="6123492" y="4528686"/>
            <a:ext cx="321493" cy="321493"/>
          </a:xfrm>
          <a:prstGeom prst="ellipse">
            <a:avLst/>
          </a:prstGeom>
          <a:solidFill>
            <a:srgbClr val="963108"/>
          </a:solidFill>
          <a:ln>
            <a:noFill/>
          </a:ln>
        </p:spPr>
        <p:txBody>
          <a:bodyPr vert="horz" wrap="none" lIns="91440" tIns="45720" rIns="91440" bIns="45720" numCol="1" anchor="ctr" anchorCtr="0" compatLnSpc="1">
            <a:prstTxWarp prst="textNoShape">
              <a:avLst/>
            </a:prstTxWarp>
          </a:bodyPr>
          <a:lstStyle/>
          <a:p>
            <a:pPr algn="ctr"/>
            <a:endParaRPr lang="en-US" sz="1200" b="1">
              <a:cs typeface="Arial" panose="020B0604020202020204" pitchFamily="34" charset="0"/>
            </a:endParaRPr>
          </a:p>
        </p:txBody>
      </p:sp>
      <p:sp>
        <p:nvSpPr>
          <p:cNvPr id="39" name="If you have a chart">
            <a:extLst>
              <a:ext uri="{FF2B5EF4-FFF2-40B4-BE49-F238E27FC236}">
                <a16:creationId xmlns:a16="http://schemas.microsoft.com/office/drawing/2014/main" id="{94134C74-89ED-4E46-A631-6EC79E42E30E}"/>
              </a:ext>
            </a:extLst>
          </p:cNvPr>
          <p:cNvSpPr txBox="1">
            <a:spLocks/>
          </p:cNvSpPr>
          <p:nvPr/>
        </p:nvSpPr>
        <p:spPr>
          <a:xfrm>
            <a:off x="485975" y="5175964"/>
            <a:ext cx="5835717" cy="533563"/>
          </a:xfrm>
          <a:prstGeom prst="rect">
            <a:avLst/>
          </a:prstGeom>
        </p:spPr>
        <p:txBody>
          <a:bodyPr/>
          <a:lstStyle>
            <a:lvl1pPr marL="0" indent="0" algn="l" defTabSz="457200" rtl="0" eaLnBrk="1" latinLnBrk="0" hangingPunct="1">
              <a:spcBef>
                <a:spcPts val="1800"/>
              </a:spcBef>
              <a:buClr>
                <a:schemeClr val="tx1"/>
              </a:buClr>
              <a:buFont typeface="Arial"/>
              <a:buNone/>
              <a:defRPr sz="1800" b="0" kern="1200">
                <a:solidFill>
                  <a:schemeClr val="tx1"/>
                </a:solidFill>
                <a:latin typeface="+mn-lt"/>
                <a:ea typeface="+mn-ea"/>
                <a:cs typeface="+mn-cs"/>
              </a:defRPr>
            </a:lvl1pPr>
            <a:lvl2pPr marL="171450" indent="-171450" algn="l" defTabSz="457200" rtl="0" eaLnBrk="1" latinLnBrk="0" hangingPunct="1">
              <a:spcBef>
                <a:spcPts val="1200"/>
              </a:spcBef>
              <a:buClr>
                <a:schemeClr val="tx1"/>
              </a:buClr>
              <a:buFont typeface="Arial"/>
              <a:buChar char="•"/>
              <a:defRPr sz="1800" kern="1200">
                <a:solidFill>
                  <a:schemeClr val="tx1"/>
                </a:solidFill>
                <a:latin typeface="+mn-lt"/>
                <a:ea typeface="+mn-ea"/>
                <a:cs typeface="+mn-cs"/>
              </a:defRPr>
            </a:lvl2pPr>
            <a:lvl3pPr marL="342900" indent="-171450" algn="l" defTabSz="457200" rtl="0" eaLnBrk="1" latinLnBrk="0" hangingPunct="1">
              <a:spcBef>
                <a:spcPts val="600"/>
              </a:spcBef>
              <a:buClr>
                <a:schemeClr val="tx1"/>
              </a:buClr>
              <a:buFont typeface="CVS Health Sans"/>
              <a:buChar char="–"/>
              <a:defRPr sz="1600" kern="1200">
                <a:solidFill>
                  <a:schemeClr val="tx1"/>
                </a:solidFill>
                <a:latin typeface="+mn-lt"/>
                <a:ea typeface="+mn-ea"/>
                <a:cs typeface="+mn-cs"/>
              </a:defRPr>
            </a:lvl3pPr>
            <a:lvl4pPr marL="514350" indent="-171450" algn="l" defTabSz="457200" rtl="0" eaLnBrk="1" latinLnBrk="0" hangingPunct="1">
              <a:spcBef>
                <a:spcPts val="600"/>
              </a:spcBef>
              <a:buClr>
                <a:schemeClr val="tx1"/>
              </a:buClr>
              <a:buFont typeface="Arial"/>
              <a:buChar char="•"/>
              <a:defRPr sz="1600" kern="1200">
                <a:solidFill>
                  <a:schemeClr val="tx1"/>
                </a:solidFill>
                <a:latin typeface="+mn-lt"/>
                <a:ea typeface="+mn-ea"/>
                <a:cs typeface="+mn-cs"/>
              </a:defRPr>
            </a:lvl4pPr>
            <a:lvl5pPr marL="742950" indent="-228600" algn="l" defTabSz="457200" rtl="0" eaLnBrk="1" latinLnBrk="0" hangingPunct="1">
              <a:spcBef>
                <a:spcPts val="300"/>
              </a:spcBef>
              <a:buClr>
                <a:schemeClr val="tx1"/>
              </a:buClr>
              <a:buFont typeface="Arial" panose="020B0604020202020204" pitchFamily="34" charset="0"/>
              <a:buChar char="–"/>
              <a:defRPr sz="1600" kern="1200">
                <a:solidFill>
                  <a:schemeClr val="tx1"/>
                </a:solidFill>
                <a:latin typeface="+mn-lt"/>
                <a:ea typeface="+mn-ea"/>
                <a:cs typeface="+mn-cs"/>
              </a:defRPr>
            </a:lvl5pPr>
            <a:lvl6pPr marL="571500" indent="0" algn="l" defTabSz="457200" rtl="0" eaLnBrk="1" latinLnBrk="0" hangingPunct="1">
              <a:spcBef>
                <a:spcPct val="20000"/>
              </a:spcBef>
              <a:buFont typeface="Arial"/>
              <a:buNone/>
              <a:defRPr sz="16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fontAlgn="ctr">
              <a:lnSpc>
                <a:spcPct val="105000"/>
              </a:lnSpc>
              <a:buClrTx/>
              <a:defRPr/>
            </a:pPr>
            <a:r>
              <a:rPr lang="en-US" sz="1300">
                <a:solidFill>
                  <a:schemeClr val="tx2"/>
                </a:solidFill>
              </a:rPr>
              <a:t>If you have a chart needing more than 15 colors, please email us at </a:t>
            </a:r>
            <a:r>
              <a:rPr lang="en-US" sz="1300" b="1">
                <a:solidFill>
                  <a:schemeClr val="tx2"/>
                </a:solidFill>
                <a:hlinkClick r:id="rId2">
                  <a:extLst>
                    <a:ext uri="{A12FA001-AC4F-418D-AE19-62706E023703}">
                      <ahyp:hlinkClr xmlns:ahyp="http://schemas.microsoft.com/office/drawing/2018/hyperlinkcolor" val="tx"/>
                    </a:ext>
                  </a:extLst>
                </a:hlinkClick>
              </a:rPr>
              <a:t>BrandCenter@CVSHealth.com</a:t>
            </a:r>
            <a:r>
              <a:rPr lang="en-US" sz="1300" b="1">
                <a:solidFill>
                  <a:schemeClr val="tx2"/>
                </a:solidFill>
              </a:rPr>
              <a:t> </a:t>
            </a:r>
            <a:r>
              <a:rPr lang="en-US" sz="1300">
                <a:solidFill>
                  <a:schemeClr val="tx2"/>
                </a:solidFill>
              </a:rPr>
              <a:t>for assistance.</a:t>
            </a:r>
          </a:p>
        </p:txBody>
      </p:sp>
      <p:cxnSp>
        <p:nvCxnSpPr>
          <p:cNvPr id="43" name="Straight Connector 42">
            <a:extLst>
              <a:ext uri="{FF2B5EF4-FFF2-40B4-BE49-F238E27FC236}">
                <a16:creationId xmlns:a16="http://schemas.microsoft.com/office/drawing/2014/main" id="{230A6B2C-58D5-C24D-AD50-E8E1D1C4FCAC}"/>
              </a:ext>
              <a:ext uri="{C183D7F6-B498-43B3-948B-1728B52AA6E4}">
                <adec:decorative xmlns:adec="http://schemas.microsoft.com/office/drawing/2017/decorative" val="1"/>
              </a:ext>
            </a:extLst>
          </p:cNvPr>
          <p:cNvCxnSpPr>
            <a:cxnSpLocks/>
          </p:cNvCxnSpPr>
          <p:nvPr/>
        </p:nvCxnSpPr>
        <p:spPr>
          <a:xfrm flipV="1">
            <a:off x="7689598" y="1654719"/>
            <a:ext cx="0" cy="3950979"/>
          </a:xfrm>
          <a:prstGeom prst="line">
            <a:avLst/>
          </a:prstGeom>
          <a:ln w="12700" cmpd="sng">
            <a:solidFill>
              <a:schemeClr val="bg2"/>
            </a:solidFill>
          </a:ln>
        </p:spPr>
        <p:style>
          <a:lnRef idx="1">
            <a:schemeClr val="accent1"/>
          </a:lnRef>
          <a:fillRef idx="0">
            <a:schemeClr val="accent1"/>
          </a:fillRef>
          <a:effectRef idx="0">
            <a:schemeClr val="accent1"/>
          </a:effectRef>
          <a:fontRef idx="minor">
            <a:schemeClr val="tx1"/>
          </a:fontRef>
        </p:style>
      </p:cxnSp>
      <p:graphicFrame>
        <p:nvGraphicFramePr>
          <p:cNvPr id="41" name="Pie" descr="Example of a pie chart using the new color palette.">
            <a:extLst>
              <a:ext uri="{FF2B5EF4-FFF2-40B4-BE49-F238E27FC236}">
                <a16:creationId xmlns:a16="http://schemas.microsoft.com/office/drawing/2014/main" id="{DA99F6DD-0C5A-4D7E-9835-B0CA7EF8D506}"/>
              </a:ext>
            </a:extLst>
          </p:cNvPr>
          <p:cNvGraphicFramePr>
            <a:graphicFrameLocks/>
          </p:cNvGraphicFramePr>
          <p:nvPr>
            <p:extLst>
              <p:ext uri="{D42A27DB-BD31-4B8C-83A1-F6EECF244321}">
                <p14:modId xmlns:p14="http://schemas.microsoft.com/office/powerpoint/2010/main" val="515820241"/>
              </p:ext>
            </p:extLst>
          </p:nvPr>
        </p:nvGraphicFramePr>
        <p:xfrm>
          <a:off x="8266677" y="1862620"/>
          <a:ext cx="3112520" cy="3614726"/>
        </p:xfrm>
        <a:graphic>
          <a:graphicData uri="http://schemas.openxmlformats.org/drawingml/2006/chart">
            <c:chart xmlns:c="http://schemas.openxmlformats.org/drawingml/2006/chart" xmlns:r="http://schemas.openxmlformats.org/officeDocument/2006/relationships" r:id="rId3"/>
          </a:graphicData>
        </a:graphic>
      </p:graphicFrame>
      <p:sp>
        <p:nvSpPr>
          <p:cNvPr id="44" name="Rectangle 43">
            <a:extLst>
              <a:ext uri="{FF2B5EF4-FFF2-40B4-BE49-F238E27FC236}">
                <a16:creationId xmlns:a16="http://schemas.microsoft.com/office/drawing/2014/main" id="{717BC958-3976-42B5-8050-61D7863A09B6}"/>
              </a:ext>
            </a:extLst>
          </p:cNvPr>
          <p:cNvSpPr/>
          <p:nvPr/>
        </p:nvSpPr>
        <p:spPr bwMode="gray">
          <a:xfrm>
            <a:off x="12372478" y="0"/>
            <a:ext cx="2341048" cy="3396093"/>
          </a:xfrm>
          <a:prstGeom prst="rect">
            <a:avLst/>
          </a:prstGeom>
          <a:solidFill>
            <a:schemeClr val="bg1"/>
          </a:solidFill>
          <a:ln>
            <a:noFill/>
            <a:miter lim="800000"/>
          </a:ln>
          <a:effectLst/>
        </p:spPr>
        <p:style>
          <a:lnRef idx="1">
            <a:schemeClr val="accent1"/>
          </a:lnRef>
          <a:fillRef idx="3">
            <a:schemeClr val="accent1"/>
          </a:fillRef>
          <a:effectRef idx="2">
            <a:schemeClr val="accent1"/>
          </a:effectRef>
          <a:fontRef idx="minor">
            <a:schemeClr val="lt1"/>
          </a:fontRef>
        </p:style>
        <p:txBody>
          <a:bodyPr lIns="182880" tIns="137160" rtlCol="0" anchor="t"/>
          <a:lstStyle/>
          <a:p>
            <a:pPr marL="0" lvl="1">
              <a:lnSpc>
                <a:spcPct val="95000"/>
              </a:lnSpc>
              <a:spcAft>
                <a:spcPts val="600"/>
              </a:spcAft>
            </a:pPr>
            <a:r>
              <a:rPr lang="en-US" sz="1500" b="1">
                <a:solidFill>
                  <a:schemeClr val="tx2"/>
                </a:solidFill>
              </a:rPr>
              <a:t>Accessibility </a:t>
            </a:r>
            <a:br>
              <a:rPr lang="en-US" sz="1500" b="1">
                <a:solidFill>
                  <a:schemeClr val="tx2"/>
                </a:solidFill>
              </a:rPr>
            </a:br>
            <a:r>
              <a:rPr lang="en-US" sz="1300">
                <a:solidFill>
                  <a:schemeClr val="tx2"/>
                </a:solidFill>
              </a:rPr>
              <a:t>guidance</a:t>
            </a:r>
          </a:p>
          <a:p>
            <a:pPr marL="0" lvl="1">
              <a:lnSpc>
                <a:spcPct val="105000"/>
              </a:lnSpc>
              <a:spcAft>
                <a:spcPts val="600"/>
              </a:spcAft>
            </a:pPr>
            <a:r>
              <a:rPr lang="en-US" sz="1300">
                <a:solidFill>
                  <a:schemeClr val="tx2"/>
                </a:solidFill>
              </a:rPr>
              <a:t>Detailed information should be included in </a:t>
            </a:r>
            <a:br>
              <a:rPr lang="en-US" sz="1300">
                <a:solidFill>
                  <a:schemeClr val="tx2"/>
                </a:solidFill>
              </a:rPr>
            </a:br>
            <a:r>
              <a:rPr lang="en-US" sz="1300">
                <a:solidFill>
                  <a:schemeClr val="tx2"/>
                </a:solidFill>
              </a:rPr>
              <a:t>the Alt Text. If this information is complex, </a:t>
            </a:r>
            <a:br>
              <a:rPr lang="en-US" sz="1300">
                <a:solidFill>
                  <a:schemeClr val="tx2"/>
                </a:solidFill>
              </a:rPr>
            </a:br>
            <a:r>
              <a:rPr lang="en-US" sz="1300">
                <a:solidFill>
                  <a:schemeClr val="tx2"/>
                </a:solidFill>
              </a:rPr>
              <a:t>the data/info can be presented in an embedded Excel spreadsheet or in </a:t>
            </a:r>
            <a:br>
              <a:rPr lang="en-US" sz="1300">
                <a:solidFill>
                  <a:schemeClr val="tx2"/>
                </a:solidFill>
              </a:rPr>
            </a:br>
            <a:r>
              <a:rPr lang="en-US" sz="1300">
                <a:solidFill>
                  <a:schemeClr val="tx2"/>
                </a:solidFill>
              </a:rPr>
              <a:t>the notes section.</a:t>
            </a:r>
          </a:p>
          <a:p>
            <a:pPr marL="0" lvl="1">
              <a:lnSpc>
                <a:spcPct val="105000"/>
              </a:lnSpc>
              <a:spcAft>
                <a:spcPts val="600"/>
              </a:spcAft>
            </a:pPr>
            <a:r>
              <a:rPr lang="en-US" sz="1300">
                <a:solidFill>
                  <a:schemeClr val="tx2"/>
                </a:solidFill>
              </a:rPr>
              <a:t>For more information on charts see the accessibility guidelines document on </a:t>
            </a:r>
            <a:br>
              <a:rPr lang="en-US" sz="1300">
                <a:solidFill>
                  <a:schemeClr val="tx2"/>
                </a:solidFill>
              </a:rPr>
            </a:br>
            <a:r>
              <a:rPr lang="en-US" sz="1300">
                <a:solidFill>
                  <a:schemeClr val="tx2"/>
                </a:solidFill>
              </a:rPr>
              <a:t>the </a:t>
            </a:r>
            <a:r>
              <a:rPr lang="en-US" sz="1300">
                <a:solidFill>
                  <a:schemeClr val="tx2"/>
                </a:solidFill>
                <a:hlinkClick r:id="rId4"/>
              </a:rPr>
              <a:t>Brand Center</a:t>
            </a:r>
            <a:r>
              <a:rPr lang="en-US" sz="1300">
                <a:solidFill>
                  <a:schemeClr val="tx2"/>
                </a:solidFill>
              </a:rPr>
              <a:t>.</a:t>
            </a:r>
          </a:p>
        </p:txBody>
      </p:sp>
    </p:spTree>
    <p:extLst>
      <p:ext uri="{BB962C8B-B14F-4D97-AF65-F5344CB8AC3E}">
        <p14:creationId xmlns:p14="http://schemas.microsoft.com/office/powerpoint/2010/main" val="386255827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626B5176-E80D-4573-9599-BF4F1F5FC28D}"/>
              </a:ext>
            </a:extLst>
          </p:cNvPr>
          <p:cNvSpPr txBox="1"/>
          <p:nvPr/>
        </p:nvSpPr>
        <p:spPr>
          <a:xfrm>
            <a:off x="-1" y="0"/>
            <a:ext cx="12188825" cy="276999"/>
          </a:xfrm>
          <a:prstGeom prst="rect">
            <a:avLst/>
          </a:prstGeom>
          <a:solidFill>
            <a:srgbClr val="FFFF00"/>
          </a:solidFill>
        </p:spPr>
        <p:txBody>
          <a:bodyPr wrap="square" rtlCol="0">
            <a:spAutoFit/>
          </a:bodyPr>
          <a:lstStyle/>
          <a:p>
            <a:pPr algn="ctr"/>
            <a:r>
              <a:rPr lang="en-US" sz="1200" b="0"/>
              <a:t>Important: Instructional page — please delete before use</a:t>
            </a:r>
          </a:p>
        </p:txBody>
      </p:sp>
      <p:sp>
        <p:nvSpPr>
          <p:cNvPr id="11" name="Title 10">
            <a:extLst>
              <a:ext uri="{FF2B5EF4-FFF2-40B4-BE49-F238E27FC236}">
                <a16:creationId xmlns:a16="http://schemas.microsoft.com/office/drawing/2014/main" id="{297BC7D2-CA9F-0245-8E3F-1B769AE2C1CC}"/>
              </a:ext>
            </a:extLst>
          </p:cNvPr>
          <p:cNvSpPr>
            <a:spLocks noGrp="1"/>
          </p:cNvSpPr>
          <p:nvPr>
            <p:ph type="title"/>
          </p:nvPr>
        </p:nvSpPr>
        <p:spPr>
          <a:xfrm>
            <a:off x="557784" y="530351"/>
            <a:ext cx="8020608" cy="431183"/>
          </a:xfrm>
        </p:spPr>
        <p:txBody>
          <a:bodyPr/>
          <a:lstStyle/>
          <a:p>
            <a:r>
              <a:rPr lang="en-US"/>
              <a:t>To update previous charts, use the new chart tool</a:t>
            </a:r>
          </a:p>
        </p:txBody>
      </p:sp>
      <p:pic>
        <p:nvPicPr>
          <p:cNvPr id="22" name="Picture 21" descr="Chart with previous color palette and sequence highlighted.">
            <a:extLst>
              <a:ext uri="{FF2B5EF4-FFF2-40B4-BE49-F238E27FC236}">
                <a16:creationId xmlns:a16="http://schemas.microsoft.com/office/drawing/2014/main" id="{3F7DA5F9-5D0C-47C4-ADAA-A4FB1E872281}"/>
              </a:ext>
            </a:extLst>
          </p:cNvPr>
          <p:cNvPicPr>
            <a:picLocks noChangeAspect="1"/>
          </p:cNvPicPr>
          <p:nvPr/>
        </p:nvPicPr>
        <p:blipFill>
          <a:blip r:embed="rId2"/>
          <a:stretch>
            <a:fillRect/>
          </a:stretch>
        </p:blipFill>
        <p:spPr>
          <a:xfrm>
            <a:off x="544170" y="1722870"/>
            <a:ext cx="3320797" cy="2092715"/>
          </a:xfrm>
          <a:prstGeom prst="rect">
            <a:avLst/>
          </a:prstGeom>
        </p:spPr>
      </p:pic>
      <p:sp>
        <p:nvSpPr>
          <p:cNvPr id="21" name="Content Placeholder 2">
            <a:extLst>
              <a:ext uri="{FF2B5EF4-FFF2-40B4-BE49-F238E27FC236}">
                <a16:creationId xmlns:a16="http://schemas.microsoft.com/office/drawing/2014/main" id="{607A1081-3314-43E9-B069-A63F34E7D999}"/>
              </a:ext>
            </a:extLst>
          </p:cNvPr>
          <p:cNvSpPr txBox="1">
            <a:spLocks/>
          </p:cNvSpPr>
          <p:nvPr/>
        </p:nvSpPr>
        <p:spPr>
          <a:xfrm>
            <a:off x="592781" y="3888698"/>
            <a:ext cx="3206526" cy="530568"/>
          </a:xfrm>
          <a:prstGeom prst="rect">
            <a:avLst/>
          </a:prstGeom>
        </p:spPr>
        <p:txBody>
          <a:bodyPr lIns="0"/>
          <a:lstStyle>
            <a:lvl1pPr marL="0" indent="0" algn="l" defTabSz="457200" rtl="0" eaLnBrk="1" fontAlgn="ctr" latinLnBrk="0" hangingPunct="1">
              <a:lnSpc>
                <a:spcPct val="100000"/>
              </a:lnSpc>
              <a:spcBef>
                <a:spcPts val="1800"/>
              </a:spcBef>
              <a:buClrTx/>
              <a:buFont typeface="Arial"/>
              <a:buNone/>
              <a:defRPr sz="1300" b="0" kern="1200">
                <a:solidFill>
                  <a:schemeClr val="tx2"/>
                </a:solidFill>
                <a:latin typeface="+mn-lt"/>
                <a:ea typeface="+mn-ea"/>
                <a:cs typeface="+mn-cs"/>
              </a:defRPr>
            </a:lvl1pPr>
            <a:lvl2pPr marL="171450" indent="-171450" algn="l" defTabSz="457200" rtl="0" eaLnBrk="1" fontAlgn="ctr" latinLnBrk="0" hangingPunct="1">
              <a:lnSpc>
                <a:spcPct val="100000"/>
              </a:lnSpc>
              <a:spcBef>
                <a:spcPts val="1200"/>
              </a:spcBef>
              <a:buClrTx/>
              <a:buFont typeface="Arial"/>
              <a:buChar char="•"/>
              <a:defRPr sz="1300" kern="1200">
                <a:solidFill>
                  <a:schemeClr val="tx2"/>
                </a:solidFill>
                <a:latin typeface="+mn-lt"/>
                <a:ea typeface="+mn-ea"/>
                <a:cs typeface="+mn-cs"/>
              </a:defRPr>
            </a:lvl2pPr>
            <a:lvl3pPr marL="342900" indent="-171450" algn="l" defTabSz="457200" rtl="0" eaLnBrk="1" fontAlgn="ctr" latinLnBrk="0" hangingPunct="1">
              <a:lnSpc>
                <a:spcPct val="100000"/>
              </a:lnSpc>
              <a:spcBef>
                <a:spcPts val="600"/>
              </a:spcBef>
              <a:buClrTx/>
              <a:buFont typeface="CVS Health Sans"/>
              <a:buChar char="–"/>
              <a:defRPr sz="1300" kern="1200" baseline="0">
                <a:solidFill>
                  <a:schemeClr val="tx2"/>
                </a:solidFill>
                <a:latin typeface="+mn-lt"/>
                <a:ea typeface="+mn-ea"/>
                <a:cs typeface="+mn-cs"/>
              </a:defRPr>
            </a:lvl3pPr>
            <a:lvl4pPr marL="514350" indent="-171450" algn="l" defTabSz="457200" rtl="0" eaLnBrk="1" fontAlgn="ctr" latinLnBrk="0" hangingPunct="1">
              <a:lnSpc>
                <a:spcPct val="100000"/>
              </a:lnSpc>
              <a:spcBef>
                <a:spcPts val="600"/>
              </a:spcBef>
              <a:buClrTx/>
              <a:buFont typeface="Arial"/>
              <a:buChar char="•"/>
              <a:defRPr sz="1300" kern="1200">
                <a:solidFill>
                  <a:schemeClr val="tx2"/>
                </a:solidFill>
                <a:latin typeface="+mn-lt"/>
                <a:ea typeface="+mn-ea"/>
                <a:cs typeface="+mn-cs"/>
              </a:defRPr>
            </a:lvl4pPr>
            <a:lvl5pPr marL="685800" indent="-171450" algn="l" defTabSz="457200" rtl="0" eaLnBrk="1" fontAlgn="ctr" latinLnBrk="0" hangingPunct="1">
              <a:lnSpc>
                <a:spcPct val="100000"/>
              </a:lnSpc>
              <a:spcBef>
                <a:spcPts val="600"/>
              </a:spcBef>
              <a:buClrTx/>
              <a:buFont typeface="Arial" panose="020B0604020202020204" pitchFamily="34" charset="0"/>
              <a:buChar char="–"/>
              <a:defRPr sz="1300" kern="1200" baseline="0">
                <a:solidFill>
                  <a:schemeClr val="tx2"/>
                </a:solidFill>
                <a:latin typeface="+mn-lt"/>
                <a:ea typeface="+mn-ea"/>
                <a:cs typeface="+mn-cs"/>
              </a:defRPr>
            </a:lvl5pPr>
            <a:lvl6pPr marL="857250" indent="-171450" algn="l" defTabSz="457200" rtl="0" eaLnBrk="1" fontAlgn="ctr" latinLnBrk="0" hangingPunct="1">
              <a:lnSpc>
                <a:spcPct val="100000"/>
              </a:lnSpc>
              <a:spcBef>
                <a:spcPts val="600"/>
              </a:spcBef>
              <a:buClrTx/>
              <a:buFont typeface="Arial" panose="020B0604020202020204" pitchFamily="34" charset="0"/>
              <a:buChar char="•"/>
              <a:defRPr sz="1300" kern="1200">
                <a:solidFill>
                  <a:schemeClr val="tx2"/>
                </a:solidFill>
                <a:latin typeface="+mn-lt"/>
                <a:ea typeface="+mn-ea"/>
                <a:cs typeface="+mn-cs"/>
              </a:defRPr>
            </a:lvl6pPr>
            <a:lvl7pPr marL="1028700" indent="-165100" algn="l" defTabSz="457200" rtl="0" eaLnBrk="1" fontAlgn="ctr" latinLnBrk="0" hangingPunct="1">
              <a:lnSpc>
                <a:spcPct val="100000"/>
              </a:lnSpc>
              <a:spcBef>
                <a:spcPts val="600"/>
              </a:spcBef>
              <a:buClrTx/>
              <a:buFont typeface="Arial" panose="020B0604020202020204" pitchFamily="34" charset="0"/>
              <a:buChar char="–"/>
              <a:defRPr sz="1300" kern="1200">
                <a:solidFill>
                  <a:schemeClr val="tx2"/>
                </a:solidFill>
                <a:latin typeface="+mn-lt"/>
                <a:ea typeface="+mn-ea"/>
                <a:cs typeface="+mn-cs"/>
              </a:defRPr>
            </a:lvl7pPr>
            <a:lvl8pPr marL="1206500" indent="-177800" algn="l" defTabSz="457200" rtl="0" eaLnBrk="1" fontAlgn="ctr" latinLnBrk="0" hangingPunct="1">
              <a:lnSpc>
                <a:spcPct val="100000"/>
              </a:lnSpc>
              <a:spcBef>
                <a:spcPts val="600"/>
              </a:spcBef>
              <a:buClrTx/>
              <a:buFont typeface="Arial"/>
              <a:buChar char="•"/>
              <a:defRPr sz="1300" kern="1200">
                <a:solidFill>
                  <a:schemeClr val="tx2"/>
                </a:solidFill>
                <a:latin typeface="+mn-lt"/>
                <a:ea typeface="+mn-ea"/>
                <a:cs typeface="+mn-cs"/>
              </a:defRPr>
            </a:lvl8pPr>
            <a:lvl9pPr marL="1371600" indent="-165100" algn="l" defTabSz="457200" rtl="0" eaLnBrk="1" fontAlgn="ctr" latinLnBrk="0" hangingPunct="1">
              <a:lnSpc>
                <a:spcPct val="100000"/>
              </a:lnSpc>
              <a:spcBef>
                <a:spcPts val="600"/>
              </a:spcBef>
              <a:buClrTx/>
              <a:buFont typeface="Arial" panose="020B0604020202020204" pitchFamily="34" charset="0"/>
              <a:buChar char="–"/>
              <a:defRPr sz="1300" kern="1200">
                <a:solidFill>
                  <a:schemeClr val="tx2"/>
                </a:solidFill>
                <a:latin typeface="+mn-lt"/>
                <a:ea typeface="+mn-ea"/>
                <a:cs typeface="+mn-cs"/>
              </a:defRPr>
            </a:lvl9pPr>
          </a:lstStyle>
          <a:p>
            <a:pPr>
              <a:spcBef>
                <a:spcPts val="0"/>
              </a:spcBef>
              <a:spcAft>
                <a:spcPts val="1200"/>
              </a:spcAft>
            </a:pPr>
            <a:r>
              <a:rPr lang="en-US" sz="1050" b="1"/>
              <a:t>Click on the chart </a:t>
            </a:r>
            <a:r>
              <a:rPr lang="en-US" sz="1050"/>
              <a:t>with the previous color palette.</a:t>
            </a:r>
          </a:p>
        </p:txBody>
      </p:sp>
      <p:pic>
        <p:nvPicPr>
          <p:cNvPr id="23" name="Picture 22" descr="Chart with Chart Design, Change Chart Type and Insert Chart highlighted.">
            <a:extLst>
              <a:ext uri="{FF2B5EF4-FFF2-40B4-BE49-F238E27FC236}">
                <a16:creationId xmlns:a16="http://schemas.microsoft.com/office/drawing/2014/main" id="{B00D54A3-674E-4D3A-A317-9C8AF9762CB5}"/>
              </a:ext>
            </a:extLst>
          </p:cNvPr>
          <p:cNvPicPr>
            <a:picLocks noChangeAspect="1"/>
          </p:cNvPicPr>
          <p:nvPr/>
        </p:nvPicPr>
        <p:blipFill>
          <a:blip r:embed="rId3"/>
          <a:stretch>
            <a:fillRect/>
          </a:stretch>
        </p:blipFill>
        <p:spPr>
          <a:xfrm>
            <a:off x="4397375" y="1721543"/>
            <a:ext cx="3313145" cy="2092715"/>
          </a:xfrm>
          <a:prstGeom prst="rect">
            <a:avLst/>
          </a:prstGeom>
        </p:spPr>
      </p:pic>
      <p:sp>
        <p:nvSpPr>
          <p:cNvPr id="31" name="Content Placeholder 2">
            <a:extLst>
              <a:ext uri="{FF2B5EF4-FFF2-40B4-BE49-F238E27FC236}">
                <a16:creationId xmlns:a16="http://schemas.microsoft.com/office/drawing/2014/main" id="{E10B1A1C-62BB-3E4B-9A7E-E8E1492B079C}"/>
              </a:ext>
            </a:extLst>
          </p:cNvPr>
          <p:cNvSpPr txBox="1">
            <a:spLocks/>
          </p:cNvSpPr>
          <p:nvPr/>
        </p:nvSpPr>
        <p:spPr>
          <a:xfrm>
            <a:off x="4469600" y="3888698"/>
            <a:ext cx="2963589" cy="970038"/>
          </a:xfrm>
          <a:prstGeom prst="rect">
            <a:avLst/>
          </a:prstGeom>
        </p:spPr>
        <p:txBody>
          <a:bodyPr lIns="0"/>
          <a:lstStyle>
            <a:lvl1pPr marL="0" indent="0" algn="l" defTabSz="457200" rtl="0" eaLnBrk="1" fontAlgn="ctr" latinLnBrk="0" hangingPunct="1">
              <a:lnSpc>
                <a:spcPct val="100000"/>
              </a:lnSpc>
              <a:spcBef>
                <a:spcPts val="1800"/>
              </a:spcBef>
              <a:buClrTx/>
              <a:buFont typeface="Arial"/>
              <a:buNone/>
              <a:defRPr sz="1300" b="0" kern="1200">
                <a:solidFill>
                  <a:schemeClr val="tx2"/>
                </a:solidFill>
                <a:latin typeface="+mn-lt"/>
                <a:ea typeface="+mn-ea"/>
                <a:cs typeface="+mn-cs"/>
              </a:defRPr>
            </a:lvl1pPr>
            <a:lvl2pPr marL="171450" indent="-171450" algn="l" defTabSz="457200" rtl="0" eaLnBrk="1" fontAlgn="ctr" latinLnBrk="0" hangingPunct="1">
              <a:lnSpc>
                <a:spcPct val="100000"/>
              </a:lnSpc>
              <a:spcBef>
                <a:spcPts val="1200"/>
              </a:spcBef>
              <a:buClrTx/>
              <a:buFont typeface="Arial"/>
              <a:buChar char="•"/>
              <a:defRPr sz="1300" kern="1200">
                <a:solidFill>
                  <a:schemeClr val="tx2"/>
                </a:solidFill>
                <a:latin typeface="+mn-lt"/>
                <a:ea typeface="+mn-ea"/>
                <a:cs typeface="+mn-cs"/>
              </a:defRPr>
            </a:lvl2pPr>
            <a:lvl3pPr marL="342900" indent="-171450" algn="l" defTabSz="457200" rtl="0" eaLnBrk="1" fontAlgn="ctr" latinLnBrk="0" hangingPunct="1">
              <a:lnSpc>
                <a:spcPct val="100000"/>
              </a:lnSpc>
              <a:spcBef>
                <a:spcPts val="600"/>
              </a:spcBef>
              <a:buClrTx/>
              <a:buFont typeface="CVS Health Sans"/>
              <a:buChar char="–"/>
              <a:defRPr sz="1300" kern="1200" baseline="0">
                <a:solidFill>
                  <a:schemeClr val="tx2"/>
                </a:solidFill>
                <a:latin typeface="+mn-lt"/>
                <a:ea typeface="+mn-ea"/>
                <a:cs typeface="+mn-cs"/>
              </a:defRPr>
            </a:lvl3pPr>
            <a:lvl4pPr marL="514350" indent="-171450" algn="l" defTabSz="457200" rtl="0" eaLnBrk="1" fontAlgn="ctr" latinLnBrk="0" hangingPunct="1">
              <a:lnSpc>
                <a:spcPct val="100000"/>
              </a:lnSpc>
              <a:spcBef>
                <a:spcPts val="600"/>
              </a:spcBef>
              <a:buClrTx/>
              <a:buFont typeface="Arial"/>
              <a:buChar char="•"/>
              <a:defRPr sz="1300" kern="1200">
                <a:solidFill>
                  <a:schemeClr val="tx2"/>
                </a:solidFill>
                <a:latin typeface="+mn-lt"/>
                <a:ea typeface="+mn-ea"/>
                <a:cs typeface="+mn-cs"/>
              </a:defRPr>
            </a:lvl4pPr>
            <a:lvl5pPr marL="685800" indent="-171450" algn="l" defTabSz="457200" rtl="0" eaLnBrk="1" fontAlgn="ctr" latinLnBrk="0" hangingPunct="1">
              <a:lnSpc>
                <a:spcPct val="100000"/>
              </a:lnSpc>
              <a:spcBef>
                <a:spcPts val="600"/>
              </a:spcBef>
              <a:buClrTx/>
              <a:buFont typeface="Arial" panose="020B0604020202020204" pitchFamily="34" charset="0"/>
              <a:buChar char="–"/>
              <a:defRPr sz="1300" kern="1200" baseline="0">
                <a:solidFill>
                  <a:schemeClr val="tx2"/>
                </a:solidFill>
                <a:latin typeface="+mn-lt"/>
                <a:ea typeface="+mn-ea"/>
                <a:cs typeface="+mn-cs"/>
              </a:defRPr>
            </a:lvl5pPr>
            <a:lvl6pPr marL="857250" indent="-171450" algn="l" defTabSz="457200" rtl="0" eaLnBrk="1" fontAlgn="ctr" latinLnBrk="0" hangingPunct="1">
              <a:lnSpc>
                <a:spcPct val="100000"/>
              </a:lnSpc>
              <a:spcBef>
                <a:spcPts val="600"/>
              </a:spcBef>
              <a:buClrTx/>
              <a:buFont typeface="Arial" panose="020B0604020202020204" pitchFamily="34" charset="0"/>
              <a:buChar char="•"/>
              <a:defRPr sz="1300" kern="1200">
                <a:solidFill>
                  <a:schemeClr val="tx2"/>
                </a:solidFill>
                <a:latin typeface="+mn-lt"/>
                <a:ea typeface="+mn-ea"/>
                <a:cs typeface="+mn-cs"/>
              </a:defRPr>
            </a:lvl6pPr>
            <a:lvl7pPr marL="1028700" indent="-165100" algn="l" defTabSz="457200" rtl="0" eaLnBrk="1" fontAlgn="ctr" latinLnBrk="0" hangingPunct="1">
              <a:lnSpc>
                <a:spcPct val="100000"/>
              </a:lnSpc>
              <a:spcBef>
                <a:spcPts val="600"/>
              </a:spcBef>
              <a:buClrTx/>
              <a:buFont typeface="Arial" panose="020B0604020202020204" pitchFamily="34" charset="0"/>
              <a:buChar char="–"/>
              <a:defRPr sz="1300" kern="1200">
                <a:solidFill>
                  <a:schemeClr val="tx2"/>
                </a:solidFill>
                <a:latin typeface="+mn-lt"/>
                <a:ea typeface="+mn-ea"/>
                <a:cs typeface="+mn-cs"/>
              </a:defRPr>
            </a:lvl7pPr>
            <a:lvl8pPr marL="1206500" indent="-177800" algn="l" defTabSz="457200" rtl="0" eaLnBrk="1" fontAlgn="ctr" latinLnBrk="0" hangingPunct="1">
              <a:lnSpc>
                <a:spcPct val="100000"/>
              </a:lnSpc>
              <a:spcBef>
                <a:spcPts val="600"/>
              </a:spcBef>
              <a:buClrTx/>
              <a:buFont typeface="Arial"/>
              <a:buChar char="•"/>
              <a:defRPr sz="1300" kern="1200">
                <a:solidFill>
                  <a:schemeClr val="tx2"/>
                </a:solidFill>
                <a:latin typeface="+mn-lt"/>
                <a:ea typeface="+mn-ea"/>
                <a:cs typeface="+mn-cs"/>
              </a:defRPr>
            </a:lvl8pPr>
            <a:lvl9pPr marL="1371600" indent="-165100" algn="l" defTabSz="457200" rtl="0" eaLnBrk="1" fontAlgn="ctr" latinLnBrk="0" hangingPunct="1">
              <a:lnSpc>
                <a:spcPct val="100000"/>
              </a:lnSpc>
              <a:spcBef>
                <a:spcPts val="600"/>
              </a:spcBef>
              <a:buClrTx/>
              <a:buFont typeface="Arial" panose="020B0604020202020204" pitchFamily="34" charset="0"/>
              <a:buChar char="–"/>
              <a:defRPr sz="1300" kern="1200">
                <a:solidFill>
                  <a:schemeClr val="tx2"/>
                </a:solidFill>
                <a:latin typeface="+mn-lt"/>
                <a:ea typeface="+mn-ea"/>
                <a:cs typeface="+mn-cs"/>
              </a:defRPr>
            </a:lvl9pPr>
          </a:lstStyle>
          <a:p>
            <a:pPr>
              <a:spcBef>
                <a:spcPts val="0"/>
              </a:spcBef>
              <a:spcAft>
                <a:spcPts val="1200"/>
              </a:spcAft>
            </a:pPr>
            <a:r>
              <a:rPr lang="en-US" sz="1050"/>
              <a:t>In the </a:t>
            </a:r>
            <a:r>
              <a:rPr lang="en-US" sz="1050" b="1"/>
              <a:t>“Chart Design” </a:t>
            </a:r>
            <a:r>
              <a:rPr lang="en-US" sz="1050"/>
              <a:t>tab, click on </a:t>
            </a:r>
            <a:r>
              <a:rPr lang="en-US" sz="1050" b="1"/>
              <a:t>“Change Chart Type.”</a:t>
            </a:r>
          </a:p>
          <a:p>
            <a:pPr>
              <a:spcBef>
                <a:spcPts val="0"/>
              </a:spcBef>
              <a:spcAft>
                <a:spcPts val="600"/>
              </a:spcAft>
            </a:pPr>
            <a:r>
              <a:rPr lang="en-US" sz="1050"/>
              <a:t>Via the </a:t>
            </a:r>
            <a:r>
              <a:rPr lang="en-US" sz="1050" b="1"/>
              <a:t>“Insert Chart” </a:t>
            </a:r>
            <a:r>
              <a:rPr lang="en-US" sz="1050"/>
              <a:t>menu that opens, browse to the matching chart and click “OK.”</a:t>
            </a:r>
          </a:p>
          <a:p>
            <a:pPr>
              <a:spcBef>
                <a:spcPts val="0"/>
              </a:spcBef>
              <a:spcAft>
                <a:spcPts val="600"/>
              </a:spcAft>
            </a:pPr>
            <a:endParaRPr lang="en-US" sz="1050"/>
          </a:p>
          <a:p>
            <a:pPr>
              <a:spcBef>
                <a:spcPts val="0"/>
              </a:spcBef>
              <a:spcAft>
                <a:spcPts val="600"/>
              </a:spcAft>
            </a:pPr>
            <a:endParaRPr lang="en-US" sz="1050"/>
          </a:p>
        </p:txBody>
      </p:sp>
      <p:pic>
        <p:nvPicPr>
          <p:cNvPr id="24" name="Picture 23" descr="Chart in new updated colors with Improve Legend highlighted.">
            <a:extLst>
              <a:ext uri="{FF2B5EF4-FFF2-40B4-BE49-F238E27FC236}">
                <a16:creationId xmlns:a16="http://schemas.microsoft.com/office/drawing/2014/main" id="{D0261800-0EF7-4AA0-A082-8484142D1995}"/>
              </a:ext>
            </a:extLst>
          </p:cNvPr>
          <p:cNvPicPr>
            <a:picLocks noChangeAspect="1"/>
          </p:cNvPicPr>
          <p:nvPr/>
        </p:nvPicPr>
        <p:blipFill>
          <a:blip r:embed="rId4"/>
          <a:stretch>
            <a:fillRect/>
          </a:stretch>
        </p:blipFill>
        <p:spPr>
          <a:xfrm>
            <a:off x="8320431" y="1728976"/>
            <a:ext cx="3343752" cy="2096541"/>
          </a:xfrm>
          <a:prstGeom prst="rect">
            <a:avLst/>
          </a:prstGeom>
        </p:spPr>
      </p:pic>
      <p:sp>
        <p:nvSpPr>
          <p:cNvPr id="27" name="Content Placeholder 2">
            <a:extLst>
              <a:ext uri="{FF2B5EF4-FFF2-40B4-BE49-F238E27FC236}">
                <a16:creationId xmlns:a16="http://schemas.microsoft.com/office/drawing/2014/main" id="{3DF9C1B8-AFB3-44DF-88C5-91006406301A}"/>
              </a:ext>
            </a:extLst>
          </p:cNvPr>
          <p:cNvSpPr txBox="1">
            <a:spLocks/>
          </p:cNvSpPr>
          <p:nvPr/>
        </p:nvSpPr>
        <p:spPr>
          <a:xfrm>
            <a:off x="8410858" y="3888698"/>
            <a:ext cx="3343752" cy="1759627"/>
          </a:xfrm>
          <a:prstGeom prst="rect">
            <a:avLst/>
          </a:prstGeom>
        </p:spPr>
        <p:txBody>
          <a:bodyPr lIns="0"/>
          <a:lstStyle>
            <a:lvl1pPr marL="0" indent="0" algn="l" defTabSz="457200" rtl="0" eaLnBrk="1" fontAlgn="ctr" latinLnBrk="0" hangingPunct="1">
              <a:lnSpc>
                <a:spcPct val="100000"/>
              </a:lnSpc>
              <a:spcBef>
                <a:spcPts val="1800"/>
              </a:spcBef>
              <a:buClrTx/>
              <a:buFont typeface="Arial"/>
              <a:buNone/>
              <a:defRPr sz="1300" b="0" kern="1200">
                <a:solidFill>
                  <a:schemeClr val="tx2"/>
                </a:solidFill>
                <a:latin typeface="+mn-lt"/>
                <a:ea typeface="+mn-ea"/>
                <a:cs typeface="+mn-cs"/>
              </a:defRPr>
            </a:lvl1pPr>
            <a:lvl2pPr marL="171450" indent="-171450" algn="l" defTabSz="457200" rtl="0" eaLnBrk="1" fontAlgn="ctr" latinLnBrk="0" hangingPunct="1">
              <a:lnSpc>
                <a:spcPct val="100000"/>
              </a:lnSpc>
              <a:spcBef>
                <a:spcPts val="1200"/>
              </a:spcBef>
              <a:buClrTx/>
              <a:buFont typeface="Arial"/>
              <a:buChar char="•"/>
              <a:defRPr sz="1300" kern="1200">
                <a:solidFill>
                  <a:schemeClr val="tx2"/>
                </a:solidFill>
                <a:latin typeface="+mn-lt"/>
                <a:ea typeface="+mn-ea"/>
                <a:cs typeface="+mn-cs"/>
              </a:defRPr>
            </a:lvl2pPr>
            <a:lvl3pPr marL="342900" indent="-171450" algn="l" defTabSz="457200" rtl="0" eaLnBrk="1" fontAlgn="ctr" latinLnBrk="0" hangingPunct="1">
              <a:lnSpc>
                <a:spcPct val="100000"/>
              </a:lnSpc>
              <a:spcBef>
                <a:spcPts val="600"/>
              </a:spcBef>
              <a:buClrTx/>
              <a:buFont typeface="CVS Health Sans"/>
              <a:buChar char="–"/>
              <a:defRPr sz="1300" kern="1200" baseline="0">
                <a:solidFill>
                  <a:schemeClr val="tx2"/>
                </a:solidFill>
                <a:latin typeface="+mn-lt"/>
                <a:ea typeface="+mn-ea"/>
                <a:cs typeface="+mn-cs"/>
              </a:defRPr>
            </a:lvl3pPr>
            <a:lvl4pPr marL="514350" indent="-171450" algn="l" defTabSz="457200" rtl="0" eaLnBrk="1" fontAlgn="ctr" latinLnBrk="0" hangingPunct="1">
              <a:lnSpc>
                <a:spcPct val="100000"/>
              </a:lnSpc>
              <a:spcBef>
                <a:spcPts val="600"/>
              </a:spcBef>
              <a:buClrTx/>
              <a:buFont typeface="Arial"/>
              <a:buChar char="•"/>
              <a:defRPr sz="1300" kern="1200">
                <a:solidFill>
                  <a:schemeClr val="tx2"/>
                </a:solidFill>
                <a:latin typeface="+mn-lt"/>
                <a:ea typeface="+mn-ea"/>
                <a:cs typeface="+mn-cs"/>
              </a:defRPr>
            </a:lvl4pPr>
            <a:lvl5pPr marL="685800" indent="-171450" algn="l" defTabSz="457200" rtl="0" eaLnBrk="1" fontAlgn="ctr" latinLnBrk="0" hangingPunct="1">
              <a:lnSpc>
                <a:spcPct val="100000"/>
              </a:lnSpc>
              <a:spcBef>
                <a:spcPts val="600"/>
              </a:spcBef>
              <a:buClrTx/>
              <a:buFont typeface="Arial" panose="020B0604020202020204" pitchFamily="34" charset="0"/>
              <a:buChar char="–"/>
              <a:defRPr sz="1300" kern="1200" baseline="0">
                <a:solidFill>
                  <a:schemeClr val="tx2"/>
                </a:solidFill>
                <a:latin typeface="+mn-lt"/>
                <a:ea typeface="+mn-ea"/>
                <a:cs typeface="+mn-cs"/>
              </a:defRPr>
            </a:lvl5pPr>
            <a:lvl6pPr marL="857250" indent="-171450" algn="l" defTabSz="457200" rtl="0" eaLnBrk="1" fontAlgn="ctr" latinLnBrk="0" hangingPunct="1">
              <a:lnSpc>
                <a:spcPct val="100000"/>
              </a:lnSpc>
              <a:spcBef>
                <a:spcPts val="600"/>
              </a:spcBef>
              <a:buClrTx/>
              <a:buFont typeface="Arial" panose="020B0604020202020204" pitchFamily="34" charset="0"/>
              <a:buChar char="•"/>
              <a:defRPr sz="1300" kern="1200">
                <a:solidFill>
                  <a:schemeClr val="tx2"/>
                </a:solidFill>
                <a:latin typeface="+mn-lt"/>
                <a:ea typeface="+mn-ea"/>
                <a:cs typeface="+mn-cs"/>
              </a:defRPr>
            </a:lvl6pPr>
            <a:lvl7pPr marL="1028700" indent="-165100" algn="l" defTabSz="457200" rtl="0" eaLnBrk="1" fontAlgn="ctr" latinLnBrk="0" hangingPunct="1">
              <a:lnSpc>
                <a:spcPct val="100000"/>
              </a:lnSpc>
              <a:spcBef>
                <a:spcPts val="600"/>
              </a:spcBef>
              <a:buClrTx/>
              <a:buFont typeface="Arial" panose="020B0604020202020204" pitchFamily="34" charset="0"/>
              <a:buChar char="–"/>
              <a:defRPr sz="1300" kern="1200">
                <a:solidFill>
                  <a:schemeClr val="tx2"/>
                </a:solidFill>
                <a:latin typeface="+mn-lt"/>
                <a:ea typeface="+mn-ea"/>
                <a:cs typeface="+mn-cs"/>
              </a:defRPr>
            </a:lvl7pPr>
            <a:lvl8pPr marL="1206500" indent="-177800" algn="l" defTabSz="457200" rtl="0" eaLnBrk="1" fontAlgn="ctr" latinLnBrk="0" hangingPunct="1">
              <a:lnSpc>
                <a:spcPct val="100000"/>
              </a:lnSpc>
              <a:spcBef>
                <a:spcPts val="600"/>
              </a:spcBef>
              <a:buClrTx/>
              <a:buFont typeface="Arial"/>
              <a:buChar char="•"/>
              <a:defRPr sz="1300" kern="1200">
                <a:solidFill>
                  <a:schemeClr val="tx2"/>
                </a:solidFill>
                <a:latin typeface="+mn-lt"/>
                <a:ea typeface="+mn-ea"/>
                <a:cs typeface="+mn-cs"/>
              </a:defRPr>
            </a:lvl8pPr>
            <a:lvl9pPr marL="1371600" indent="-165100" algn="l" defTabSz="457200" rtl="0" eaLnBrk="1" fontAlgn="ctr" latinLnBrk="0" hangingPunct="1">
              <a:lnSpc>
                <a:spcPct val="100000"/>
              </a:lnSpc>
              <a:spcBef>
                <a:spcPts val="600"/>
              </a:spcBef>
              <a:buClrTx/>
              <a:buFont typeface="Arial" panose="020B0604020202020204" pitchFamily="34" charset="0"/>
              <a:buChar char="–"/>
              <a:defRPr sz="1300" kern="1200">
                <a:solidFill>
                  <a:schemeClr val="tx2"/>
                </a:solidFill>
                <a:latin typeface="+mn-lt"/>
                <a:ea typeface="+mn-ea"/>
                <a:cs typeface="+mn-cs"/>
              </a:defRPr>
            </a:lvl9pPr>
          </a:lstStyle>
          <a:p>
            <a:pPr>
              <a:spcBef>
                <a:spcPts val="0"/>
              </a:spcBef>
              <a:spcAft>
                <a:spcPts val="600"/>
              </a:spcAft>
            </a:pPr>
            <a:r>
              <a:rPr lang="en-US" sz="1050" b="1"/>
              <a:t>The chart will automatically update </a:t>
            </a:r>
            <a:r>
              <a:rPr lang="en-US" sz="1050"/>
              <a:t>to the correct colors in the right sequence as well as the updated design that helps with legibility and accessibility.</a:t>
            </a:r>
          </a:p>
          <a:p>
            <a:pPr>
              <a:spcBef>
                <a:spcPts val="0"/>
              </a:spcBef>
              <a:spcAft>
                <a:spcPts val="400"/>
              </a:spcAft>
            </a:pPr>
            <a:r>
              <a:rPr lang="en-US" sz="1050"/>
              <a:t>Once done, you can add chart elements as needed.</a:t>
            </a:r>
          </a:p>
          <a:p>
            <a:pPr marL="114300" lvl="1" indent="-114300">
              <a:spcBef>
                <a:spcPts val="0"/>
              </a:spcBef>
              <a:spcAft>
                <a:spcPts val="400"/>
              </a:spcAft>
            </a:pPr>
            <a:r>
              <a:rPr lang="en-US" sz="1050"/>
              <a:t>If data labels for charts are recommended, </a:t>
            </a:r>
            <a:br>
              <a:rPr lang="en-US" sz="1050"/>
            </a:br>
            <a:r>
              <a:rPr lang="en-US" sz="1050"/>
              <a:t>they will show up automatically.</a:t>
            </a:r>
          </a:p>
          <a:p>
            <a:pPr marL="114300" lvl="1" indent="-114300">
              <a:spcBef>
                <a:spcPts val="0"/>
              </a:spcBef>
              <a:spcAft>
                <a:spcPts val="600"/>
              </a:spcAft>
            </a:pPr>
            <a:r>
              <a:rPr lang="en-US" sz="1050"/>
              <a:t>There’s also a button in the tool for “Improve Legend” which will adjust the legend color squares to improve legibility.</a:t>
            </a:r>
          </a:p>
        </p:txBody>
      </p:sp>
    </p:spTree>
    <p:extLst>
      <p:ext uri="{BB962C8B-B14F-4D97-AF65-F5344CB8AC3E}">
        <p14:creationId xmlns:p14="http://schemas.microsoft.com/office/powerpoint/2010/main" val="266406829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7BBDB0-7234-46E6-9C99-4D874851A788}"/>
              </a:ext>
            </a:extLst>
          </p:cNvPr>
          <p:cNvSpPr>
            <a:spLocks noGrp="1"/>
          </p:cNvSpPr>
          <p:nvPr>
            <p:ph type="title"/>
          </p:nvPr>
        </p:nvSpPr>
        <p:spPr/>
        <p:txBody>
          <a:bodyPr/>
          <a:lstStyle/>
          <a:p>
            <a:r>
              <a:rPr lang="en-US"/>
              <a:t>Title for full page chart layout</a:t>
            </a:r>
          </a:p>
        </p:txBody>
      </p:sp>
      <p:graphicFrame>
        <p:nvGraphicFramePr>
          <p:cNvPr id="15" name="Clustered Column" descr="Example of a bar chart using the new color palette.">
            <a:extLst>
              <a:ext uri="{FF2B5EF4-FFF2-40B4-BE49-F238E27FC236}">
                <a16:creationId xmlns:a16="http://schemas.microsoft.com/office/drawing/2014/main" id="{CAD2C154-36FA-491B-B557-3F7D91319E16}"/>
              </a:ext>
            </a:extLst>
          </p:cNvPr>
          <p:cNvGraphicFramePr>
            <a:graphicFrameLocks noGrp="1"/>
          </p:cNvGraphicFramePr>
          <p:nvPr>
            <p:ph sz="quarter" idx="10"/>
            <p:extLst>
              <p:ext uri="{D42A27DB-BD31-4B8C-83A1-F6EECF244321}">
                <p14:modId xmlns:p14="http://schemas.microsoft.com/office/powerpoint/2010/main" val="3807219048"/>
              </p:ext>
            </p:extLst>
          </p:nvPr>
        </p:nvGraphicFramePr>
        <p:xfrm>
          <a:off x="1570037" y="1454944"/>
          <a:ext cx="9048750" cy="3272633"/>
        </p:xfrm>
        <a:graphic>
          <a:graphicData uri="http://schemas.openxmlformats.org/drawingml/2006/chart">
            <c:chart xmlns:c="http://schemas.openxmlformats.org/drawingml/2006/chart" xmlns:r="http://schemas.openxmlformats.org/officeDocument/2006/relationships" r:id="rId3"/>
          </a:graphicData>
        </a:graphic>
      </p:graphicFrame>
      <p:sp>
        <p:nvSpPr>
          <p:cNvPr id="11" name="Freeform: Shape 4">
            <a:extLst>
              <a:ext uri="{FF2B5EF4-FFF2-40B4-BE49-F238E27FC236}">
                <a16:creationId xmlns:a16="http://schemas.microsoft.com/office/drawing/2014/main" id="{160CCB25-E747-4E94-A566-F5EB2D3B23C6}"/>
              </a:ext>
              <a:ext uri="{C183D7F6-B498-43B3-948B-1728B52AA6E4}">
                <adec:decorative xmlns:adec="http://schemas.microsoft.com/office/drawing/2017/decorative" val="1"/>
              </a:ext>
            </a:extLst>
          </p:cNvPr>
          <p:cNvSpPr/>
          <p:nvPr/>
        </p:nvSpPr>
        <p:spPr>
          <a:xfrm>
            <a:off x="2231499" y="5106988"/>
            <a:ext cx="9960501" cy="132522"/>
          </a:xfrm>
          <a:custGeom>
            <a:avLst/>
            <a:gdLst>
              <a:gd name="connsiteX0" fmla="*/ 0 w 9886122"/>
              <a:gd name="connsiteY0" fmla="*/ 132522 h 132522"/>
              <a:gd name="connsiteX1" fmla="*/ 0 w 9886122"/>
              <a:gd name="connsiteY1" fmla="*/ 0 h 132522"/>
              <a:gd name="connsiteX2" fmla="*/ 9886122 w 9886122"/>
              <a:gd name="connsiteY2" fmla="*/ 0 h 132522"/>
            </a:gdLst>
            <a:ahLst/>
            <a:cxnLst>
              <a:cxn ang="0">
                <a:pos x="connsiteX0" y="connsiteY0"/>
              </a:cxn>
              <a:cxn ang="0">
                <a:pos x="connsiteX1" y="connsiteY1"/>
              </a:cxn>
              <a:cxn ang="0">
                <a:pos x="connsiteX2" y="connsiteY2"/>
              </a:cxn>
            </a:cxnLst>
            <a:rect l="l" t="t" r="r" b="b"/>
            <a:pathLst>
              <a:path w="9886122" h="132522">
                <a:moveTo>
                  <a:pt x="0" y="132522"/>
                </a:moveTo>
                <a:lnTo>
                  <a:pt x="0" y="0"/>
                </a:lnTo>
                <a:lnTo>
                  <a:pt x="9886122" y="0"/>
                </a:lnTo>
              </a:path>
            </a:pathLst>
          </a:custGeom>
          <a:ln w="12700" cmpd="sng">
            <a:solidFill>
              <a:schemeClr val="accent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latin typeface="CVS Health Sans" panose="020B0504020202020204" pitchFamily="34" charset="0"/>
            </a:endParaRPr>
          </a:p>
        </p:txBody>
      </p:sp>
      <p:sp>
        <p:nvSpPr>
          <p:cNvPr id="10" name="Source">
            <a:extLst>
              <a:ext uri="{FF2B5EF4-FFF2-40B4-BE49-F238E27FC236}">
                <a16:creationId xmlns:a16="http://schemas.microsoft.com/office/drawing/2014/main" id="{BD0F99FE-E03B-4215-808C-9AC2133759C2}"/>
              </a:ext>
            </a:extLst>
          </p:cNvPr>
          <p:cNvSpPr txBox="1">
            <a:spLocks/>
          </p:cNvSpPr>
          <p:nvPr/>
        </p:nvSpPr>
        <p:spPr bwMode="gray">
          <a:xfrm>
            <a:off x="2373688" y="5238750"/>
            <a:ext cx="3489229" cy="517525"/>
          </a:xfrm>
          <a:prstGeom prst="rect">
            <a:avLst/>
          </a:prstGeom>
        </p:spPr>
        <p:txBody>
          <a:bodyPr vert="horz" lIns="0" tIns="0" rIns="91440" bIns="0" rtlCol="0">
            <a:noAutofit/>
          </a:bodyPr>
          <a:lstStyle>
            <a:lvl1pPr marL="0" indent="0" algn="l" defTabSz="457200" rtl="0" eaLnBrk="1" latinLnBrk="0" hangingPunct="1">
              <a:spcBef>
                <a:spcPts val="1800"/>
              </a:spcBef>
              <a:buClrTx/>
              <a:buFont typeface="Arial"/>
              <a:buNone/>
              <a:defRPr sz="1400" b="0" kern="1200">
                <a:solidFill>
                  <a:schemeClr val="tx2"/>
                </a:solidFill>
                <a:latin typeface="+mn-lt"/>
                <a:ea typeface="+mn-ea"/>
                <a:cs typeface="+mn-cs"/>
              </a:defRPr>
            </a:lvl1pPr>
            <a:lvl2pPr marL="171450" indent="-171450" algn="l" defTabSz="457200" rtl="0" eaLnBrk="1" latinLnBrk="0" hangingPunct="1">
              <a:spcBef>
                <a:spcPts val="1200"/>
              </a:spcBef>
              <a:buClrTx/>
              <a:buFont typeface="Arial"/>
              <a:buChar char="•"/>
              <a:defRPr sz="1400" kern="1200">
                <a:solidFill>
                  <a:schemeClr val="tx2"/>
                </a:solidFill>
                <a:latin typeface="+mn-lt"/>
                <a:ea typeface="+mn-ea"/>
                <a:cs typeface="+mn-cs"/>
              </a:defRPr>
            </a:lvl2pPr>
            <a:lvl3pPr marL="342900" indent="-171450" algn="l" defTabSz="457200" rtl="0" eaLnBrk="1" latinLnBrk="0" hangingPunct="1">
              <a:spcBef>
                <a:spcPts val="600"/>
              </a:spcBef>
              <a:buClrTx/>
              <a:buFont typeface="CVS Health Sans"/>
              <a:buChar char="–"/>
              <a:defRPr sz="1400" kern="1200" baseline="0">
                <a:solidFill>
                  <a:schemeClr val="tx2"/>
                </a:solidFill>
                <a:latin typeface="+mn-lt"/>
                <a:ea typeface="+mn-ea"/>
                <a:cs typeface="+mn-cs"/>
              </a:defRPr>
            </a:lvl3pPr>
            <a:lvl4pPr marL="514350" indent="-171450" algn="l" defTabSz="457200" rtl="0" eaLnBrk="1" latinLnBrk="0" hangingPunct="1">
              <a:spcBef>
                <a:spcPts val="600"/>
              </a:spcBef>
              <a:buClrTx/>
              <a:buFont typeface="Arial"/>
              <a:buChar char="•"/>
              <a:defRPr sz="1400" kern="1200">
                <a:solidFill>
                  <a:schemeClr val="tx2"/>
                </a:solidFill>
                <a:latin typeface="+mn-lt"/>
                <a:ea typeface="+mn-ea"/>
                <a:cs typeface="+mn-cs"/>
              </a:defRPr>
            </a:lvl4pPr>
            <a:lvl5pPr marL="685800" indent="-171450" algn="l" defTabSz="457200" rtl="0" eaLnBrk="1" latinLnBrk="0" hangingPunct="1">
              <a:spcBef>
                <a:spcPts val="600"/>
              </a:spcBef>
              <a:buClrTx/>
              <a:buFont typeface="Arial" panose="020B0604020202020204" pitchFamily="34" charset="0"/>
              <a:buChar char="–"/>
              <a:defRPr sz="1400" kern="1200" baseline="0">
                <a:solidFill>
                  <a:schemeClr val="tx2"/>
                </a:solidFill>
                <a:latin typeface="+mn-lt"/>
                <a:ea typeface="+mn-ea"/>
                <a:cs typeface="+mn-cs"/>
              </a:defRPr>
            </a:lvl5pPr>
            <a:lvl6pPr marL="857250" indent="-171450" algn="l" defTabSz="457200" rtl="0" eaLnBrk="1" latinLnBrk="0" hangingPunct="1">
              <a:spcBef>
                <a:spcPts val="600"/>
              </a:spcBef>
              <a:buClrTx/>
              <a:buFont typeface="Arial" panose="020B0604020202020204" pitchFamily="34" charset="0"/>
              <a:buChar char="•"/>
              <a:defRPr sz="1400" kern="1200">
                <a:solidFill>
                  <a:schemeClr val="tx2"/>
                </a:solidFill>
                <a:latin typeface="+mn-lt"/>
                <a:ea typeface="+mn-ea"/>
                <a:cs typeface="+mn-cs"/>
              </a:defRPr>
            </a:lvl6pPr>
            <a:lvl7pPr marL="1028700" indent="-165100" algn="l" defTabSz="457200" rtl="0" eaLnBrk="1" latinLnBrk="0" hangingPunct="1">
              <a:spcBef>
                <a:spcPts val="600"/>
              </a:spcBef>
              <a:buClrTx/>
              <a:buFont typeface="Arial" panose="020B0604020202020204" pitchFamily="34" charset="0"/>
              <a:buChar char="–"/>
              <a:defRPr sz="1400" kern="1200">
                <a:solidFill>
                  <a:schemeClr val="tx2"/>
                </a:solidFill>
                <a:latin typeface="+mn-lt"/>
                <a:ea typeface="+mn-ea"/>
                <a:cs typeface="+mn-cs"/>
              </a:defRPr>
            </a:lvl7pPr>
            <a:lvl8pPr marL="1206500" indent="-177800" algn="l" defTabSz="457200" rtl="0" eaLnBrk="1" latinLnBrk="0" hangingPunct="1">
              <a:spcBef>
                <a:spcPts val="600"/>
              </a:spcBef>
              <a:buClrTx/>
              <a:buFont typeface="Arial"/>
              <a:buChar char="•"/>
              <a:defRPr sz="1400" kern="1200">
                <a:solidFill>
                  <a:schemeClr val="tx2"/>
                </a:solidFill>
                <a:latin typeface="+mn-lt"/>
                <a:ea typeface="+mn-ea"/>
                <a:cs typeface="+mn-cs"/>
              </a:defRPr>
            </a:lvl8pPr>
            <a:lvl9pPr marL="1371600" indent="-165100" algn="l" defTabSz="457200" rtl="0" eaLnBrk="1" latinLnBrk="0" hangingPunct="1">
              <a:spcBef>
                <a:spcPts val="600"/>
              </a:spcBef>
              <a:buClrTx/>
              <a:buFont typeface="Arial" panose="020B0604020202020204" pitchFamily="34" charset="0"/>
              <a:buChar char="–"/>
              <a:defRPr sz="1400" kern="1200">
                <a:solidFill>
                  <a:schemeClr val="tx2"/>
                </a:solidFill>
                <a:latin typeface="+mn-lt"/>
                <a:ea typeface="+mn-ea"/>
                <a:cs typeface="+mn-cs"/>
              </a:defRPr>
            </a:lvl9pPr>
          </a:lstStyle>
          <a:p>
            <a:r>
              <a:rPr lang="en-US" sz="1000"/>
              <a:t>Source information here in 10-point CVS Health Sans</a:t>
            </a:r>
          </a:p>
          <a:p>
            <a:endParaRPr lang="en-US"/>
          </a:p>
        </p:txBody>
      </p:sp>
      <p:sp>
        <p:nvSpPr>
          <p:cNvPr id="13" name="Key takeaway"/>
          <p:cNvSpPr/>
          <p:nvPr/>
        </p:nvSpPr>
        <p:spPr bwMode="gray">
          <a:xfrm>
            <a:off x="6099858" y="5111496"/>
            <a:ext cx="6099048" cy="521208"/>
          </a:xfrm>
          <a:prstGeom prst="rect">
            <a:avLst/>
          </a:prstGeom>
          <a:solidFill>
            <a:schemeClr val="accent5"/>
          </a:solidFill>
          <a:ln>
            <a:noFill/>
            <a:miter lim="800000"/>
          </a:ln>
          <a:effectLst/>
        </p:spPr>
        <p:style>
          <a:lnRef idx="1">
            <a:schemeClr val="accent1"/>
          </a:lnRef>
          <a:fillRef idx="3">
            <a:schemeClr val="accent1"/>
          </a:fillRef>
          <a:effectRef idx="2">
            <a:schemeClr val="accent1"/>
          </a:effectRef>
          <a:fontRef idx="minor">
            <a:schemeClr val="lt1"/>
          </a:fontRef>
        </p:style>
        <p:txBody>
          <a:bodyPr lIns="182880" rtlCol="0" anchor="ctr"/>
          <a:lstStyle/>
          <a:p>
            <a:r>
              <a:rPr lang="en-US" sz="1500" b="1">
                <a:solidFill>
                  <a:schemeClr val="bg1"/>
                </a:solidFill>
              </a:rPr>
              <a:t>Key takeaway here in 15-point CVS Health Sans Bold</a:t>
            </a:r>
          </a:p>
        </p:txBody>
      </p:sp>
      <p:sp>
        <p:nvSpPr>
          <p:cNvPr id="14" name="Rectangle 13">
            <a:extLst>
              <a:ext uri="{FF2B5EF4-FFF2-40B4-BE49-F238E27FC236}">
                <a16:creationId xmlns:a16="http://schemas.microsoft.com/office/drawing/2014/main" id="{F0375147-D8E9-43A4-9776-0A9FC96C9370}"/>
              </a:ext>
            </a:extLst>
          </p:cNvPr>
          <p:cNvSpPr/>
          <p:nvPr/>
        </p:nvSpPr>
        <p:spPr bwMode="gray">
          <a:xfrm>
            <a:off x="12372478" y="2"/>
            <a:ext cx="2341049" cy="1828798"/>
          </a:xfrm>
          <a:prstGeom prst="rect">
            <a:avLst/>
          </a:prstGeom>
          <a:solidFill>
            <a:srgbClr val="FFFF99"/>
          </a:solidFill>
          <a:ln>
            <a:noFill/>
            <a:miter lim="800000"/>
          </a:ln>
          <a:effectLst/>
        </p:spPr>
        <p:style>
          <a:lnRef idx="1">
            <a:schemeClr val="accent1"/>
          </a:lnRef>
          <a:fillRef idx="3">
            <a:schemeClr val="accent1"/>
          </a:fillRef>
          <a:effectRef idx="2">
            <a:schemeClr val="accent1"/>
          </a:effectRef>
          <a:fontRef idx="minor">
            <a:schemeClr val="lt1"/>
          </a:fontRef>
        </p:style>
        <p:txBody>
          <a:bodyPr lIns="182880" tIns="137160" rtlCol="0" anchor="t"/>
          <a:lstStyle/>
          <a:p>
            <a:pPr>
              <a:lnSpc>
                <a:spcPct val="105000"/>
              </a:lnSpc>
              <a:spcAft>
                <a:spcPts val="1200"/>
              </a:spcAft>
            </a:pPr>
            <a:r>
              <a:rPr lang="en-US" sz="1300" b="1">
                <a:solidFill>
                  <a:schemeClr val="tx2"/>
                </a:solidFill>
              </a:rPr>
              <a:t>To edit chart</a:t>
            </a:r>
          </a:p>
          <a:p>
            <a:pPr marL="231775" lvl="1" indent="-231775">
              <a:lnSpc>
                <a:spcPct val="105000"/>
              </a:lnSpc>
              <a:spcAft>
                <a:spcPts val="600"/>
              </a:spcAft>
              <a:buFont typeface="+mj-lt"/>
              <a:buAutoNum type="arabicPeriod"/>
            </a:pPr>
            <a:r>
              <a:rPr lang="en-US" sz="1300">
                <a:solidFill>
                  <a:schemeClr val="tx2"/>
                </a:solidFill>
              </a:rPr>
              <a:t>Right click on the chart</a:t>
            </a:r>
          </a:p>
          <a:p>
            <a:pPr marL="231775" lvl="1" indent="-231775">
              <a:lnSpc>
                <a:spcPct val="105000"/>
              </a:lnSpc>
              <a:spcAft>
                <a:spcPts val="600"/>
              </a:spcAft>
              <a:buFont typeface="+mj-lt"/>
              <a:buAutoNum type="arabicPeriod"/>
            </a:pPr>
            <a:r>
              <a:rPr lang="en-US" sz="1300">
                <a:solidFill>
                  <a:schemeClr val="tx2"/>
                </a:solidFill>
              </a:rPr>
              <a:t>Select “Edit Data”</a:t>
            </a:r>
          </a:p>
          <a:p>
            <a:pPr marL="231775" lvl="1" indent="-231775">
              <a:lnSpc>
                <a:spcPct val="105000"/>
              </a:lnSpc>
              <a:spcAft>
                <a:spcPts val="600"/>
              </a:spcAft>
              <a:buFont typeface="+mj-lt"/>
              <a:buAutoNum type="arabicPeriod"/>
            </a:pPr>
            <a:r>
              <a:rPr lang="en-US" sz="1300">
                <a:solidFill>
                  <a:schemeClr val="tx2"/>
                </a:solidFill>
              </a:rPr>
              <a:t>An Excel window will pop up where you can edit the data</a:t>
            </a:r>
          </a:p>
        </p:txBody>
      </p:sp>
      <p:sp>
        <p:nvSpPr>
          <p:cNvPr id="16" name="Rectangle 15">
            <a:extLst>
              <a:ext uri="{FF2B5EF4-FFF2-40B4-BE49-F238E27FC236}">
                <a16:creationId xmlns:a16="http://schemas.microsoft.com/office/drawing/2014/main" id="{60B0D2B0-B3F7-4D39-9545-7A03AD4AF3AF}"/>
              </a:ext>
            </a:extLst>
          </p:cNvPr>
          <p:cNvSpPr/>
          <p:nvPr/>
        </p:nvSpPr>
        <p:spPr bwMode="gray">
          <a:xfrm>
            <a:off x="12372478" y="1953186"/>
            <a:ext cx="2341049" cy="926273"/>
          </a:xfrm>
          <a:prstGeom prst="rect">
            <a:avLst/>
          </a:prstGeom>
          <a:solidFill>
            <a:srgbClr val="FFFF99"/>
          </a:solidFill>
          <a:ln>
            <a:noFill/>
            <a:miter lim="800000"/>
          </a:ln>
          <a:effectLst/>
        </p:spPr>
        <p:style>
          <a:lnRef idx="1">
            <a:schemeClr val="accent1"/>
          </a:lnRef>
          <a:fillRef idx="3">
            <a:schemeClr val="accent1"/>
          </a:fillRef>
          <a:effectRef idx="2">
            <a:schemeClr val="accent1"/>
          </a:effectRef>
          <a:fontRef idx="minor">
            <a:schemeClr val="lt1"/>
          </a:fontRef>
        </p:style>
        <p:txBody>
          <a:bodyPr lIns="182880" tIns="137160" rtlCol="0" anchor="t"/>
          <a:lstStyle/>
          <a:p>
            <a:pPr>
              <a:lnSpc>
                <a:spcPct val="105000"/>
              </a:lnSpc>
              <a:spcAft>
                <a:spcPts val="1200"/>
              </a:spcAft>
            </a:pPr>
            <a:r>
              <a:rPr lang="en-US" sz="1300" b="1">
                <a:solidFill>
                  <a:schemeClr val="tx2"/>
                </a:solidFill>
              </a:rPr>
              <a:t>More charts </a:t>
            </a:r>
            <a:r>
              <a:rPr lang="en-US" sz="1300">
                <a:solidFill>
                  <a:schemeClr val="tx2"/>
                </a:solidFill>
              </a:rPr>
              <a:t>are available in the chart library on the </a:t>
            </a:r>
            <a:r>
              <a:rPr lang="en-US" sz="1300" u="sng">
                <a:solidFill>
                  <a:schemeClr val="tx2"/>
                </a:solidFill>
                <a:hlinkClick r:id="rId4">
                  <a:extLst>
                    <a:ext uri="{A12FA001-AC4F-418D-AE19-62706E023703}">
                      <ahyp:hlinkClr xmlns:ahyp="http://schemas.microsoft.com/office/drawing/2018/hyperlinkcolor" val="tx"/>
                    </a:ext>
                  </a:extLst>
                </a:hlinkClick>
              </a:rPr>
              <a:t>Brand Center</a:t>
            </a:r>
            <a:r>
              <a:rPr lang="en-US" sz="1300">
                <a:solidFill>
                  <a:schemeClr val="tx2"/>
                </a:solidFill>
              </a:rPr>
              <a:t>.</a:t>
            </a:r>
            <a:endParaRPr lang="en-US" sz="1300" u="sng">
              <a:solidFill>
                <a:schemeClr val="tx2"/>
              </a:solidFill>
            </a:endParaRPr>
          </a:p>
        </p:txBody>
      </p:sp>
      <p:sp>
        <p:nvSpPr>
          <p:cNvPr id="19" name="Rectangle 18">
            <a:extLst>
              <a:ext uri="{FF2B5EF4-FFF2-40B4-BE49-F238E27FC236}">
                <a16:creationId xmlns:a16="http://schemas.microsoft.com/office/drawing/2014/main" id="{24DE9744-46D6-4A07-B61C-126FB91EE798}"/>
              </a:ext>
            </a:extLst>
          </p:cNvPr>
          <p:cNvSpPr/>
          <p:nvPr/>
        </p:nvSpPr>
        <p:spPr bwMode="gray">
          <a:xfrm>
            <a:off x="12372478" y="3003845"/>
            <a:ext cx="2341048" cy="3396093"/>
          </a:xfrm>
          <a:prstGeom prst="rect">
            <a:avLst/>
          </a:prstGeom>
          <a:solidFill>
            <a:schemeClr val="bg1"/>
          </a:solidFill>
          <a:ln>
            <a:noFill/>
            <a:miter lim="800000"/>
          </a:ln>
          <a:effectLst/>
        </p:spPr>
        <p:style>
          <a:lnRef idx="1">
            <a:schemeClr val="accent1"/>
          </a:lnRef>
          <a:fillRef idx="3">
            <a:schemeClr val="accent1"/>
          </a:fillRef>
          <a:effectRef idx="2">
            <a:schemeClr val="accent1"/>
          </a:effectRef>
          <a:fontRef idx="minor">
            <a:schemeClr val="lt1"/>
          </a:fontRef>
        </p:style>
        <p:txBody>
          <a:bodyPr lIns="182880" tIns="137160" rtlCol="0" anchor="t"/>
          <a:lstStyle/>
          <a:p>
            <a:pPr marL="0" lvl="1">
              <a:lnSpc>
                <a:spcPct val="95000"/>
              </a:lnSpc>
              <a:spcAft>
                <a:spcPts val="600"/>
              </a:spcAft>
            </a:pPr>
            <a:r>
              <a:rPr lang="en-US" sz="1500" b="1">
                <a:solidFill>
                  <a:schemeClr val="tx2"/>
                </a:solidFill>
              </a:rPr>
              <a:t>Accessibility </a:t>
            </a:r>
            <a:br>
              <a:rPr lang="en-US" sz="1500" b="1">
                <a:solidFill>
                  <a:schemeClr val="tx2"/>
                </a:solidFill>
              </a:rPr>
            </a:br>
            <a:r>
              <a:rPr lang="en-US" sz="1300">
                <a:solidFill>
                  <a:schemeClr val="tx2"/>
                </a:solidFill>
              </a:rPr>
              <a:t>guidance</a:t>
            </a:r>
          </a:p>
          <a:p>
            <a:pPr marL="0" lvl="1">
              <a:lnSpc>
                <a:spcPct val="105000"/>
              </a:lnSpc>
              <a:spcAft>
                <a:spcPts val="600"/>
              </a:spcAft>
            </a:pPr>
            <a:r>
              <a:rPr lang="en-US" sz="1300">
                <a:solidFill>
                  <a:schemeClr val="tx2"/>
                </a:solidFill>
              </a:rPr>
              <a:t>Detailed information should be included in </a:t>
            </a:r>
            <a:br>
              <a:rPr lang="en-US" sz="1300">
                <a:solidFill>
                  <a:schemeClr val="tx2"/>
                </a:solidFill>
              </a:rPr>
            </a:br>
            <a:r>
              <a:rPr lang="en-US" sz="1300">
                <a:solidFill>
                  <a:schemeClr val="tx2"/>
                </a:solidFill>
              </a:rPr>
              <a:t>the Alt Text. If this information is complex, </a:t>
            </a:r>
            <a:br>
              <a:rPr lang="en-US" sz="1300">
                <a:solidFill>
                  <a:schemeClr val="tx2"/>
                </a:solidFill>
              </a:rPr>
            </a:br>
            <a:r>
              <a:rPr lang="en-US" sz="1300">
                <a:solidFill>
                  <a:schemeClr val="tx2"/>
                </a:solidFill>
              </a:rPr>
              <a:t>the data/info can be presented in an embedded Excel spreadsheet or in </a:t>
            </a:r>
            <a:br>
              <a:rPr lang="en-US" sz="1300">
                <a:solidFill>
                  <a:schemeClr val="tx2"/>
                </a:solidFill>
              </a:rPr>
            </a:br>
            <a:r>
              <a:rPr lang="en-US" sz="1300">
                <a:solidFill>
                  <a:schemeClr val="tx2"/>
                </a:solidFill>
              </a:rPr>
              <a:t>the notes section.</a:t>
            </a:r>
          </a:p>
          <a:p>
            <a:pPr marL="0" lvl="1">
              <a:lnSpc>
                <a:spcPct val="105000"/>
              </a:lnSpc>
              <a:spcAft>
                <a:spcPts val="600"/>
              </a:spcAft>
            </a:pPr>
            <a:r>
              <a:rPr lang="en-US" sz="1300">
                <a:solidFill>
                  <a:schemeClr val="tx2"/>
                </a:solidFill>
              </a:rPr>
              <a:t>For more information on charts see the accessibility guidelines document on </a:t>
            </a:r>
            <a:br>
              <a:rPr lang="en-US" sz="1300">
                <a:solidFill>
                  <a:schemeClr val="tx2"/>
                </a:solidFill>
              </a:rPr>
            </a:br>
            <a:r>
              <a:rPr lang="en-US" sz="1300">
                <a:solidFill>
                  <a:schemeClr val="tx2"/>
                </a:solidFill>
              </a:rPr>
              <a:t>the </a:t>
            </a:r>
            <a:r>
              <a:rPr lang="en-US" sz="1300">
                <a:solidFill>
                  <a:schemeClr val="tx2"/>
                </a:solidFill>
                <a:hlinkClick r:id="rId4"/>
              </a:rPr>
              <a:t>Brand Center</a:t>
            </a:r>
            <a:r>
              <a:rPr lang="en-US" sz="1300">
                <a:solidFill>
                  <a:schemeClr val="tx2"/>
                </a:solidFill>
              </a:rPr>
              <a:t>.</a:t>
            </a:r>
          </a:p>
        </p:txBody>
      </p:sp>
    </p:spTree>
    <p:extLst>
      <p:ext uri="{BB962C8B-B14F-4D97-AF65-F5344CB8AC3E}">
        <p14:creationId xmlns:p14="http://schemas.microsoft.com/office/powerpoint/2010/main" val="269641985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557784" y="530351"/>
            <a:ext cx="9665208" cy="713232"/>
          </a:xfrm>
        </p:spPr>
        <p:txBody>
          <a:bodyPr/>
          <a:lstStyle/>
          <a:p>
            <a:r>
              <a:rPr lang="en-US"/>
              <a:t>Title for text and chart layout</a:t>
            </a:r>
          </a:p>
        </p:txBody>
      </p:sp>
      <p:sp>
        <p:nvSpPr>
          <p:cNvPr id="6" name="Content Placeholder 5"/>
          <p:cNvSpPr>
            <a:spLocks noGrp="1"/>
          </p:cNvSpPr>
          <p:nvPr>
            <p:ph idx="1"/>
          </p:nvPr>
        </p:nvSpPr>
        <p:spPr>
          <a:xfrm>
            <a:off x="557783" y="1767531"/>
            <a:ext cx="3438144" cy="2971800"/>
          </a:xfrm>
        </p:spPr>
        <p:txBody>
          <a:bodyPr/>
          <a:lstStyle/>
          <a:p>
            <a:r>
              <a:rPr lang="en-US"/>
              <a:t>Header is 18-point CVS Health Sans Bold in Text Gray</a:t>
            </a:r>
          </a:p>
          <a:p>
            <a:pPr lvl="1"/>
            <a:r>
              <a:rPr lang="en-US"/>
              <a:t>The body text is 13-point CVS Health Sans </a:t>
            </a:r>
            <a:br>
              <a:rPr lang="en-US"/>
            </a:br>
            <a:r>
              <a:rPr lang="en-US"/>
              <a:t>in Text Gray. </a:t>
            </a:r>
          </a:p>
          <a:p>
            <a:pPr lvl="2"/>
            <a:r>
              <a:rPr lang="en-US"/>
              <a:t>First-level bullet </a:t>
            </a:r>
          </a:p>
          <a:p>
            <a:pPr lvl="2"/>
            <a:r>
              <a:rPr lang="en-US"/>
              <a:t>First-level bullet</a:t>
            </a:r>
          </a:p>
          <a:p>
            <a:pPr lvl="3"/>
            <a:r>
              <a:rPr lang="en-US"/>
              <a:t>Second-level bullet</a:t>
            </a:r>
          </a:p>
        </p:txBody>
      </p:sp>
      <p:graphicFrame>
        <p:nvGraphicFramePr>
          <p:cNvPr id="14" name="Pie" descr="Example of a pie chart highlighting the Aetna brand.">
            <a:extLst>
              <a:ext uri="{FF2B5EF4-FFF2-40B4-BE49-F238E27FC236}">
                <a16:creationId xmlns:a16="http://schemas.microsoft.com/office/drawing/2014/main" id="{0F14C38A-F8B3-4CE2-9C53-5A918B26382B}"/>
              </a:ext>
              <a:ext uri="{C183D7F6-B498-43B3-948B-1728B52AA6E4}">
                <adec:decorative xmlns:adec="http://schemas.microsoft.com/office/drawing/2017/decorative" val="0"/>
              </a:ext>
            </a:extLst>
          </p:cNvPr>
          <p:cNvGraphicFramePr>
            <a:graphicFrameLocks noGrp="1"/>
          </p:cNvGraphicFramePr>
          <p:nvPr>
            <p:ph sz="quarter" idx="10"/>
            <p:extLst>
              <p:ext uri="{D42A27DB-BD31-4B8C-83A1-F6EECF244321}">
                <p14:modId xmlns:p14="http://schemas.microsoft.com/office/powerpoint/2010/main" val="3872002544"/>
              </p:ext>
            </p:extLst>
          </p:nvPr>
        </p:nvGraphicFramePr>
        <p:xfrm>
          <a:off x="4446588" y="1765300"/>
          <a:ext cx="7172325" cy="2974975"/>
        </p:xfrm>
        <a:graphic>
          <a:graphicData uri="http://schemas.openxmlformats.org/drawingml/2006/chart">
            <c:chart xmlns:c="http://schemas.openxmlformats.org/drawingml/2006/chart" xmlns:r="http://schemas.openxmlformats.org/officeDocument/2006/relationships" r:id="rId2"/>
          </a:graphicData>
        </a:graphic>
      </p:graphicFrame>
      <p:sp>
        <p:nvSpPr>
          <p:cNvPr id="12" name="Freeform: Shape 4">
            <a:extLst>
              <a:ext uri="{FF2B5EF4-FFF2-40B4-BE49-F238E27FC236}">
                <a16:creationId xmlns:a16="http://schemas.microsoft.com/office/drawing/2014/main" id="{160CCB25-E747-4E94-A566-F5EB2D3B23C6}"/>
              </a:ext>
              <a:ext uri="{C183D7F6-B498-43B3-948B-1728B52AA6E4}">
                <adec:decorative xmlns:adec="http://schemas.microsoft.com/office/drawing/2017/decorative" val="1"/>
              </a:ext>
            </a:extLst>
          </p:cNvPr>
          <p:cNvSpPr/>
          <p:nvPr/>
        </p:nvSpPr>
        <p:spPr>
          <a:xfrm>
            <a:off x="2231499" y="5106988"/>
            <a:ext cx="9960501" cy="132522"/>
          </a:xfrm>
          <a:custGeom>
            <a:avLst/>
            <a:gdLst>
              <a:gd name="connsiteX0" fmla="*/ 0 w 9886122"/>
              <a:gd name="connsiteY0" fmla="*/ 132522 h 132522"/>
              <a:gd name="connsiteX1" fmla="*/ 0 w 9886122"/>
              <a:gd name="connsiteY1" fmla="*/ 0 h 132522"/>
              <a:gd name="connsiteX2" fmla="*/ 9886122 w 9886122"/>
              <a:gd name="connsiteY2" fmla="*/ 0 h 132522"/>
            </a:gdLst>
            <a:ahLst/>
            <a:cxnLst>
              <a:cxn ang="0">
                <a:pos x="connsiteX0" y="connsiteY0"/>
              </a:cxn>
              <a:cxn ang="0">
                <a:pos x="connsiteX1" y="connsiteY1"/>
              </a:cxn>
              <a:cxn ang="0">
                <a:pos x="connsiteX2" y="connsiteY2"/>
              </a:cxn>
            </a:cxnLst>
            <a:rect l="l" t="t" r="r" b="b"/>
            <a:pathLst>
              <a:path w="9886122" h="132522">
                <a:moveTo>
                  <a:pt x="0" y="132522"/>
                </a:moveTo>
                <a:lnTo>
                  <a:pt x="0" y="0"/>
                </a:lnTo>
                <a:lnTo>
                  <a:pt x="9886122" y="0"/>
                </a:lnTo>
              </a:path>
            </a:pathLst>
          </a:custGeom>
          <a:ln w="12700" cmpd="sng">
            <a:solidFill>
              <a:schemeClr val="accent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latin typeface="CVS Health Sans" panose="020B0504020202020204" pitchFamily="34" charset="0"/>
            </a:endParaRPr>
          </a:p>
        </p:txBody>
      </p:sp>
      <p:sp>
        <p:nvSpPr>
          <p:cNvPr id="11" name="Source">
            <a:extLst>
              <a:ext uri="{FF2B5EF4-FFF2-40B4-BE49-F238E27FC236}">
                <a16:creationId xmlns:a16="http://schemas.microsoft.com/office/drawing/2014/main" id="{BD0F99FE-E03B-4215-808C-9AC2133759C2}"/>
              </a:ext>
            </a:extLst>
          </p:cNvPr>
          <p:cNvSpPr txBox="1">
            <a:spLocks/>
          </p:cNvSpPr>
          <p:nvPr/>
        </p:nvSpPr>
        <p:spPr bwMode="gray">
          <a:xfrm>
            <a:off x="2373688" y="5238750"/>
            <a:ext cx="3489229" cy="517525"/>
          </a:xfrm>
          <a:prstGeom prst="rect">
            <a:avLst/>
          </a:prstGeom>
        </p:spPr>
        <p:txBody>
          <a:bodyPr vert="horz" lIns="0" tIns="0" rIns="91440" bIns="0" rtlCol="0">
            <a:noAutofit/>
          </a:bodyPr>
          <a:lstStyle>
            <a:lvl1pPr marL="0" indent="0" algn="l" defTabSz="457200" rtl="0" eaLnBrk="1" latinLnBrk="0" hangingPunct="1">
              <a:spcBef>
                <a:spcPts val="1800"/>
              </a:spcBef>
              <a:buClrTx/>
              <a:buFont typeface="Arial"/>
              <a:buNone/>
              <a:defRPr sz="1400" b="0" kern="1200">
                <a:solidFill>
                  <a:schemeClr val="tx2"/>
                </a:solidFill>
                <a:latin typeface="+mn-lt"/>
                <a:ea typeface="+mn-ea"/>
                <a:cs typeface="+mn-cs"/>
              </a:defRPr>
            </a:lvl1pPr>
            <a:lvl2pPr marL="171450" indent="-171450" algn="l" defTabSz="457200" rtl="0" eaLnBrk="1" latinLnBrk="0" hangingPunct="1">
              <a:spcBef>
                <a:spcPts val="1200"/>
              </a:spcBef>
              <a:buClrTx/>
              <a:buFont typeface="Arial"/>
              <a:buChar char="•"/>
              <a:defRPr sz="1400" kern="1200">
                <a:solidFill>
                  <a:schemeClr val="tx2"/>
                </a:solidFill>
                <a:latin typeface="+mn-lt"/>
                <a:ea typeface="+mn-ea"/>
                <a:cs typeface="+mn-cs"/>
              </a:defRPr>
            </a:lvl2pPr>
            <a:lvl3pPr marL="342900" indent="-171450" algn="l" defTabSz="457200" rtl="0" eaLnBrk="1" latinLnBrk="0" hangingPunct="1">
              <a:spcBef>
                <a:spcPts val="600"/>
              </a:spcBef>
              <a:buClrTx/>
              <a:buFont typeface="CVS Health Sans"/>
              <a:buChar char="–"/>
              <a:defRPr sz="1400" kern="1200" baseline="0">
                <a:solidFill>
                  <a:schemeClr val="tx2"/>
                </a:solidFill>
                <a:latin typeface="+mn-lt"/>
                <a:ea typeface="+mn-ea"/>
                <a:cs typeface="+mn-cs"/>
              </a:defRPr>
            </a:lvl3pPr>
            <a:lvl4pPr marL="514350" indent="-171450" algn="l" defTabSz="457200" rtl="0" eaLnBrk="1" latinLnBrk="0" hangingPunct="1">
              <a:spcBef>
                <a:spcPts val="600"/>
              </a:spcBef>
              <a:buClrTx/>
              <a:buFont typeface="Arial"/>
              <a:buChar char="•"/>
              <a:defRPr sz="1400" kern="1200">
                <a:solidFill>
                  <a:schemeClr val="tx2"/>
                </a:solidFill>
                <a:latin typeface="+mn-lt"/>
                <a:ea typeface="+mn-ea"/>
                <a:cs typeface="+mn-cs"/>
              </a:defRPr>
            </a:lvl4pPr>
            <a:lvl5pPr marL="685800" indent="-171450" algn="l" defTabSz="457200" rtl="0" eaLnBrk="1" latinLnBrk="0" hangingPunct="1">
              <a:spcBef>
                <a:spcPts val="600"/>
              </a:spcBef>
              <a:buClrTx/>
              <a:buFont typeface="Arial" panose="020B0604020202020204" pitchFamily="34" charset="0"/>
              <a:buChar char="–"/>
              <a:defRPr sz="1400" kern="1200" baseline="0">
                <a:solidFill>
                  <a:schemeClr val="tx2"/>
                </a:solidFill>
                <a:latin typeface="+mn-lt"/>
                <a:ea typeface="+mn-ea"/>
                <a:cs typeface="+mn-cs"/>
              </a:defRPr>
            </a:lvl5pPr>
            <a:lvl6pPr marL="857250" indent="-171450" algn="l" defTabSz="457200" rtl="0" eaLnBrk="1" latinLnBrk="0" hangingPunct="1">
              <a:spcBef>
                <a:spcPts val="600"/>
              </a:spcBef>
              <a:buClrTx/>
              <a:buFont typeface="Arial" panose="020B0604020202020204" pitchFamily="34" charset="0"/>
              <a:buChar char="•"/>
              <a:defRPr sz="1400" kern="1200">
                <a:solidFill>
                  <a:schemeClr val="tx2"/>
                </a:solidFill>
                <a:latin typeface="+mn-lt"/>
                <a:ea typeface="+mn-ea"/>
                <a:cs typeface="+mn-cs"/>
              </a:defRPr>
            </a:lvl6pPr>
            <a:lvl7pPr marL="1028700" indent="-165100" algn="l" defTabSz="457200" rtl="0" eaLnBrk="1" latinLnBrk="0" hangingPunct="1">
              <a:spcBef>
                <a:spcPts val="600"/>
              </a:spcBef>
              <a:buClrTx/>
              <a:buFont typeface="Arial" panose="020B0604020202020204" pitchFamily="34" charset="0"/>
              <a:buChar char="–"/>
              <a:defRPr sz="1400" kern="1200">
                <a:solidFill>
                  <a:schemeClr val="tx2"/>
                </a:solidFill>
                <a:latin typeface="+mn-lt"/>
                <a:ea typeface="+mn-ea"/>
                <a:cs typeface="+mn-cs"/>
              </a:defRPr>
            </a:lvl7pPr>
            <a:lvl8pPr marL="1206500" indent="-177800" algn="l" defTabSz="457200" rtl="0" eaLnBrk="1" latinLnBrk="0" hangingPunct="1">
              <a:spcBef>
                <a:spcPts val="600"/>
              </a:spcBef>
              <a:buClrTx/>
              <a:buFont typeface="Arial"/>
              <a:buChar char="•"/>
              <a:defRPr sz="1400" kern="1200">
                <a:solidFill>
                  <a:schemeClr val="tx2"/>
                </a:solidFill>
                <a:latin typeface="+mn-lt"/>
                <a:ea typeface="+mn-ea"/>
                <a:cs typeface="+mn-cs"/>
              </a:defRPr>
            </a:lvl8pPr>
            <a:lvl9pPr marL="1371600" indent="-165100" algn="l" defTabSz="457200" rtl="0" eaLnBrk="1" latinLnBrk="0" hangingPunct="1">
              <a:spcBef>
                <a:spcPts val="600"/>
              </a:spcBef>
              <a:buClrTx/>
              <a:buFont typeface="Arial" panose="020B0604020202020204" pitchFamily="34" charset="0"/>
              <a:buChar char="–"/>
              <a:defRPr sz="1400" kern="1200">
                <a:solidFill>
                  <a:schemeClr val="tx2"/>
                </a:solidFill>
                <a:latin typeface="+mn-lt"/>
                <a:ea typeface="+mn-ea"/>
                <a:cs typeface="+mn-cs"/>
              </a:defRPr>
            </a:lvl9pPr>
          </a:lstStyle>
          <a:p>
            <a:r>
              <a:rPr lang="en-US" sz="1000"/>
              <a:t>Source information here in 10-point CVS Health Sans</a:t>
            </a:r>
          </a:p>
        </p:txBody>
      </p:sp>
      <p:sp>
        <p:nvSpPr>
          <p:cNvPr id="13" name="Key takeaway"/>
          <p:cNvSpPr/>
          <p:nvPr/>
        </p:nvSpPr>
        <p:spPr bwMode="gray">
          <a:xfrm>
            <a:off x="6099858" y="5111496"/>
            <a:ext cx="6099048" cy="521208"/>
          </a:xfrm>
          <a:prstGeom prst="rect">
            <a:avLst/>
          </a:prstGeom>
          <a:solidFill>
            <a:schemeClr val="accent5"/>
          </a:solidFill>
          <a:ln>
            <a:noFill/>
            <a:miter lim="800000"/>
          </a:ln>
          <a:effectLst/>
        </p:spPr>
        <p:style>
          <a:lnRef idx="1">
            <a:schemeClr val="accent1"/>
          </a:lnRef>
          <a:fillRef idx="3">
            <a:schemeClr val="accent1"/>
          </a:fillRef>
          <a:effectRef idx="2">
            <a:schemeClr val="accent1"/>
          </a:effectRef>
          <a:fontRef idx="minor">
            <a:schemeClr val="lt1"/>
          </a:fontRef>
        </p:style>
        <p:txBody>
          <a:bodyPr lIns="182880" rtlCol="0" anchor="ctr"/>
          <a:lstStyle/>
          <a:p>
            <a:r>
              <a:rPr lang="en-US" sz="1500" b="1">
                <a:solidFill>
                  <a:schemeClr val="bg1"/>
                </a:solidFill>
              </a:rPr>
              <a:t>Key takeaway here in 15-point CVS Health Sans Bold</a:t>
            </a:r>
          </a:p>
        </p:txBody>
      </p:sp>
      <p:sp>
        <p:nvSpPr>
          <p:cNvPr id="15" name="Rectangle 14">
            <a:extLst>
              <a:ext uri="{FF2B5EF4-FFF2-40B4-BE49-F238E27FC236}">
                <a16:creationId xmlns:a16="http://schemas.microsoft.com/office/drawing/2014/main" id="{5ABFABE2-8C23-4AA5-9027-74781FF2DF95}"/>
              </a:ext>
            </a:extLst>
          </p:cNvPr>
          <p:cNvSpPr/>
          <p:nvPr/>
        </p:nvSpPr>
        <p:spPr bwMode="gray">
          <a:xfrm>
            <a:off x="12372478" y="2"/>
            <a:ext cx="2341049" cy="1828798"/>
          </a:xfrm>
          <a:prstGeom prst="rect">
            <a:avLst/>
          </a:prstGeom>
          <a:solidFill>
            <a:srgbClr val="FFFF99"/>
          </a:solidFill>
          <a:ln>
            <a:noFill/>
            <a:miter lim="800000"/>
          </a:ln>
          <a:effectLst/>
        </p:spPr>
        <p:style>
          <a:lnRef idx="1">
            <a:schemeClr val="accent1"/>
          </a:lnRef>
          <a:fillRef idx="3">
            <a:schemeClr val="accent1"/>
          </a:fillRef>
          <a:effectRef idx="2">
            <a:schemeClr val="accent1"/>
          </a:effectRef>
          <a:fontRef idx="minor">
            <a:schemeClr val="lt1"/>
          </a:fontRef>
        </p:style>
        <p:txBody>
          <a:bodyPr lIns="182880" tIns="137160" rtlCol="0" anchor="t"/>
          <a:lstStyle/>
          <a:p>
            <a:pPr>
              <a:lnSpc>
                <a:spcPct val="105000"/>
              </a:lnSpc>
              <a:spcAft>
                <a:spcPts val="1200"/>
              </a:spcAft>
            </a:pPr>
            <a:r>
              <a:rPr lang="en-US" sz="1300" b="1">
                <a:solidFill>
                  <a:schemeClr val="tx2"/>
                </a:solidFill>
              </a:rPr>
              <a:t>To edit chart</a:t>
            </a:r>
          </a:p>
          <a:p>
            <a:pPr marL="231775" lvl="1" indent="-231775">
              <a:lnSpc>
                <a:spcPct val="105000"/>
              </a:lnSpc>
              <a:spcAft>
                <a:spcPts val="600"/>
              </a:spcAft>
              <a:buFont typeface="+mj-lt"/>
              <a:buAutoNum type="arabicPeriod"/>
            </a:pPr>
            <a:r>
              <a:rPr lang="en-US" sz="1300">
                <a:solidFill>
                  <a:schemeClr val="tx2"/>
                </a:solidFill>
              </a:rPr>
              <a:t>Right click on the chart</a:t>
            </a:r>
          </a:p>
          <a:p>
            <a:pPr marL="231775" lvl="1" indent="-231775">
              <a:lnSpc>
                <a:spcPct val="105000"/>
              </a:lnSpc>
              <a:spcAft>
                <a:spcPts val="600"/>
              </a:spcAft>
              <a:buFont typeface="+mj-lt"/>
              <a:buAutoNum type="arabicPeriod"/>
            </a:pPr>
            <a:r>
              <a:rPr lang="en-US" sz="1300">
                <a:solidFill>
                  <a:schemeClr val="tx2"/>
                </a:solidFill>
              </a:rPr>
              <a:t>Select “Edit Data”</a:t>
            </a:r>
          </a:p>
          <a:p>
            <a:pPr marL="231775" lvl="1" indent="-231775">
              <a:lnSpc>
                <a:spcPct val="105000"/>
              </a:lnSpc>
              <a:spcAft>
                <a:spcPts val="600"/>
              </a:spcAft>
              <a:buFont typeface="+mj-lt"/>
              <a:buAutoNum type="arabicPeriod"/>
            </a:pPr>
            <a:r>
              <a:rPr lang="en-US" sz="1300">
                <a:solidFill>
                  <a:schemeClr val="tx2"/>
                </a:solidFill>
              </a:rPr>
              <a:t>An Excel window will pop up where you can edit the data</a:t>
            </a:r>
          </a:p>
        </p:txBody>
      </p:sp>
      <p:sp>
        <p:nvSpPr>
          <p:cNvPr id="16" name="Rectangle 15">
            <a:extLst>
              <a:ext uri="{FF2B5EF4-FFF2-40B4-BE49-F238E27FC236}">
                <a16:creationId xmlns:a16="http://schemas.microsoft.com/office/drawing/2014/main" id="{8A9AE46C-8653-4539-A473-CE9746B3D400}"/>
              </a:ext>
            </a:extLst>
          </p:cNvPr>
          <p:cNvSpPr/>
          <p:nvPr/>
        </p:nvSpPr>
        <p:spPr bwMode="gray">
          <a:xfrm>
            <a:off x="12372478" y="1953186"/>
            <a:ext cx="2341049" cy="926273"/>
          </a:xfrm>
          <a:prstGeom prst="rect">
            <a:avLst/>
          </a:prstGeom>
          <a:solidFill>
            <a:srgbClr val="FFFF99"/>
          </a:solidFill>
          <a:ln>
            <a:noFill/>
            <a:miter lim="800000"/>
          </a:ln>
          <a:effectLst/>
        </p:spPr>
        <p:style>
          <a:lnRef idx="1">
            <a:schemeClr val="accent1"/>
          </a:lnRef>
          <a:fillRef idx="3">
            <a:schemeClr val="accent1"/>
          </a:fillRef>
          <a:effectRef idx="2">
            <a:schemeClr val="accent1"/>
          </a:effectRef>
          <a:fontRef idx="minor">
            <a:schemeClr val="lt1"/>
          </a:fontRef>
        </p:style>
        <p:txBody>
          <a:bodyPr lIns="182880" tIns="137160" rtlCol="0" anchor="t"/>
          <a:lstStyle/>
          <a:p>
            <a:pPr>
              <a:lnSpc>
                <a:spcPct val="105000"/>
              </a:lnSpc>
              <a:spcAft>
                <a:spcPts val="1200"/>
              </a:spcAft>
            </a:pPr>
            <a:r>
              <a:rPr lang="en-US" sz="1300" b="1">
                <a:solidFill>
                  <a:schemeClr val="tx2"/>
                </a:solidFill>
              </a:rPr>
              <a:t>More charts </a:t>
            </a:r>
            <a:r>
              <a:rPr lang="en-US" sz="1300">
                <a:solidFill>
                  <a:schemeClr val="tx2"/>
                </a:solidFill>
              </a:rPr>
              <a:t>are available in the chart library on the </a:t>
            </a:r>
            <a:r>
              <a:rPr lang="en-US" sz="1300" u="sng">
                <a:solidFill>
                  <a:schemeClr val="tx2"/>
                </a:solidFill>
                <a:hlinkClick r:id="rId3">
                  <a:extLst>
                    <a:ext uri="{A12FA001-AC4F-418D-AE19-62706E023703}">
                      <ahyp:hlinkClr xmlns:ahyp="http://schemas.microsoft.com/office/drawing/2018/hyperlinkcolor" val="tx"/>
                    </a:ext>
                  </a:extLst>
                </a:hlinkClick>
              </a:rPr>
              <a:t>Brand Center</a:t>
            </a:r>
            <a:r>
              <a:rPr lang="en-US" sz="1300">
                <a:solidFill>
                  <a:schemeClr val="tx2"/>
                </a:solidFill>
              </a:rPr>
              <a:t>.</a:t>
            </a:r>
            <a:endParaRPr lang="en-US" sz="1300" u="sng">
              <a:solidFill>
                <a:schemeClr val="tx2"/>
              </a:solidFill>
            </a:endParaRPr>
          </a:p>
        </p:txBody>
      </p:sp>
      <p:sp>
        <p:nvSpPr>
          <p:cNvPr id="17" name="Rectangle 16">
            <a:extLst>
              <a:ext uri="{FF2B5EF4-FFF2-40B4-BE49-F238E27FC236}">
                <a16:creationId xmlns:a16="http://schemas.microsoft.com/office/drawing/2014/main" id="{D9252353-1239-486D-95CF-58197E9B1B68}"/>
              </a:ext>
            </a:extLst>
          </p:cNvPr>
          <p:cNvSpPr/>
          <p:nvPr/>
        </p:nvSpPr>
        <p:spPr bwMode="gray">
          <a:xfrm>
            <a:off x="12372478" y="3003845"/>
            <a:ext cx="2341048" cy="3396093"/>
          </a:xfrm>
          <a:prstGeom prst="rect">
            <a:avLst/>
          </a:prstGeom>
          <a:solidFill>
            <a:schemeClr val="bg1"/>
          </a:solidFill>
          <a:ln>
            <a:noFill/>
            <a:miter lim="800000"/>
          </a:ln>
          <a:effectLst/>
        </p:spPr>
        <p:style>
          <a:lnRef idx="1">
            <a:schemeClr val="accent1"/>
          </a:lnRef>
          <a:fillRef idx="3">
            <a:schemeClr val="accent1"/>
          </a:fillRef>
          <a:effectRef idx="2">
            <a:schemeClr val="accent1"/>
          </a:effectRef>
          <a:fontRef idx="minor">
            <a:schemeClr val="lt1"/>
          </a:fontRef>
        </p:style>
        <p:txBody>
          <a:bodyPr lIns="182880" tIns="137160" rtlCol="0" anchor="t"/>
          <a:lstStyle/>
          <a:p>
            <a:pPr marL="0" lvl="1">
              <a:lnSpc>
                <a:spcPct val="95000"/>
              </a:lnSpc>
              <a:spcAft>
                <a:spcPts val="600"/>
              </a:spcAft>
            </a:pPr>
            <a:r>
              <a:rPr lang="en-US" sz="1500" b="1">
                <a:solidFill>
                  <a:schemeClr val="tx2"/>
                </a:solidFill>
              </a:rPr>
              <a:t>Accessibility </a:t>
            </a:r>
            <a:br>
              <a:rPr lang="en-US" sz="1500" b="1">
                <a:solidFill>
                  <a:schemeClr val="tx2"/>
                </a:solidFill>
              </a:rPr>
            </a:br>
            <a:r>
              <a:rPr lang="en-US" sz="1300">
                <a:solidFill>
                  <a:schemeClr val="tx2"/>
                </a:solidFill>
              </a:rPr>
              <a:t>guidance</a:t>
            </a:r>
          </a:p>
          <a:p>
            <a:pPr marL="0" lvl="1">
              <a:lnSpc>
                <a:spcPct val="105000"/>
              </a:lnSpc>
              <a:spcAft>
                <a:spcPts val="600"/>
              </a:spcAft>
            </a:pPr>
            <a:r>
              <a:rPr lang="en-US" sz="1300">
                <a:solidFill>
                  <a:schemeClr val="tx2"/>
                </a:solidFill>
              </a:rPr>
              <a:t>Detailed information should be included in </a:t>
            </a:r>
            <a:br>
              <a:rPr lang="en-US" sz="1300">
                <a:solidFill>
                  <a:schemeClr val="tx2"/>
                </a:solidFill>
              </a:rPr>
            </a:br>
            <a:r>
              <a:rPr lang="en-US" sz="1300">
                <a:solidFill>
                  <a:schemeClr val="tx2"/>
                </a:solidFill>
              </a:rPr>
              <a:t>the Alt Text. If this information is complex, </a:t>
            </a:r>
            <a:br>
              <a:rPr lang="en-US" sz="1300">
                <a:solidFill>
                  <a:schemeClr val="tx2"/>
                </a:solidFill>
              </a:rPr>
            </a:br>
            <a:r>
              <a:rPr lang="en-US" sz="1300">
                <a:solidFill>
                  <a:schemeClr val="tx2"/>
                </a:solidFill>
              </a:rPr>
              <a:t>the data/info can be presented in an embedded Excel spreadsheet or in </a:t>
            </a:r>
            <a:br>
              <a:rPr lang="en-US" sz="1300">
                <a:solidFill>
                  <a:schemeClr val="tx2"/>
                </a:solidFill>
              </a:rPr>
            </a:br>
            <a:r>
              <a:rPr lang="en-US" sz="1300">
                <a:solidFill>
                  <a:schemeClr val="tx2"/>
                </a:solidFill>
              </a:rPr>
              <a:t>the notes section.</a:t>
            </a:r>
          </a:p>
          <a:p>
            <a:pPr marL="0" lvl="1">
              <a:lnSpc>
                <a:spcPct val="105000"/>
              </a:lnSpc>
              <a:spcAft>
                <a:spcPts val="600"/>
              </a:spcAft>
            </a:pPr>
            <a:r>
              <a:rPr lang="en-US" sz="1300">
                <a:solidFill>
                  <a:schemeClr val="tx2"/>
                </a:solidFill>
              </a:rPr>
              <a:t>For more information on charts see the accessibility guidelines document on </a:t>
            </a:r>
            <a:br>
              <a:rPr lang="en-US" sz="1300">
                <a:solidFill>
                  <a:schemeClr val="tx2"/>
                </a:solidFill>
              </a:rPr>
            </a:br>
            <a:r>
              <a:rPr lang="en-US" sz="1300">
                <a:solidFill>
                  <a:schemeClr val="tx2"/>
                </a:solidFill>
              </a:rPr>
              <a:t>the </a:t>
            </a:r>
            <a:r>
              <a:rPr lang="en-US" sz="1300">
                <a:solidFill>
                  <a:schemeClr val="tx2"/>
                </a:solidFill>
                <a:hlinkClick r:id="rId3"/>
              </a:rPr>
              <a:t>Brand Center</a:t>
            </a:r>
            <a:r>
              <a:rPr lang="en-US" sz="1300">
                <a:solidFill>
                  <a:schemeClr val="tx2"/>
                </a:solidFill>
              </a:rPr>
              <a:t>.</a:t>
            </a:r>
          </a:p>
        </p:txBody>
      </p:sp>
    </p:spTree>
    <p:extLst>
      <p:ext uri="{BB962C8B-B14F-4D97-AF65-F5344CB8AC3E}">
        <p14:creationId xmlns:p14="http://schemas.microsoft.com/office/powerpoint/2010/main" val="188701521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557784" y="530351"/>
            <a:ext cx="9665208" cy="713232"/>
          </a:xfrm>
        </p:spPr>
        <p:txBody>
          <a:bodyPr/>
          <a:lstStyle/>
          <a:p>
            <a:r>
              <a:rPr lang="en-US"/>
              <a:t>Title for text and chart layout with brand-aligned data</a:t>
            </a:r>
          </a:p>
        </p:txBody>
      </p:sp>
      <p:sp>
        <p:nvSpPr>
          <p:cNvPr id="6" name="Content Placeholder 5"/>
          <p:cNvSpPr>
            <a:spLocks noGrp="1"/>
          </p:cNvSpPr>
          <p:nvPr>
            <p:ph idx="1"/>
          </p:nvPr>
        </p:nvSpPr>
        <p:spPr>
          <a:xfrm>
            <a:off x="557783" y="1767531"/>
            <a:ext cx="3438144" cy="2971800"/>
          </a:xfrm>
        </p:spPr>
        <p:txBody>
          <a:bodyPr/>
          <a:lstStyle/>
          <a:p>
            <a:r>
              <a:rPr lang="en-US"/>
              <a:t>Header is 18-point CVS Health Sans Bold in Text Gray</a:t>
            </a:r>
          </a:p>
          <a:p>
            <a:pPr lvl="1"/>
            <a:r>
              <a:rPr lang="en-US"/>
              <a:t>While new default colors have been introduced to use when creating charts, there are some options</a:t>
            </a:r>
          </a:p>
          <a:p>
            <a:pPr lvl="2"/>
            <a:r>
              <a:rPr lang="en-US"/>
              <a:t>CVS Health Red or any brand-aligned color can be used as a highlight when referring to the company itself</a:t>
            </a:r>
          </a:p>
          <a:p>
            <a:pPr marL="177800" marR="0" lvl="2" indent="-177800" algn="l" defTabSz="457200" rtl="0" eaLnBrk="1" fontAlgn="ctr" latinLnBrk="0" hangingPunct="1">
              <a:lnSpc>
                <a:spcPct val="100000"/>
              </a:lnSpc>
              <a:spcBef>
                <a:spcPts val="1200"/>
              </a:spcBef>
              <a:spcAft>
                <a:spcPts val="0"/>
              </a:spcAft>
              <a:buClrTx/>
              <a:buSzTx/>
              <a:buFont typeface="Arial" panose="020B0604020202020204" pitchFamily="34" charset="0"/>
              <a:buChar char="•"/>
              <a:tabLst/>
              <a:defRPr/>
            </a:pPr>
            <a:r>
              <a:rPr kumimoji="0" lang="en-US" sz="1300" b="0" i="0" u="none" strike="noStrike" kern="1200" cap="none" spc="0" normalizeH="0" baseline="0" noProof="0">
                <a:ln>
                  <a:noFill/>
                </a:ln>
                <a:solidFill>
                  <a:srgbClr val="3F3F3F"/>
                </a:solidFill>
                <a:effectLst/>
                <a:uLnTx/>
                <a:uFillTx/>
                <a:latin typeface="CVS Health Sans"/>
                <a:ea typeface="+mn-ea"/>
                <a:cs typeface="+mn-cs"/>
              </a:rPr>
              <a:t>When brand-aligned data is being called out, replace the current segment color with the brand-specific color</a:t>
            </a:r>
          </a:p>
        </p:txBody>
      </p:sp>
      <p:graphicFrame>
        <p:nvGraphicFramePr>
          <p:cNvPr id="14" name="Pie" descr="Example of a pie chart highlighting the Aetna brand.">
            <a:extLst>
              <a:ext uri="{FF2B5EF4-FFF2-40B4-BE49-F238E27FC236}">
                <a16:creationId xmlns:a16="http://schemas.microsoft.com/office/drawing/2014/main" id="{110309DC-52A0-4F6E-BE5D-1A203D720687}"/>
              </a:ext>
              <a:ext uri="{C183D7F6-B498-43B3-948B-1728B52AA6E4}">
                <adec:decorative xmlns:adec="http://schemas.microsoft.com/office/drawing/2017/decorative" val="0"/>
              </a:ext>
            </a:extLst>
          </p:cNvPr>
          <p:cNvGraphicFramePr>
            <a:graphicFrameLocks noGrp="1"/>
          </p:cNvGraphicFramePr>
          <p:nvPr>
            <p:ph sz="quarter" idx="10"/>
            <p:extLst>
              <p:ext uri="{D42A27DB-BD31-4B8C-83A1-F6EECF244321}">
                <p14:modId xmlns:p14="http://schemas.microsoft.com/office/powerpoint/2010/main" val="3691673523"/>
              </p:ext>
            </p:extLst>
          </p:nvPr>
        </p:nvGraphicFramePr>
        <p:xfrm>
          <a:off x="4446588" y="1765300"/>
          <a:ext cx="7172325" cy="2974975"/>
        </p:xfrm>
        <a:graphic>
          <a:graphicData uri="http://schemas.openxmlformats.org/drawingml/2006/chart">
            <c:chart xmlns:c="http://schemas.openxmlformats.org/drawingml/2006/chart" xmlns:r="http://schemas.openxmlformats.org/officeDocument/2006/relationships" r:id="rId2"/>
          </a:graphicData>
        </a:graphic>
      </p:graphicFrame>
      <p:sp>
        <p:nvSpPr>
          <p:cNvPr id="12" name="Freeform: Shape 4">
            <a:extLst>
              <a:ext uri="{FF2B5EF4-FFF2-40B4-BE49-F238E27FC236}">
                <a16:creationId xmlns:a16="http://schemas.microsoft.com/office/drawing/2014/main" id="{160CCB25-E747-4E94-A566-F5EB2D3B23C6}"/>
              </a:ext>
              <a:ext uri="{C183D7F6-B498-43B3-948B-1728B52AA6E4}">
                <adec:decorative xmlns:adec="http://schemas.microsoft.com/office/drawing/2017/decorative" val="1"/>
              </a:ext>
            </a:extLst>
          </p:cNvPr>
          <p:cNvSpPr/>
          <p:nvPr/>
        </p:nvSpPr>
        <p:spPr>
          <a:xfrm>
            <a:off x="2231499" y="5106988"/>
            <a:ext cx="9960501" cy="132522"/>
          </a:xfrm>
          <a:custGeom>
            <a:avLst/>
            <a:gdLst>
              <a:gd name="connsiteX0" fmla="*/ 0 w 9886122"/>
              <a:gd name="connsiteY0" fmla="*/ 132522 h 132522"/>
              <a:gd name="connsiteX1" fmla="*/ 0 w 9886122"/>
              <a:gd name="connsiteY1" fmla="*/ 0 h 132522"/>
              <a:gd name="connsiteX2" fmla="*/ 9886122 w 9886122"/>
              <a:gd name="connsiteY2" fmla="*/ 0 h 132522"/>
            </a:gdLst>
            <a:ahLst/>
            <a:cxnLst>
              <a:cxn ang="0">
                <a:pos x="connsiteX0" y="connsiteY0"/>
              </a:cxn>
              <a:cxn ang="0">
                <a:pos x="connsiteX1" y="connsiteY1"/>
              </a:cxn>
              <a:cxn ang="0">
                <a:pos x="connsiteX2" y="connsiteY2"/>
              </a:cxn>
            </a:cxnLst>
            <a:rect l="l" t="t" r="r" b="b"/>
            <a:pathLst>
              <a:path w="9886122" h="132522">
                <a:moveTo>
                  <a:pt x="0" y="132522"/>
                </a:moveTo>
                <a:lnTo>
                  <a:pt x="0" y="0"/>
                </a:lnTo>
                <a:lnTo>
                  <a:pt x="9886122" y="0"/>
                </a:lnTo>
              </a:path>
            </a:pathLst>
          </a:custGeom>
          <a:ln w="12700" cmpd="sng">
            <a:solidFill>
              <a:schemeClr val="accent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latin typeface="CVS Health Sans" panose="020B0504020202020204" pitchFamily="34" charset="0"/>
            </a:endParaRPr>
          </a:p>
        </p:txBody>
      </p:sp>
      <p:sp>
        <p:nvSpPr>
          <p:cNvPr id="11" name="Source">
            <a:extLst>
              <a:ext uri="{FF2B5EF4-FFF2-40B4-BE49-F238E27FC236}">
                <a16:creationId xmlns:a16="http://schemas.microsoft.com/office/drawing/2014/main" id="{BD0F99FE-E03B-4215-808C-9AC2133759C2}"/>
              </a:ext>
            </a:extLst>
          </p:cNvPr>
          <p:cNvSpPr txBox="1">
            <a:spLocks/>
          </p:cNvSpPr>
          <p:nvPr/>
        </p:nvSpPr>
        <p:spPr bwMode="gray">
          <a:xfrm>
            <a:off x="2373688" y="5238750"/>
            <a:ext cx="3489229" cy="517525"/>
          </a:xfrm>
          <a:prstGeom prst="rect">
            <a:avLst/>
          </a:prstGeom>
        </p:spPr>
        <p:txBody>
          <a:bodyPr vert="horz" lIns="0" tIns="0" rIns="91440" bIns="0" rtlCol="0">
            <a:noAutofit/>
          </a:bodyPr>
          <a:lstStyle>
            <a:lvl1pPr marL="0" indent="0" algn="l" defTabSz="457200" rtl="0" eaLnBrk="1" latinLnBrk="0" hangingPunct="1">
              <a:spcBef>
                <a:spcPts val="1800"/>
              </a:spcBef>
              <a:buClrTx/>
              <a:buFont typeface="Arial"/>
              <a:buNone/>
              <a:defRPr sz="1400" b="0" kern="1200">
                <a:solidFill>
                  <a:schemeClr val="tx2"/>
                </a:solidFill>
                <a:latin typeface="+mn-lt"/>
                <a:ea typeface="+mn-ea"/>
                <a:cs typeface="+mn-cs"/>
              </a:defRPr>
            </a:lvl1pPr>
            <a:lvl2pPr marL="171450" indent="-171450" algn="l" defTabSz="457200" rtl="0" eaLnBrk="1" latinLnBrk="0" hangingPunct="1">
              <a:spcBef>
                <a:spcPts val="1200"/>
              </a:spcBef>
              <a:buClrTx/>
              <a:buFont typeface="Arial"/>
              <a:buChar char="•"/>
              <a:defRPr sz="1400" kern="1200">
                <a:solidFill>
                  <a:schemeClr val="tx2"/>
                </a:solidFill>
                <a:latin typeface="+mn-lt"/>
                <a:ea typeface="+mn-ea"/>
                <a:cs typeface="+mn-cs"/>
              </a:defRPr>
            </a:lvl2pPr>
            <a:lvl3pPr marL="342900" indent="-171450" algn="l" defTabSz="457200" rtl="0" eaLnBrk="1" latinLnBrk="0" hangingPunct="1">
              <a:spcBef>
                <a:spcPts val="600"/>
              </a:spcBef>
              <a:buClrTx/>
              <a:buFont typeface="CVS Health Sans"/>
              <a:buChar char="–"/>
              <a:defRPr sz="1400" kern="1200" baseline="0">
                <a:solidFill>
                  <a:schemeClr val="tx2"/>
                </a:solidFill>
                <a:latin typeface="+mn-lt"/>
                <a:ea typeface="+mn-ea"/>
                <a:cs typeface="+mn-cs"/>
              </a:defRPr>
            </a:lvl3pPr>
            <a:lvl4pPr marL="514350" indent="-171450" algn="l" defTabSz="457200" rtl="0" eaLnBrk="1" latinLnBrk="0" hangingPunct="1">
              <a:spcBef>
                <a:spcPts val="600"/>
              </a:spcBef>
              <a:buClrTx/>
              <a:buFont typeface="Arial"/>
              <a:buChar char="•"/>
              <a:defRPr sz="1400" kern="1200">
                <a:solidFill>
                  <a:schemeClr val="tx2"/>
                </a:solidFill>
                <a:latin typeface="+mn-lt"/>
                <a:ea typeface="+mn-ea"/>
                <a:cs typeface="+mn-cs"/>
              </a:defRPr>
            </a:lvl4pPr>
            <a:lvl5pPr marL="685800" indent="-171450" algn="l" defTabSz="457200" rtl="0" eaLnBrk="1" latinLnBrk="0" hangingPunct="1">
              <a:spcBef>
                <a:spcPts val="600"/>
              </a:spcBef>
              <a:buClrTx/>
              <a:buFont typeface="Arial" panose="020B0604020202020204" pitchFamily="34" charset="0"/>
              <a:buChar char="–"/>
              <a:defRPr sz="1400" kern="1200" baseline="0">
                <a:solidFill>
                  <a:schemeClr val="tx2"/>
                </a:solidFill>
                <a:latin typeface="+mn-lt"/>
                <a:ea typeface="+mn-ea"/>
                <a:cs typeface="+mn-cs"/>
              </a:defRPr>
            </a:lvl5pPr>
            <a:lvl6pPr marL="857250" indent="-171450" algn="l" defTabSz="457200" rtl="0" eaLnBrk="1" latinLnBrk="0" hangingPunct="1">
              <a:spcBef>
                <a:spcPts val="600"/>
              </a:spcBef>
              <a:buClrTx/>
              <a:buFont typeface="Arial" panose="020B0604020202020204" pitchFamily="34" charset="0"/>
              <a:buChar char="•"/>
              <a:defRPr sz="1400" kern="1200">
                <a:solidFill>
                  <a:schemeClr val="tx2"/>
                </a:solidFill>
                <a:latin typeface="+mn-lt"/>
                <a:ea typeface="+mn-ea"/>
                <a:cs typeface="+mn-cs"/>
              </a:defRPr>
            </a:lvl6pPr>
            <a:lvl7pPr marL="1028700" indent="-165100" algn="l" defTabSz="457200" rtl="0" eaLnBrk="1" latinLnBrk="0" hangingPunct="1">
              <a:spcBef>
                <a:spcPts val="600"/>
              </a:spcBef>
              <a:buClrTx/>
              <a:buFont typeface="Arial" panose="020B0604020202020204" pitchFamily="34" charset="0"/>
              <a:buChar char="–"/>
              <a:defRPr sz="1400" kern="1200">
                <a:solidFill>
                  <a:schemeClr val="tx2"/>
                </a:solidFill>
                <a:latin typeface="+mn-lt"/>
                <a:ea typeface="+mn-ea"/>
                <a:cs typeface="+mn-cs"/>
              </a:defRPr>
            </a:lvl7pPr>
            <a:lvl8pPr marL="1206500" indent="-177800" algn="l" defTabSz="457200" rtl="0" eaLnBrk="1" latinLnBrk="0" hangingPunct="1">
              <a:spcBef>
                <a:spcPts val="600"/>
              </a:spcBef>
              <a:buClrTx/>
              <a:buFont typeface="Arial"/>
              <a:buChar char="•"/>
              <a:defRPr sz="1400" kern="1200">
                <a:solidFill>
                  <a:schemeClr val="tx2"/>
                </a:solidFill>
                <a:latin typeface="+mn-lt"/>
                <a:ea typeface="+mn-ea"/>
                <a:cs typeface="+mn-cs"/>
              </a:defRPr>
            </a:lvl8pPr>
            <a:lvl9pPr marL="1371600" indent="-165100" algn="l" defTabSz="457200" rtl="0" eaLnBrk="1" latinLnBrk="0" hangingPunct="1">
              <a:spcBef>
                <a:spcPts val="600"/>
              </a:spcBef>
              <a:buClrTx/>
              <a:buFont typeface="Arial" panose="020B0604020202020204" pitchFamily="34" charset="0"/>
              <a:buChar char="–"/>
              <a:defRPr sz="1400" kern="1200">
                <a:solidFill>
                  <a:schemeClr val="tx2"/>
                </a:solidFill>
                <a:latin typeface="+mn-lt"/>
                <a:ea typeface="+mn-ea"/>
                <a:cs typeface="+mn-cs"/>
              </a:defRPr>
            </a:lvl9pPr>
          </a:lstStyle>
          <a:p>
            <a:r>
              <a:rPr lang="en-US" sz="1000"/>
              <a:t>Source information here in 10-point CVS Health Sans</a:t>
            </a:r>
          </a:p>
        </p:txBody>
      </p:sp>
      <p:sp>
        <p:nvSpPr>
          <p:cNvPr id="13" name="Key takeaway"/>
          <p:cNvSpPr/>
          <p:nvPr/>
        </p:nvSpPr>
        <p:spPr bwMode="gray">
          <a:xfrm>
            <a:off x="6099858" y="5111496"/>
            <a:ext cx="6099048" cy="521208"/>
          </a:xfrm>
          <a:prstGeom prst="rect">
            <a:avLst/>
          </a:prstGeom>
          <a:solidFill>
            <a:schemeClr val="accent5"/>
          </a:solidFill>
          <a:ln>
            <a:noFill/>
            <a:miter lim="800000"/>
          </a:ln>
          <a:effectLst/>
        </p:spPr>
        <p:style>
          <a:lnRef idx="1">
            <a:schemeClr val="accent1"/>
          </a:lnRef>
          <a:fillRef idx="3">
            <a:schemeClr val="accent1"/>
          </a:fillRef>
          <a:effectRef idx="2">
            <a:schemeClr val="accent1"/>
          </a:effectRef>
          <a:fontRef idx="minor">
            <a:schemeClr val="lt1"/>
          </a:fontRef>
        </p:style>
        <p:txBody>
          <a:bodyPr lIns="182880" rtlCol="0" anchor="ctr"/>
          <a:lstStyle/>
          <a:p>
            <a:r>
              <a:rPr lang="en-US" sz="1500" b="1">
                <a:solidFill>
                  <a:schemeClr val="bg1"/>
                </a:solidFill>
              </a:rPr>
              <a:t>Key takeaway here in 15-point CVS Health Sans Bold</a:t>
            </a:r>
          </a:p>
        </p:txBody>
      </p:sp>
      <p:sp>
        <p:nvSpPr>
          <p:cNvPr id="15" name="Rectangle 14">
            <a:extLst>
              <a:ext uri="{FF2B5EF4-FFF2-40B4-BE49-F238E27FC236}">
                <a16:creationId xmlns:a16="http://schemas.microsoft.com/office/drawing/2014/main" id="{3A844BDF-2C14-496A-89F2-B555A6A912F1}"/>
              </a:ext>
            </a:extLst>
          </p:cNvPr>
          <p:cNvSpPr/>
          <p:nvPr/>
        </p:nvSpPr>
        <p:spPr bwMode="gray">
          <a:xfrm>
            <a:off x="12372478" y="2"/>
            <a:ext cx="2341049" cy="1828798"/>
          </a:xfrm>
          <a:prstGeom prst="rect">
            <a:avLst/>
          </a:prstGeom>
          <a:solidFill>
            <a:srgbClr val="FFFF99"/>
          </a:solidFill>
          <a:ln>
            <a:noFill/>
            <a:miter lim="800000"/>
          </a:ln>
          <a:effectLst/>
        </p:spPr>
        <p:style>
          <a:lnRef idx="1">
            <a:schemeClr val="accent1"/>
          </a:lnRef>
          <a:fillRef idx="3">
            <a:schemeClr val="accent1"/>
          </a:fillRef>
          <a:effectRef idx="2">
            <a:schemeClr val="accent1"/>
          </a:effectRef>
          <a:fontRef idx="minor">
            <a:schemeClr val="lt1"/>
          </a:fontRef>
        </p:style>
        <p:txBody>
          <a:bodyPr lIns="182880" tIns="137160" rtlCol="0" anchor="t"/>
          <a:lstStyle/>
          <a:p>
            <a:pPr>
              <a:lnSpc>
                <a:spcPct val="105000"/>
              </a:lnSpc>
              <a:spcAft>
                <a:spcPts val="1200"/>
              </a:spcAft>
            </a:pPr>
            <a:r>
              <a:rPr lang="en-US" sz="1300" b="1">
                <a:solidFill>
                  <a:schemeClr val="tx2"/>
                </a:solidFill>
              </a:rPr>
              <a:t>To edit chart</a:t>
            </a:r>
          </a:p>
          <a:p>
            <a:pPr marL="231775" lvl="1" indent="-231775">
              <a:lnSpc>
                <a:spcPct val="105000"/>
              </a:lnSpc>
              <a:spcAft>
                <a:spcPts val="600"/>
              </a:spcAft>
              <a:buFont typeface="+mj-lt"/>
              <a:buAutoNum type="arabicPeriod"/>
            </a:pPr>
            <a:r>
              <a:rPr lang="en-US" sz="1300">
                <a:solidFill>
                  <a:schemeClr val="tx2"/>
                </a:solidFill>
              </a:rPr>
              <a:t>Right click on the chart</a:t>
            </a:r>
          </a:p>
          <a:p>
            <a:pPr marL="231775" lvl="1" indent="-231775">
              <a:lnSpc>
                <a:spcPct val="105000"/>
              </a:lnSpc>
              <a:spcAft>
                <a:spcPts val="600"/>
              </a:spcAft>
              <a:buFont typeface="+mj-lt"/>
              <a:buAutoNum type="arabicPeriod"/>
            </a:pPr>
            <a:r>
              <a:rPr lang="en-US" sz="1300">
                <a:solidFill>
                  <a:schemeClr val="tx2"/>
                </a:solidFill>
              </a:rPr>
              <a:t>Select “Edit Data”</a:t>
            </a:r>
          </a:p>
          <a:p>
            <a:pPr marL="231775" lvl="1" indent="-231775">
              <a:lnSpc>
                <a:spcPct val="105000"/>
              </a:lnSpc>
              <a:spcAft>
                <a:spcPts val="600"/>
              </a:spcAft>
              <a:buFont typeface="+mj-lt"/>
              <a:buAutoNum type="arabicPeriod"/>
            </a:pPr>
            <a:r>
              <a:rPr lang="en-US" sz="1300">
                <a:solidFill>
                  <a:schemeClr val="tx2"/>
                </a:solidFill>
              </a:rPr>
              <a:t>An Excel window will pop up where you can edit the data</a:t>
            </a:r>
          </a:p>
        </p:txBody>
      </p:sp>
      <p:sp>
        <p:nvSpPr>
          <p:cNvPr id="16" name="Rectangle 15">
            <a:extLst>
              <a:ext uri="{FF2B5EF4-FFF2-40B4-BE49-F238E27FC236}">
                <a16:creationId xmlns:a16="http://schemas.microsoft.com/office/drawing/2014/main" id="{C913CBDE-5E90-4B69-AA83-2CF53827F7AC}"/>
              </a:ext>
            </a:extLst>
          </p:cNvPr>
          <p:cNvSpPr/>
          <p:nvPr/>
        </p:nvSpPr>
        <p:spPr bwMode="gray">
          <a:xfrm>
            <a:off x="12372478" y="1953186"/>
            <a:ext cx="2341049" cy="926273"/>
          </a:xfrm>
          <a:prstGeom prst="rect">
            <a:avLst/>
          </a:prstGeom>
          <a:solidFill>
            <a:srgbClr val="FFFF99"/>
          </a:solidFill>
          <a:ln>
            <a:noFill/>
            <a:miter lim="800000"/>
          </a:ln>
          <a:effectLst/>
        </p:spPr>
        <p:style>
          <a:lnRef idx="1">
            <a:schemeClr val="accent1"/>
          </a:lnRef>
          <a:fillRef idx="3">
            <a:schemeClr val="accent1"/>
          </a:fillRef>
          <a:effectRef idx="2">
            <a:schemeClr val="accent1"/>
          </a:effectRef>
          <a:fontRef idx="minor">
            <a:schemeClr val="lt1"/>
          </a:fontRef>
        </p:style>
        <p:txBody>
          <a:bodyPr lIns="182880" tIns="137160" rtlCol="0" anchor="t"/>
          <a:lstStyle/>
          <a:p>
            <a:pPr>
              <a:lnSpc>
                <a:spcPct val="105000"/>
              </a:lnSpc>
              <a:spcAft>
                <a:spcPts val="1200"/>
              </a:spcAft>
            </a:pPr>
            <a:r>
              <a:rPr lang="en-US" sz="1300" b="1">
                <a:solidFill>
                  <a:schemeClr val="tx2"/>
                </a:solidFill>
              </a:rPr>
              <a:t>More charts </a:t>
            </a:r>
            <a:r>
              <a:rPr lang="en-US" sz="1300">
                <a:solidFill>
                  <a:schemeClr val="tx2"/>
                </a:solidFill>
              </a:rPr>
              <a:t>are available in the chart library on the </a:t>
            </a:r>
            <a:r>
              <a:rPr lang="en-US" sz="1300" u="sng">
                <a:solidFill>
                  <a:schemeClr val="tx2"/>
                </a:solidFill>
                <a:hlinkClick r:id="rId3">
                  <a:extLst>
                    <a:ext uri="{A12FA001-AC4F-418D-AE19-62706E023703}">
                      <ahyp:hlinkClr xmlns:ahyp="http://schemas.microsoft.com/office/drawing/2018/hyperlinkcolor" val="tx"/>
                    </a:ext>
                  </a:extLst>
                </a:hlinkClick>
              </a:rPr>
              <a:t>Brand Center</a:t>
            </a:r>
            <a:r>
              <a:rPr lang="en-US" sz="1300">
                <a:solidFill>
                  <a:schemeClr val="tx2"/>
                </a:solidFill>
              </a:rPr>
              <a:t>.</a:t>
            </a:r>
            <a:endParaRPr lang="en-US" sz="1300" u="sng">
              <a:solidFill>
                <a:schemeClr val="tx2"/>
              </a:solidFill>
            </a:endParaRPr>
          </a:p>
        </p:txBody>
      </p:sp>
      <p:sp>
        <p:nvSpPr>
          <p:cNvPr id="17" name="Rectangle 16">
            <a:extLst>
              <a:ext uri="{FF2B5EF4-FFF2-40B4-BE49-F238E27FC236}">
                <a16:creationId xmlns:a16="http://schemas.microsoft.com/office/drawing/2014/main" id="{FBB46E1E-725F-4F93-895C-DFDBE1DDE47A}"/>
              </a:ext>
            </a:extLst>
          </p:cNvPr>
          <p:cNvSpPr/>
          <p:nvPr/>
        </p:nvSpPr>
        <p:spPr bwMode="gray">
          <a:xfrm>
            <a:off x="12372478" y="3003845"/>
            <a:ext cx="2341048" cy="3396093"/>
          </a:xfrm>
          <a:prstGeom prst="rect">
            <a:avLst/>
          </a:prstGeom>
          <a:solidFill>
            <a:schemeClr val="bg1"/>
          </a:solidFill>
          <a:ln>
            <a:noFill/>
            <a:miter lim="800000"/>
          </a:ln>
          <a:effectLst/>
        </p:spPr>
        <p:style>
          <a:lnRef idx="1">
            <a:schemeClr val="accent1"/>
          </a:lnRef>
          <a:fillRef idx="3">
            <a:schemeClr val="accent1"/>
          </a:fillRef>
          <a:effectRef idx="2">
            <a:schemeClr val="accent1"/>
          </a:effectRef>
          <a:fontRef idx="minor">
            <a:schemeClr val="lt1"/>
          </a:fontRef>
        </p:style>
        <p:txBody>
          <a:bodyPr lIns="182880" tIns="137160" rtlCol="0" anchor="t"/>
          <a:lstStyle/>
          <a:p>
            <a:pPr marL="0" lvl="1">
              <a:lnSpc>
                <a:spcPct val="95000"/>
              </a:lnSpc>
              <a:spcAft>
                <a:spcPts val="600"/>
              </a:spcAft>
            </a:pPr>
            <a:r>
              <a:rPr lang="en-US" sz="1500" b="1">
                <a:solidFill>
                  <a:schemeClr val="tx2"/>
                </a:solidFill>
              </a:rPr>
              <a:t>Accessibility </a:t>
            </a:r>
            <a:br>
              <a:rPr lang="en-US" sz="1500" b="1">
                <a:solidFill>
                  <a:schemeClr val="tx2"/>
                </a:solidFill>
              </a:rPr>
            </a:br>
            <a:r>
              <a:rPr lang="en-US" sz="1300">
                <a:solidFill>
                  <a:schemeClr val="tx2"/>
                </a:solidFill>
              </a:rPr>
              <a:t>guidance</a:t>
            </a:r>
          </a:p>
          <a:p>
            <a:pPr marL="0" lvl="1">
              <a:lnSpc>
                <a:spcPct val="105000"/>
              </a:lnSpc>
              <a:spcAft>
                <a:spcPts val="600"/>
              </a:spcAft>
            </a:pPr>
            <a:r>
              <a:rPr lang="en-US" sz="1300">
                <a:solidFill>
                  <a:schemeClr val="tx2"/>
                </a:solidFill>
              </a:rPr>
              <a:t>Detailed information should be included in </a:t>
            </a:r>
            <a:br>
              <a:rPr lang="en-US" sz="1300">
                <a:solidFill>
                  <a:schemeClr val="tx2"/>
                </a:solidFill>
              </a:rPr>
            </a:br>
            <a:r>
              <a:rPr lang="en-US" sz="1300">
                <a:solidFill>
                  <a:schemeClr val="tx2"/>
                </a:solidFill>
              </a:rPr>
              <a:t>the Alt Text. If this information is complex, </a:t>
            </a:r>
            <a:br>
              <a:rPr lang="en-US" sz="1300">
                <a:solidFill>
                  <a:schemeClr val="tx2"/>
                </a:solidFill>
              </a:rPr>
            </a:br>
            <a:r>
              <a:rPr lang="en-US" sz="1300">
                <a:solidFill>
                  <a:schemeClr val="tx2"/>
                </a:solidFill>
              </a:rPr>
              <a:t>the data/info can be presented in an embedded Excel spreadsheet or in </a:t>
            </a:r>
            <a:br>
              <a:rPr lang="en-US" sz="1300">
                <a:solidFill>
                  <a:schemeClr val="tx2"/>
                </a:solidFill>
              </a:rPr>
            </a:br>
            <a:r>
              <a:rPr lang="en-US" sz="1300">
                <a:solidFill>
                  <a:schemeClr val="tx2"/>
                </a:solidFill>
              </a:rPr>
              <a:t>the notes section.</a:t>
            </a:r>
          </a:p>
          <a:p>
            <a:pPr marL="0" lvl="1">
              <a:lnSpc>
                <a:spcPct val="105000"/>
              </a:lnSpc>
              <a:spcAft>
                <a:spcPts val="600"/>
              </a:spcAft>
            </a:pPr>
            <a:r>
              <a:rPr lang="en-US" sz="1300">
                <a:solidFill>
                  <a:schemeClr val="tx2"/>
                </a:solidFill>
              </a:rPr>
              <a:t>For more information on charts see the accessibility guidelines document on </a:t>
            </a:r>
            <a:br>
              <a:rPr lang="en-US" sz="1300">
                <a:solidFill>
                  <a:schemeClr val="tx2"/>
                </a:solidFill>
              </a:rPr>
            </a:br>
            <a:r>
              <a:rPr lang="en-US" sz="1300">
                <a:solidFill>
                  <a:schemeClr val="tx2"/>
                </a:solidFill>
              </a:rPr>
              <a:t>the </a:t>
            </a:r>
            <a:r>
              <a:rPr lang="en-US" sz="1300">
                <a:solidFill>
                  <a:schemeClr val="tx2"/>
                </a:solidFill>
                <a:hlinkClick r:id="rId3"/>
              </a:rPr>
              <a:t>Brand Center</a:t>
            </a:r>
            <a:r>
              <a:rPr lang="en-US" sz="1300">
                <a:solidFill>
                  <a:schemeClr val="tx2"/>
                </a:solidFill>
              </a:rPr>
              <a:t>.</a:t>
            </a:r>
          </a:p>
        </p:txBody>
      </p:sp>
    </p:spTree>
    <p:extLst>
      <p:ext uri="{BB962C8B-B14F-4D97-AF65-F5344CB8AC3E}">
        <p14:creationId xmlns:p14="http://schemas.microsoft.com/office/powerpoint/2010/main" val="261145384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t>Comparing three pie charts</a:t>
            </a:r>
          </a:p>
        </p:txBody>
      </p:sp>
      <p:graphicFrame>
        <p:nvGraphicFramePr>
          <p:cNvPr id="16" name="Pie" descr="Example of a pie chart using the current color palette.">
            <a:extLst>
              <a:ext uri="{FF2B5EF4-FFF2-40B4-BE49-F238E27FC236}">
                <a16:creationId xmlns:a16="http://schemas.microsoft.com/office/drawing/2014/main" id="{C1E3319E-3530-48F9-9599-F5CABF10281D}"/>
              </a:ext>
            </a:extLst>
          </p:cNvPr>
          <p:cNvGraphicFramePr>
            <a:graphicFrameLocks noGrp="1"/>
          </p:cNvGraphicFramePr>
          <p:nvPr>
            <p:ph sz="half" idx="1"/>
            <p:extLst>
              <p:ext uri="{D42A27DB-BD31-4B8C-83A1-F6EECF244321}">
                <p14:modId xmlns:p14="http://schemas.microsoft.com/office/powerpoint/2010/main" val="3667498038"/>
              </p:ext>
            </p:extLst>
          </p:nvPr>
        </p:nvGraphicFramePr>
        <p:xfrm>
          <a:off x="886620" y="1765300"/>
          <a:ext cx="3433762" cy="3987800"/>
        </p:xfrm>
        <a:graphic>
          <a:graphicData uri="http://schemas.openxmlformats.org/drawingml/2006/chart">
            <c:chart xmlns:c="http://schemas.openxmlformats.org/drawingml/2006/chart" xmlns:r="http://schemas.openxmlformats.org/officeDocument/2006/relationships" r:id="rId2"/>
          </a:graphicData>
        </a:graphic>
      </p:graphicFrame>
      <p:cxnSp>
        <p:nvCxnSpPr>
          <p:cNvPr id="17" name="Straight Connector 16">
            <a:extLst>
              <a:ext uri="{C183D7F6-B498-43B3-948B-1728B52AA6E4}">
                <adec:decorative xmlns:adec="http://schemas.microsoft.com/office/drawing/2017/decorative" val="1"/>
              </a:ext>
            </a:extLst>
          </p:cNvPr>
          <p:cNvCxnSpPr/>
          <p:nvPr/>
        </p:nvCxnSpPr>
        <p:spPr bwMode="gray">
          <a:xfrm>
            <a:off x="4189412" y="2842344"/>
            <a:ext cx="0" cy="1955800"/>
          </a:xfrm>
          <a:prstGeom prst="line">
            <a:avLst/>
          </a:prstGeom>
          <a:ln w="12700" cap="sq" cmpd="sng">
            <a:solidFill>
              <a:schemeClr val="accent6"/>
            </a:solidFill>
            <a:round/>
          </a:ln>
          <a:effectLst/>
        </p:spPr>
        <p:style>
          <a:lnRef idx="2">
            <a:schemeClr val="accent1"/>
          </a:lnRef>
          <a:fillRef idx="0">
            <a:schemeClr val="accent1"/>
          </a:fillRef>
          <a:effectRef idx="1">
            <a:schemeClr val="accent1"/>
          </a:effectRef>
          <a:fontRef idx="minor">
            <a:schemeClr val="tx1"/>
          </a:fontRef>
        </p:style>
      </p:cxnSp>
      <p:graphicFrame>
        <p:nvGraphicFramePr>
          <p:cNvPr id="23" name="Pie" descr="Example of a pie chart using the current color palette.">
            <a:extLst>
              <a:ext uri="{FF2B5EF4-FFF2-40B4-BE49-F238E27FC236}">
                <a16:creationId xmlns:a16="http://schemas.microsoft.com/office/drawing/2014/main" id="{193EEBFC-F79F-4BB5-BAD7-FE157167DEAD}"/>
              </a:ext>
            </a:extLst>
          </p:cNvPr>
          <p:cNvGraphicFramePr>
            <a:graphicFrameLocks noGrp="1"/>
          </p:cNvGraphicFramePr>
          <p:nvPr>
            <p:ph sz="half" idx="10"/>
            <p:extLst>
              <p:ext uri="{D42A27DB-BD31-4B8C-83A1-F6EECF244321}">
                <p14:modId xmlns:p14="http://schemas.microsoft.com/office/powerpoint/2010/main" val="332729264"/>
              </p:ext>
            </p:extLst>
          </p:nvPr>
        </p:nvGraphicFramePr>
        <p:xfrm>
          <a:off x="4514978" y="1765300"/>
          <a:ext cx="3433762" cy="3987800"/>
        </p:xfrm>
        <a:graphic>
          <a:graphicData uri="http://schemas.openxmlformats.org/drawingml/2006/chart">
            <c:chart xmlns:c="http://schemas.openxmlformats.org/drawingml/2006/chart" xmlns:r="http://schemas.openxmlformats.org/officeDocument/2006/relationships" r:id="rId3"/>
          </a:graphicData>
        </a:graphic>
      </p:graphicFrame>
      <p:cxnSp>
        <p:nvCxnSpPr>
          <p:cNvPr id="18" name="Straight Connector 17">
            <a:extLst>
              <a:ext uri="{C183D7F6-B498-43B3-948B-1728B52AA6E4}">
                <adec:decorative xmlns:adec="http://schemas.microsoft.com/office/drawing/2017/decorative" val="1"/>
              </a:ext>
            </a:extLst>
          </p:cNvPr>
          <p:cNvCxnSpPr/>
          <p:nvPr/>
        </p:nvCxnSpPr>
        <p:spPr bwMode="gray">
          <a:xfrm>
            <a:off x="7904162" y="2842344"/>
            <a:ext cx="0" cy="1955800"/>
          </a:xfrm>
          <a:prstGeom prst="line">
            <a:avLst/>
          </a:prstGeom>
          <a:ln w="12700" cap="sq" cmpd="sng">
            <a:solidFill>
              <a:schemeClr val="accent6"/>
            </a:solidFill>
            <a:round/>
          </a:ln>
          <a:effectLst/>
        </p:spPr>
        <p:style>
          <a:lnRef idx="2">
            <a:schemeClr val="accent1"/>
          </a:lnRef>
          <a:fillRef idx="0">
            <a:schemeClr val="accent1"/>
          </a:fillRef>
          <a:effectRef idx="1">
            <a:schemeClr val="accent1"/>
          </a:effectRef>
          <a:fontRef idx="minor">
            <a:schemeClr val="tx1"/>
          </a:fontRef>
        </p:style>
      </p:cxnSp>
      <p:graphicFrame>
        <p:nvGraphicFramePr>
          <p:cNvPr id="24" name="Pie" descr="Example of a pie chart using the current color palette.">
            <a:extLst>
              <a:ext uri="{FF2B5EF4-FFF2-40B4-BE49-F238E27FC236}">
                <a16:creationId xmlns:a16="http://schemas.microsoft.com/office/drawing/2014/main" id="{9083F714-7100-42B2-824B-6E97CD6CADBB}"/>
              </a:ext>
            </a:extLst>
          </p:cNvPr>
          <p:cNvGraphicFramePr>
            <a:graphicFrameLocks noGrp="1"/>
          </p:cNvGraphicFramePr>
          <p:nvPr>
            <p:ph sz="half" idx="11"/>
            <p:extLst>
              <p:ext uri="{D42A27DB-BD31-4B8C-83A1-F6EECF244321}">
                <p14:modId xmlns:p14="http://schemas.microsoft.com/office/powerpoint/2010/main" val="1985052023"/>
              </p:ext>
            </p:extLst>
          </p:nvPr>
        </p:nvGraphicFramePr>
        <p:xfrm>
          <a:off x="8183563" y="1765300"/>
          <a:ext cx="3433762" cy="3987800"/>
        </p:xfrm>
        <a:graphic>
          <a:graphicData uri="http://schemas.openxmlformats.org/drawingml/2006/chart">
            <c:chart xmlns:c="http://schemas.openxmlformats.org/drawingml/2006/chart" xmlns:r="http://schemas.openxmlformats.org/officeDocument/2006/relationships" r:id="rId4"/>
          </a:graphicData>
        </a:graphic>
      </p:graphicFrame>
      <p:sp>
        <p:nvSpPr>
          <p:cNvPr id="11" name="Rectangle 10">
            <a:extLst>
              <a:ext uri="{FF2B5EF4-FFF2-40B4-BE49-F238E27FC236}">
                <a16:creationId xmlns:a16="http://schemas.microsoft.com/office/drawing/2014/main" id="{7F110ED2-2BF8-42E7-AA6C-22808FB595C7}"/>
              </a:ext>
            </a:extLst>
          </p:cNvPr>
          <p:cNvSpPr/>
          <p:nvPr/>
        </p:nvSpPr>
        <p:spPr bwMode="gray">
          <a:xfrm>
            <a:off x="12372478" y="2"/>
            <a:ext cx="2341049" cy="1828798"/>
          </a:xfrm>
          <a:prstGeom prst="rect">
            <a:avLst/>
          </a:prstGeom>
          <a:solidFill>
            <a:srgbClr val="FFFF99"/>
          </a:solidFill>
          <a:ln>
            <a:noFill/>
            <a:miter lim="800000"/>
          </a:ln>
          <a:effectLst/>
        </p:spPr>
        <p:style>
          <a:lnRef idx="1">
            <a:schemeClr val="accent1"/>
          </a:lnRef>
          <a:fillRef idx="3">
            <a:schemeClr val="accent1"/>
          </a:fillRef>
          <a:effectRef idx="2">
            <a:schemeClr val="accent1"/>
          </a:effectRef>
          <a:fontRef idx="minor">
            <a:schemeClr val="lt1"/>
          </a:fontRef>
        </p:style>
        <p:txBody>
          <a:bodyPr lIns="182880" tIns="137160" rtlCol="0" anchor="t"/>
          <a:lstStyle/>
          <a:p>
            <a:pPr>
              <a:lnSpc>
                <a:spcPct val="105000"/>
              </a:lnSpc>
              <a:spcAft>
                <a:spcPts val="1200"/>
              </a:spcAft>
            </a:pPr>
            <a:r>
              <a:rPr lang="en-US" sz="1300" b="1">
                <a:solidFill>
                  <a:schemeClr val="tx2"/>
                </a:solidFill>
              </a:rPr>
              <a:t>To edit chart</a:t>
            </a:r>
          </a:p>
          <a:p>
            <a:pPr marL="231775" lvl="1" indent="-231775">
              <a:lnSpc>
                <a:spcPct val="105000"/>
              </a:lnSpc>
              <a:spcAft>
                <a:spcPts val="600"/>
              </a:spcAft>
              <a:buFont typeface="+mj-lt"/>
              <a:buAutoNum type="arabicPeriod"/>
            </a:pPr>
            <a:r>
              <a:rPr lang="en-US" sz="1300">
                <a:solidFill>
                  <a:schemeClr val="tx2"/>
                </a:solidFill>
              </a:rPr>
              <a:t>Right click on the chart</a:t>
            </a:r>
          </a:p>
          <a:p>
            <a:pPr marL="231775" lvl="1" indent="-231775">
              <a:lnSpc>
                <a:spcPct val="105000"/>
              </a:lnSpc>
              <a:spcAft>
                <a:spcPts val="600"/>
              </a:spcAft>
              <a:buFont typeface="+mj-lt"/>
              <a:buAutoNum type="arabicPeriod"/>
            </a:pPr>
            <a:r>
              <a:rPr lang="en-US" sz="1300">
                <a:solidFill>
                  <a:schemeClr val="tx2"/>
                </a:solidFill>
              </a:rPr>
              <a:t>Select “Edit Data”</a:t>
            </a:r>
          </a:p>
          <a:p>
            <a:pPr marL="231775" lvl="1" indent="-231775">
              <a:lnSpc>
                <a:spcPct val="105000"/>
              </a:lnSpc>
              <a:spcAft>
                <a:spcPts val="600"/>
              </a:spcAft>
              <a:buFont typeface="+mj-lt"/>
              <a:buAutoNum type="arabicPeriod"/>
            </a:pPr>
            <a:r>
              <a:rPr lang="en-US" sz="1300">
                <a:solidFill>
                  <a:schemeClr val="tx2"/>
                </a:solidFill>
              </a:rPr>
              <a:t>An Excel window will pop up where you can edit the data</a:t>
            </a:r>
          </a:p>
        </p:txBody>
      </p:sp>
      <p:sp>
        <p:nvSpPr>
          <p:cNvPr id="15" name="Rectangle 14">
            <a:extLst>
              <a:ext uri="{FF2B5EF4-FFF2-40B4-BE49-F238E27FC236}">
                <a16:creationId xmlns:a16="http://schemas.microsoft.com/office/drawing/2014/main" id="{805CB058-D4F3-43A2-8F67-2D628CF7D006}"/>
              </a:ext>
            </a:extLst>
          </p:cNvPr>
          <p:cNvSpPr/>
          <p:nvPr/>
        </p:nvSpPr>
        <p:spPr bwMode="gray">
          <a:xfrm>
            <a:off x="12372478" y="1953186"/>
            <a:ext cx="2341049" cy="926273"/>
          </a:xfrm>
          <a:prstGeom prst="rect">
            <a:avLst/>
          </a:prstGeom>
          <a:solidFill>
            <a:srgbClr val="FFFF99"/>
          </a:solidFill>
          <a:ln>
            <a:noFill/>
            <a:miter lim="800000"/>
          </a:ln>
          <a:effectLst/>
        </p:spPr>
        <p:style>
          <a:lnRef idx="1">
            <a:schemeClr val="accent1"/>
          </a:lnRef>
          <a:fillRef idx="3">
            <a:schemeClr val="accent1"/>
          </a:fillRef>
          <a:effectRef idx="2">
            <a:schemeClr val="accent1"/>
          </a:effectRef>
          <a:fontRef idx="minor">
            <a:schemeClr val="lt1"/>
          </a:fontRef>
        </p:style>
        <p:txBody>
          <a:bodyPr lIns="182880" tIns="137160" rtlCol="0" anchor="t"/>
          <a:lstStyle/>
          <a:p>
            <a:pPr>
              <a:lnSpc>
                <a:spcPct val="105000"/>
              </a:lnSpc>
              <a:spcAft>
                <a:spcPts val="1200"/>
              </a:spcAft>
            </a:pPr>
            <a:r>
              <a:rPr lang="en-US" sz="1300" b="1">
                <a:solidFill>
                  <a:schemeClr val="tx2"/>
                </a:solidFill>
              </a:rPr>
              <a:t>More charts </a:t>
            </a:r>
            <a:r>
              <a:rPr lang="en-US" sz="1300">
                <a:solidFill>
                  <a:schemeClr val="tx2"/>
                </a:solidFill>
              </a:rPr>
              <a:t>are available in the chart library on the </a:t>
            </a:r>
            <a:r>
              <a:rPr lang="en-US" sz="1300" u="sng">
                <a:solidFill>
                  <a:schemeClr val="tx2"/>
                </a:solidFill>
                <a:hlinkClick r:id="rId5">
                  <a:extLst>
                    <a:ext uri="{A12FA001-AC4F-418D-AE19-62706E023703}">
                      <ahyp:hlinkClr xmlns:ahyp="http://schemas.microsoft.com/office/drawing/2018/hyperlinkcolor" val="tx"/>
                    </a:ext>
                  </a:extLst>
                </a:hlinkClick>
              </a:rPr>
              <a:t>Brand Center</a:t>
            </a:r>
            <a:r>
              <a:rPr lang="en-US" sz="1300">
                <a:solidFill>
                  <a:schemeClr val="tx2"/>
                </a:solidFill>
              </a:rPr>
              <a:t>.</a:t>
            </a:r>
            <a:endParaRPr lang="en-US" sz="1300" u="sng">
              <a:solidFill>
                <a:schemeClr val="tx2"/>
              </a:solidFill>
            </a:endParaRPr>
          </a:p>
        </p:txBody>
      </p:sp>
      <p:sp>
        <p:nvSpPr>
          <p:cNvPr id="19" name="Rectangle 18">
            <a:extLst>
              <a:ext uri="{FF2B5EF4-FFF2-40B4-BE49-F238E27FC236}">
                <a16:creationId xmlns:a16="http://schemas.microsoft.com/office/drawing/2014/main" id="{221CD7CC-52C4-4DAD-B57F-703CDD3C796C}"/>
              </a:ext>
            </a:extLst>
          </p:cNvPr>
          <p:cNvSpPr/>
          <p:nvPr/>
        </p:nvSpPr>
        <p:spPr bwMode="gray">
          <a:xfrm>
            <a:off x="12372478" y="3003845"/>
            <a:ext cx="2341048" cy="3396093"/>
          </a:xfrm>
          <a:prstGeom prst="rect">
            <a:avLst/>
          </a:prstGeom>
          <a:solidFill>
            <a:schemeClr val="bg1"/>
          </a:solidFill>
          <a:ln>
            <a:noFill/>
            <a:miter lim="800000"/>
          </a:ln>
          <a:effectLst/>
        </p:spPr>
        <p:style>
          <a:lnRef idx="1">
            <a:schemeClr val="accent1"/>
          </a:lnRef>
          <a:fillRef idx="3">
            <a:schemeClr val="accent1"/>
          </a:fillRef>
          <a:effectRef idx="2">
            <a:schemeClr val="accent1"/>
          </a:effectRef>
          <a:fontRef idx="minor">
            <a:schemeClr val="lt1"/>
          </a:fontRef>
        </p:style>
        <p:txBody>
          <a:bodyPr lIns="182880" tIns="137160" rtlCol="0" anchor="t"/>
          <a:lstStyle/>
          <a:p>
            <a:pPr marL="0" lvl="1">
              <a:lnSpc>
                <a:spcPct val="95000"/>
              </a:lnSpc>
              <a:spcAft>
                <a:spcPts val="600"/>
              </a:spcAft>
            </a:pPr>
            <a:r>
              <a:rPr lang="en-US" sz="1500" b="1">
                <a:solidFill>
                  <a:schemeClr val="tx2"/>
                </a:solidFill>
              </a:rPr>
              <a:t>Accessibility </a:t>
            </a:r>
            <a:br>
              <a:rPr lang="en-US" sz="1500" b="1">
                <a:solidFill>
                  <a:schemeClr val="tx2"/>
                </a:solidFill>
              </a:rPr>
            </a:br>
            <a:r>
              <a:rPr lang="en-US" sz="1300">
                <a:solidFill>
                  <a:schemeClr val="tx2"/>
                </a:solidFill>
              </a:rPr>
              <a:t>guidance</a:t>
            </a:r>
          </a:p>
          <a:p>
            <a:pPr marL="0" lvl="1">
              <a:lnSpc>
                <a:spcPct val="105000"/>
              </a:lnSpc>
              <a:spcAft>
                <a:spcPts val="600"/>
              </a:spcAft>
            </a:pPr>
            <a:r>
              <a:rPr lang="en-US" sz="1300">
                <a:solidFill>
                  <a:schemeClr val="tx2"/>
                </a:solidFill>
              </a:rPr>
              <a:t>Detailed information should be included in </a:t>
            </a:r>
            <a:br>
              <a:rPr lang="en-US" sz="1300">
                <a:solidFill>
                  <a:schemeClr val="tx2"/>
                </a:solidFill>
              </a:rPr>
            </a:br>
            <a:r>
              <a:rPr lang="en-US" sz="1300">
                <a:solidFill>
                  <a:schemeClr val="tx2"/>
                </a:solidFill>
              </a:rPr>
              <a:t>the Alt Text. If this information is complex, </a:t>
            </a:r>
            <a:br>
              <a:rPr lang="en-US" sz="1300">
                <a:solidFill>
                  <a:schemeClr val="tx2"/>
                </a:solidFill>
              </a:rPr>
            </a:br>
            <a:r>
              <a:rPr lang="en-US" sz="1300">
                <a:solidFill>
                  <a:schemeClr val="tx2"/>
                </a:solidFill>
              </a:rPr>
              <a:t>the data/info can be presented in an embedded Excel spreadsheet or in </a:t>
            </a:r>
            <a:br>
              <a:rPr lang="en-US" sz="1300">
                <a:solidFill>
                  <a:schemeClr val="tx2"/>
                </a:solidFill>
              </a:rPr>
            </a:br>
            <a:r>
              <a:rPr lang="en-US" sz="1300">
                <a:solidFill>
                  <a:schemeClr val="tx2"/>
                </a:solidFill>
              </a:rPr>
              <a:t>the notes section.</a:t>
            </a:r>
          </a:p>
          <a:p>
            <a:pPr marL="0" lvl="1">
              <a:lnSpc>
                <a:spcPct val="105000"/>
              </a:lnSpc>
              <a:spcAft>
                <a:spcPts val="600"/>
              </a:spcAft>
            </a:pPr>
            <a:r>
              <a:rPr lang="en-US" sz="1300">
                <a:solidFill>
                  <a:schemeClr val="tx2"/>
                </a:solidFill>
              </a:rPr>
              <a:t>For more information on charts see the accessibility guidelines document on </a:t>
            </a:r>
            <a:br>
              <a:rPr lang="en-US" sz="1300">
                <a:solidFill>
                  <a:schemeClr val="tx2"/>
                </a:solidFill>
              </a:rPr>
            </a:br>
            <a:r>
              <a:rPr lang="en-US" sz="1300">
                <a:solidFill>
                  <a:schemeClr val="tx2"/>
                </a:solidFill>
              </a:rPr>
              <a:t>the </a:t>
            </a:r>
            <a:r>
              <a:rPr lang="en-US" sz="1300">
                <a:solidFill>
                  <a:schemeClr val="tx2"/>
                </a:solidFill>
                <a:hlinkClick r:id="rId5"/>
              </a:rPr>
              <a:t>Brand Center</a:t>
            </a:r>
            <a:r>
              <a:rPr lang="en-US" sz="1300">
                <a:solidFill>
                  <a:schemeClr val="tx2"/>
                </a:solidFill>
              </a:rPr>
              <a:t>.</a:t>
            </a:r>
          </a:p>
        </p:txBody>
      </p:sp>
    </p:spTree>
    <p:extLst>
      <p:ext uri="{BB962C8B-B14F-4D97-AF65-F5344CB8AC3E}">
        <p14:creationId xmlns:p14="http://schemas.microsoft.com/office/powerpoint/2010/main" val="208374839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DA95CE-4613-40B6-8E6C-136E40F1B4DB}"/>
              </a:ext>
            </a:extLst>
          </p:cNvPr>
          <p:cNvSpPr>
            <a:spLocks noGrp="1"/>
          </p:cNvSpPr>
          <p:nvPr>
            <p:ph type="title"/>
          </p:nvPr>
        </p:nvSpPr>
        <p:spPr/>
        <p:txBody>
          <a:bodyPr/>
          <a:lstStyle/>
          <a:p>
            <a:r>
              <a:rPr lang="en-US"/>
              <a:t>Title for diagram layout</a:t>
            </a:r>
          </a:p>
        </p:txBody>
      </p:sp>
      <p:sp>
        <p:nvSpPr>
          <p:cNvPr id="34" name="Pict 1"/>
          <p:cNvSpPr/>
          <p:nvPr/>
        </p:nvSpPr>
        <p:spPr>
          <a:xfrm>
            <a:off x="2315591" y="2345607"/>
            <a:ext cx="1097280" cy="848941"/>
          </a:xfrm>
          <a:prstGeom prst="rect">
            <a:avLst/>
          </a:prstGeom>
          <a:noFill/>
          <a:ln w="3175"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2"/>
                </a:solidFill>
                <a:cs typeface="Arial" panose="020B0604020202020204" pitchFamily="34" charset="0"/>
              </a:rPr>
              <a:t>place</a:t>
            </a:r>
            <a:br>
              <a:rPr lang="en-US" sz="1200" b="1">
                <a:solidFill>
                  <a:schemeClr val="tx2"/>
                </a:solidFill>
                <a:cs typeface="Arial" panose="020B0604020202020204" pitchFamily="34" charset="0"/>
              </a:rPr>
            </a:br>
            <a:r>
              <a:rPr lang="en-US" sz="1200" b="1">
                <a:solidFill>
                  <a:schemeClr val="tx2"/>
                </a:solidFill>
                <a:cs typeface="Arial" panose="020B0604020202020204" pitchFamily="34" charset="0"/>
              </a:rPr>
              <a:t>pictogram 1</a:t>
            </a:r>
            <a:br>
              <a:rPr lang="en-US" sz="1200" b="1">
                <a:solidFill>
                  <a:schemeClr val="tx2"/>
                </a:solidFill>
                <a:cs typeface="Arial" panose="020B0604020202020204" pitchFamily="34" charset="0"/>
              </a:rPr>
            </a:br>
            <a:r>
              <a:rPr lang="en-US" sz="1200" b="1">
                <a:solidFill>
                  <a:schemeClr val="tx2"/>
                </a:solidFill>
                <a:cs typeface="Arial" panose="020B0604020202020204" pitchFamily="34" charset="0"/>
              </a:rPr>
              <a:t>here</a:t>
            </a:r>
          </a:p>
        </p:txBody>
      </p:sp>
      <p:sp>
        <p:nvSpPr>
          <p:cNvPr id="18" name="Header 1">
            <a:extLst>
              <a:ext uri="{FF2B5EF4-FFF2-40B4-BE49-F238E27FC236}">
                <a16:creationId xmlns:a16="http://schemas.microsoft.com/office/drawing/2014/main" id="{B91FF13E-A81E-446D-AA58-949FF3FFDF43}"/>
              </a:ext>
            </a:extLst>
          </p:cNvPr>
          <p:cNvSpPr txBox="1"/>
          <p:nvPr/>
        </p:nvSpPr>
        <p:spPr>
          <a:xfrm>
            <a:off x="1833394" y="3871747"/>
            <a:ext cx="2061674" cy="1634836"/>
          </a:xfrm>
          <a:prstGeom prst="rect">
            <a:avLst/>
          </a:prstGeom>
          <a:noFill/>
        </p:spPr>
        <p:txBody>
          <a:bodyPr wrap="square" lIns="0" tIns="0" rIns="0" bIns="0" rtlCol="0">
            <a:noAutofit/>
          </a:bodyPr>
          <a:lstStyle/>
          <a:p>
            <a:pPr marL="0" marR="0" indent="0" algn="ctr" defTabSz="456758" rtl="0" eaLnBrk="1" fontAlgn="base" latinLnBrk="0" hangingPunct="1">
              <a:spcBef>
                <a:spcPts val="1200"/>
              </a:spcBef>
              <a:spcAft>
                <a:spcPts val="0"/>
              </a:spcAft>
              <a:buClrTx/>
              <a:buSzTx/>
              <a:buFontTx/>
              <a:buNone/>
              <a:tabLst/>
            </a:pPr>
            <a:r>
              <a:rPr lang="en-US" b="1">
                <a:cs typeface="Arial" panose="020B0604020202020204" pitchFamily="34" charset="0"/>
              </a:rPr>
              <a:t>Header 1 here</a:t>
            </a:r>
          </a:p>
          <a:p>
            <a:pPr marL="0" marR="0" indent="0" algn="ctr" defTabSz="456758" rtl="0" eaLnBrk="1" fontAlgn="base" latinLnBrk="0" hangingPunct="1">
              <a:spcBef>
                <a:spcPts val="1200"/>
              </a:spcBef>
              <a:spcAft>
                <a:spcPts val="0"/>
              </a:spcAft>
              <a:buClrTx/>
              <a:buSzTx/>
              <a:buFontTx/>
              <a:buNone/>
              <a:tabLst/>
            </a:pPr>
            <a:r>
              <a:rPr lang="en-US" sz="1300">
                <a:cs typeface="Arial" panose="020B0604020202020204" pitchFamily="34" charset="0"/>
              </a:rPr>
              <a:t>Description here. </a:t>
            </a:r>
            <a:br>
              <a:rPr lang="en-US" sz="1300">
                <a:cs typeface="Arial" panose="020B0604020202020204" pitchFamily="34" charset="0"/>
              </a:rPr>
            </a:br>
            <a:r>
              <a:rPr lang="en-US" sz="1300">
                <a:cs typeface="Arial" panose="020B0604020202020204" pitchFamily="34" charset="0"/>
              </a:rPr>
              <a:t>Both header and copy </a:t>
            </a:r>
            <a:br>
              <a:rPr lang="en-US" sz="1300">
                <a:cs typeface="Arial" panose="020B0604020202020204" pitchFamily="34" charset="0"/>
              </a:rPr>
            </a:br>
            <a:r>
              <a:rPr lang="en-US" sz="1300">
                <a:cs typeface="Arial" panose="020B0604020202020204" pitchFamily="34" charset="0"/>
              </a:rPr>
              <a:t>are centered.</a:t>
            </a:r>
          </a:p>
        </p:txBody>
      </p:sp>
      <p:sp>
        <p:nvSpPr>
          <p:cNvPr id="7" name="Oval 6">
            <a:extLst>
              <a:ext uri="{FF2B5EF4-FFF2-40B4-BE49-F238E27FC236}">
                <a16:creationId xmlns:a16="http://schemas.microsoft.com/office/drawing/2014/main" id="{6994664C-5849-41BD-8AC8-ED13D2D754C7}"/>
              </a:ext>
            </a:extLst>
          </p:cNvPr>
          <p:cNvSpPr/>
          <p:nvPr/>
        </p:nvSpPr>
        <p:spPr>
          <a:xfrm>
            <a:off x="4145189" y="2524317"/>
            <a:ext cx="509972" cy="509972"/>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800" b="1">
                <a:solidFill>
                  <a:schemeClr val="accent5"/>
                </a:solidFill>
                <a:cs typeface="Arial" panose="020B0604020202020204" pitchFamily="34" charset="0"/>
              </a:rPr>
              <a:t>+</a:t>
            </a:r>
          </a:p>
        </p:txBody>
      </p:sp>
      <p:sp>
        <p:nvSpPr>
          <p:cNvPr id="30" name="Pict 2"/>
          <p:cNvSpPr/>
          <p:nvPr/>
        </p:nvSpPr>
        <p:spPr>
          <a:xfrm>
            <a:off x="5451135" y="2345607"/>
            <a:ext cx="1097280" cy="848941"/>
          </a:xfrm>
          <a:prstGeom prst="rect">
            <a:avLst/>
          </a:prstGeom>
          <a:noFill/>
          <a:ln w="3175"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2"/>
                </a:solidFill>
                <a:cs typeface="Arial" panose="020B0604020202020204" pitchFamily="34" charset="0"/>
              </a:rPr>
              <a:t>place</a:t>
            </a:r>
            <a:br>
              <a:rPr lang="en-US" sz="1200" b="1">
                <a:solidFill>
                  <a:schemeClr val="tx2"/>
                </a:solidFill>
                <a:cs typeface="Arial" panose="020B0604020202020204" pitchFamily="34" charset="0"/>
              </a:rPr>
            </a:br>
            <a:r>
              <a:rPr lang="en-US" sz="1200" b="1">
                <a:solidFill>
                  <a:schemeClr val="tx2"/>
                </a:solidFill>
                <a:cs typeface="Arial" panose="020B0604020202020204" pitchFamily="34" charset="0"/>
              </a:rPr>
              <a:t>pictogram 2</a:t>
            </a:r>
            <a:br>
              <a:rPr lang="en-US" sz="1200" b="1">
                <a:solidFill>
                  <a:schemeClr val="tx2"/>
                </a:solidFill>
                <a:cs typeface="Arial" panose="020B0604020202020204" pitchFamily="34" charset="0"/>
              </a:rPr>
            </a:br>
            <a:r>
              <a:rPr lang="en-US" sz="1200" b="1">
                <a:solidFill>
                  <a:schemeClr val="tx2"/>
                </a:solidFill>
                <a:cs typeface="Arial" panose="020B0604020202020204" pitchFamily="34" charset="0"/>
              </a:rPr>
              <a:t>here</a:t>
            </a:r>
          </a:p>
        </p:txBody>
      </p:sp>
      <p:sp>
        <p:nvSpPr>
          <p:cNvPr id="20" name="Header 2">
            <a:extLst>
              <a:ext uri="{FF2B5EF4-FFF2-40B4-BE49-F238E27FC236}">
                <a16:creationId xmlns:a16="http://schemas.microsoft.com/office/drawing/2014/main" id="{97C767DF-5084-4936-9998-D5B05F2EA019}"/>
              </a:ext>
            </a:extLst>
          </p:cNvPr>
          <p:cNvSpPr txBox="1"/>
          <p:nvPr/>
        </p:nvSpPr>
        <p:spPr>
          <a:xfrm>
            <a:off x="4968938" y="3871747"/>
            <a:ext cx="2061674" cy="1634836"/>
          </a:xfrm>
          <a:prstGeom prst="rect">
            <a:avLst/>
          </a:prstGeom>
          <a:noFill/>
        </p:spPr>
        <p:txBody>
          <a:bodyPr wrap="square" lIns="0" tIns="0" rIns="0" bIns="0" rtlCol="0">
            <a:noAutofit/>
          </a:bodyPr>
          <a:lstStyle/>
          <a:p>
            <a:pPr algn="ctr" defTabSz="456758" fontAlgn="base">
              <a:spcBef>
                <a:spcPts val="1200"/>
              </a:spcBef>
            </a:pPr>
            <a:r>
              <a:rPr lang="en-US" b="1">
                <a:cs typeface="Arial" panose="020B0604020202020204" pitchFamily="34" charset="0"/>
              </a:rPr>
              <a:t>Header 2 here</a:t>
            </a:r>
          </a:p>
          <a:p>
            <a:pPr marL="0" marR="0" indent="0" algn="ctr" defTabSz="456758" rtl="0" eaLnBrk="1" fontAlgn="base" latinLnBrk="0" hangingPunct="1">
              <a:spcBef>
                <a:spcPts val="1200"/>
              </a:spcBef>
              <a:spcAft>
                <a:spcPts val="0"/>
              </a:spcAft>
              <a:buClrTx/>
              <a:buSzTx/>
              <a:buFontTx/>
              <a:buNone/>
              <a:tabLst/>
            </a:pPr>
            <a:r>
              <a:rPr lang="en-US" sz="1300">
                <a:cs typeface="Arial" panose="020B0604020202020204" pitchFamily="34" charset="0"/>
              </a:rPr>
              <a:t>Description here. </a:t>
            </a:r>
            <a:br>
              <a:rPr lang="en-US" sz="1300">
                <a:cs typeface="Arial" panose="020B0604020202020204" pitchFamily="34" charset="0"/>
              </a:rPr>
            </a:br>
            <a:r>
              <a:rPr lang="en-US" sz="1300">
                <a:cs typeface="Arial" panose="020B0604020202020204" pitchFamily="34" charset="0"/>
              </a:rPr>
              <a:t>Both header and copy </a:t>
            </a:r>
            <a:br>
              <a:rPr lang="en-US" sz="1300">
                <a:cs typeface="Arial" panose="020B0604020202020204" pitchFamily="34" charset="0"/>
              </a:rPr>
            </a:br>
            <a:r>
              <a:rPr lang="en-US" sz="1300">
                <a:cs typeface="Arial" panose="020B0604020202020204" pitchFamily="34" charset="0"/>
              </a:rPr>
              <a:t>are centered.</a:t>
            </a:r>
          </a:p>
        </p:txBody>
      </p:sp>
      <p:sp>
        <p:nvSpPr>
          <p:cNvPr id="8" name="Oval 7">
            <a:extLst>
              <a:ext uri="{FF2B5EF4-FFF2-40B4-BE49-F238E27FC236}">
                <a16:creationId xmlns:a16="http://schemas.microsoft.com/office/drawing/2014/main" id="{99C986EB-BBE8-4314-ADDA-5B4420136566}"/>
              </a:ext>
            </a:extLst>
          </p:cNvPr>
          <p:cNvSpPr/>
          <p:nvPr/>
        </p:nvSpPr>
        <p:spPr>
          <a:xfrm>
            <a:off x="7175641" y="2524317"/>
            <a:ext cx="509972" cy="509972"/>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800" b="1">
                <a:solidFill>
                  <a:schemeClr val="accent5"/>
                </a:solidFill>
                <a:cs typeface="Arial" panose="020B0604020202020204" pitchFamily="34" charset="0"/>
              </a:rPr>
              <a:t>=</a:t>
            </a:r>
          </a:p>
        </p:txBody>
      </p:sp>
      <p:sp>
        <p:nvSpPr>
          <p:cNvPr id="12" name="Oval 11">
            <a:extLst>
              <a:ext uri="{FF2B5EF4-FFF2-40B4-BE49-F238E27FC236}">
                <a16:creationId xmlns:a16="http://schemas.microsoft.com/office/drawing/2014/main" id="{67958005-114B-4B87-B939-1688224BDD13}"/>
              </a:ext>
            </a:extLst>
          </p:cNvPr>
          <p:cNvSpPr/>
          <p:nvPr/>
        </p:nvSpPr>
        <p:spPr>
          <a:xfrm>
            <a:off x="8438099" y="2079649"/>
            <a:ext cx="1399309" cy="139930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90000"/>
              </a:lnSpc>
            </a:pPr>
            <a:r>
              <a:rPr lang="en-US" b="1">
                <a:solidFill>
                  <a:schemeClr val="bg1"/>
                </a:solidFill>
                <a:cs typeface="Arial" panose="020B0604020202020204" pitchFamily="34" charset="0"/>
              </a:rPr>
              <a:t>More savings</a:t>
            </a:r>
          </a:p>
        </p:txBody>
      </p:sp>
      <p:sp>
        <p:nvSpPr>
          <p:cNvPr id="6" name="Text Placeholder 5">
            <a:extLst>
              <a:ext uri="{FF2B5EF4-FFF2-40B4-BE49-F238E27FC236}">
                <a16:creationId xmlns:a16="http://schemas.microsoft.com/office/drawing/2014/main" id="{727E202C-9B12-4CC8-8BCC-A7D17D72ECD5}"/>
              </a:ext>
            </a:extLst>
          </p:cNvPr>
          <p:cNvSpPr txBox="1">
            <a:spLocks/>
          </p:cNvSpPr>
          <p:nvPr/>
        </p:nvSpPr>
        <p:spPr>
          <a:xfrm>
            <a:off x="8104481" y="3871747"/>
            <a:ext cx="2066544" cy="2044835"/>
          </a:xfrm>
          <a:prstGeom prst="rect">
            <a:avLst/>
          </a:prstGeom>
        </p:spPr>
        <p:txBody>
          <a:bodyPr lIns="0" tIns="0" rIns="0" bIns="0"/>
          <a:lstStyle>
            <a:lvl1pPr marL="0" indent="0" algn="l" defTabSz="914400" rtl="0" eaLnBrk="1" latinLnBrk="0" hangingPunct="1">
              <a:spcBef>
                <a:spcPts val="0"/>
              </a:spcBef>
              <a:spcAft>
                <a:spcPts val="1200"/>
              </a:spcAft>
              <a:buClrTx/>
              <a:buFontTx/>
              <a:buNone/>
              <a:tabLst>
                <a:tab pos="1201738" algn="l"/>
              </a:tabLst>
              <a:defRPr sz="1400" b="0" i="0" kern="1200">
                <a:solidFill>
                  <a:schemeClr val="tx1"/>
                </a:solidFill>
                <a:latin typeface="Arial" panose="020B0604020202020204" pitchFamily="34" charset="0"/>
                <a:ea typeface="Open Sans" panose="020B0606030504020204" pitchFamily="34" charset="0"/>
                <a:cs typeface="Arial" panose="020B0604020202020204" pitchFamily="34" charset="0"/>
              </a:defRPr>
            </a:lvl1pPr>
            <a:lvl2pPr marL="173038" indent="-173038" algn="l" defTabSz="914400" rtl="0" eaLnBrk="1" latinLnBrk="0" hangingPunct="1">
              <a:spcBef>
                <a:spcPts val="0"/>
              </a:spcBef>
              <a:spcAft>
                <a:spcPts val="900"/>
              </a:spcAft>
              <a:buClrTx/>
              <a:buFont typeface="Arial" panose="020B0604020202020204" pitchFamily="34" charset="0"/>
              <a:buChar char="•"/>
              <a:tabLst>
                <a:tab pos="1201738" algn="l"/>
              </a:tabLst>
              <a:defRPr sz="1400" b="0" i="0" kern="1200">
                <a:solidFill>
                  <a:schemeClr val="tx1"/>
                </a:solidFill>
                <a:latin typeface="Arial" panose="020B0604020202020204" pitchFamily="34" charset="0"/>
                <a:ea typeface="Open Sans" panose="020B0606030504020204" pitchFamily="34" charset="0"/>
                <a:cs typeface="Arial" panose="020B0604020202020204" pitchFamily="34" charset="0"/>
              </a:defRPr>
            </a:lvl2pPr>
            <a:lvl3pPr marL="344488" indent="-174625" algn="l" defTabSz="914400" rtl="0" eaLnBrk="1" latinLnBrk="0" hangingPunct="1">
              <a:spcBef>
                <a:spcPts val="0"/>
              </a:spcBef>
              <a:spcAft>
                <a:spcPts val="900"/>
              </a:spcAft>
              <a:buClrTx/>
              <a:buFont typeface="Arial" panose="020B0604020202020204" pitchFamily="34" charset="0"/>
              <a:buChar char="‒"/>
              <a:tabLst>
                <a:tab pos="1201738" algn="l"/>
              </a:tabLst>
              <a:defRPr lang="en-US" sz="1400" b="0" i="0" kern="1200" dirty="0">
                <a:solidFill>
                  <a:schemeClr val="tx1"/>
                </a:solidFill>
                <a:latin typeface="Arial" panose="020B0604020202020204" pitchFamily="34" charset="0"/>
                <a:ea typeface="Open Sans" panose="020B0606030504020204" pitchFamily="34" charset="0"/>
                <a:cs typeface="Arial" panose="020B0604020202020204" pitchFamily="34" charset="0"/>
              </a:defRPr>
            </a:lvl3pPr>
            <a:lvl4pPr marL="515938" indent="-168275" algn="l" defTabSz="914400" rtl="0" eaLnBrk="1" latinLnBrk="0" hangingPunct="1">
              <a:spcBef>
                <a:spcPts val="0"/>
              </a:spcBef>
              <a:spcAft>
                <a:spcPts val="900"/>
              </a:spcAft>
              <a:buClrTx/>
              <a:buFont typeface="Arial" panose="020B0604020202020204" pitchFamily="34" charset="0"/>
              <a:buChar char="•"/>
              <a:tabLst>
                <a:tab pos="1201738" algn="l"/>
              </a:tabLst>
              <a:defRPr lang="en-US" sz="1400" b="0" i="0" kern="1200" dirty="0">
                <a:solidFill>
                  <a:schemeClr val="tx1"/>
                </a:solidFill>
                <a:latin typeface="Arial" panose="020B0604020202020204" pitchFamily="34" charset="0"/>
                <a:ea typeface="Open Sans" panose="020B0606030504020204" pitchFamily="34" charset="0"/>
                <a:cs typeface="Arial" panose="020B0604020202020204" pitchFamily="34" charset="0"/>
              </a:defRPr>
            </a:lvl4pPr>
            <a:lvl5pPr marL="685800" indent="-169863" algn="l" defTabSz="914400" rtl="0" eaLnBrk="1" latinLnBrk="0" hangingPunct="1">
              <a:spcBef>
                <a:spcPts val="0"/>
              </a:spcBef>
              <a:spcAft>
                <a:spcPts val="900"/>
              </a:spcAft>
              <a:buClrTx/>
              <a:buFont typeface="Arial" panose="020B0604020202020204" pitchFamily="34" charset="0"/>
              <a:buChar char="‒"/>
              <a:tabLst>
                <a:tab pos="1201738" algn="l"/>
              </a:tabLst>
              <a:defRPr lang="en-US" sz="1400" b="0" i="0" kern="1200" dirty="0">
                <a:solidFill>
                  <a:schemeClr val="tx1"/>
                </a:solidFill>
                <a:latin typeface="Arial" panose="020B0604020202020204" pitchFamily="34" charset="0"/>
                <a:ea typeface="Open Sans" panose="020B0606030504020204" pitchFamily="34" charset="0"/>
                <a:cs typeface="Arial" panose="020B0604020202020204" pitchFamily="34" charset="0"/>
              </a:defRPr>
            </a:lvl5pPr>
            <a:lvl6pPr marL="0" indent="0" algn="l" defTabSz="914400" rtl="0" eaLnBrk="1" latinLnBrk="0" hangingPunct="1">
              <a:spcBef>
                <a:spcPts val="600"/>
              </a:spcBef>
              <a:spcAft>
                <a:spcPts val="1200"/>
              </a:spcAft>
              <a:buFont typeface="Arial" pitchFamily="34" charset="0"/>
              <a:buNone/>
              <a:defRPr sz="1800" b="1" kern="1200">
                <a:solidFill>
                  <a:schemeClr val="tx1"/>
                </a:solidFill>
                <a:latin typeface="+mn-lt"/>
                <a:ea typeface="+mn-ea"/>
                <a:cs typeface="+mn-cs"/>
              </a:defRPr>
            </a:lvl6pPr>
            <a:lvl7pPr marL="0" indent="0" algn="l" defTabSz="914400" rtl="0" eaLnBrk="1" latinLnBrk="0" hangingPunct="1">
              <a:spcBef>
                <a:spcPts val="0"/>
              </a:spcBef>
              <a:spcAft>
                <a:spcPts val="900"/>
              </a:spcAft>
              <a:buFont typeface="Arial" pitchFamily="34" charset="0"/>
              <a:buNone/>
              <a:defRPr sz="1100" i="0" kern="1200">
                <a:solidFill>
                  <a:schemeClr val="tx1"/>
                </a:solidFill>
                <a:latin typeface="+mn-lt"/>
                <a:ea typeface="+mn-ea"/>
                <a:cs typeface="+mn-cs"/>
              </a:defRPr>
            </a:lvl7pPr>
            <a:lvl8pPr marL="0" indent="0" algn="l" defTabSz="914400" rtl="0" eaLnBrk="1" latinLnBrk="0" hangingPunct="1">
              <a:spcBef>
                <a:spcPts val="0"/>
              </a:spcBef>
              <a:spcAft>
                <a:spcPts val="900"/>
              </a:spcAft>
              <a:buFont typeface="Arial" pitchFamily="34" charset="0"/>
              <a:buNone/>
              <a:defRPr sz="1000" i="1" kern="1200">
                <a:solidFill>
                  <a:schemeClr val="tx1"/>
                </a:solidFill>
                <a:latin typeface="+mn-lt"/>
                <a:ea typeface="+mn-ea"/>
                <a:cs typeface="+mn-cs"/>
              </a:defRPr>
            </a:lvl8pPr>
            <a:lvl9pPr marL="0" indent="0" algn="l" defTabSz="914400" rtl="0" eaLnBrk="1" latinLnBrk="0" hangingPunct="1">
              <a:spcBef>
                <a:spcPts val="0"/>
              </a:spcBef>
              <a:spcAft>
                <a:spcPts val="900"/>
              </a:spcAft>
              <a:buFont typeface="Arial" pitchFamily="34" charset="0"/>
              <a:buNone/>
              <a:defRPr sz="800" kern="1200">
                <a:solidFill>
                  <a:schemeClr val="tx1"/>
                </a:solidFill>
                <a:latin typeface="+mn-lt"/>
                <a:ea typeface="+mn-ea"/>
                <a:cs typeface="+mn-cs"/>
              </a:defRPr>
            </a:lvl9pPr>
          </a:lstStyle>
          <a:p>
            <a:pPr marL="0" lvl="2" indent="0" algn="ctr">
              <a:spcAft>
                <a:spcPts val="0"/>
              </a:spcAft>
              <a:buFont typeface="Arial" panose="020B0604020202020204" pitchFamily="34" charset="0"/>
              <a:buNone/>
            </a:pPr>
            <a:r>
              <a:rPr lang="en-US" sz="4400" b="1">
                <a:solidFill>
                  <a:schemeClr val="tx2"/>
                </a:solidFill>
                <a:latin typeface="+mn-lt"/>
              </a:rPr>
              <a:t>15</a:t>
            </a:r>
            <a:r>
              <a:rPr lang="en-US" sz="4400" baseline="15000">
                <a:solidFill>
                  <a:schemeClr val="tx2"/>
                </a:solidFill>
                <a:latin typeface="+mn-lt"/>
              </a:rPr>
              <a:t>%</a:t>
            </a:r>
            <a:r>
              <a:rPr lang="en-US" sz="4400">
                <a:solidFill>
                  <a:schemeClr val="tx2"/>
                </a:solidFill>
                <a:latin typeface="+mn-lt"/>
              </a:rPr>
              <a:t> </a:t>
            </a:r>
            <a:endParaRPr lang="en-US" sz="2800">
              <a:solidFill>
                <a:schemeClr val="tx2"/>
              </a:solidFill>
              <a:latin typeface="+mn-lt"/>
            </a:endParaRPr>
          </a:p>
          <a:p>
            <a:pPr marL="0" lvl="2" indent="0" algn="ctr">
              <a:spcAft>
                <a:spcPts val="0"/>
              </a:spcAft>
              <a:buFont typeface="Arial" panose="020B0604020202020204" pitchFamily="34" charset="0"/>
              <a:buNone/>
            </a:pPr>
            <a:r>
              <a:rPr lang="en-US" sz="1300">
                <a:solidFill>
                  <a:schemeClr val="tx2"/>
                </a:solidFill>
                <a:latin typeface="+mn-lt"/>
              </a:rPr>
              <a:t>increase YOY</a:t>
            </a:r>
          </a:p>
          <a:p>
            <a:endParaRPr lang="en-US">
              <a:solidFill>
                <a:schemeClr val="tx2"/>
              </a:solidFill>
              <a:latin typeface="+mn-lt"/>
            </a:endParaRPr>
          </a:p>
        </p:txBody>
      </p:sp>
      <p:sp>
        <p:nvSpPr>
          <p:cNvPr id="14" name="Rectangle 13">
            <a:extLst>
              <a:ext uri="{FF2B5EF4-FFF2-40B4-BE49-F238E27FC236}">
                <a16:creationId xmlns:a16="http://schemas.microsoft.com/office/drawing/2014/main" id="{DB407B4B-F08B-48A8-A48A-E87270A4B279}"/>
              </a:ext>
            </a:extLst>
          </p:cNvPr>
          <p:cNvSpPr/>
          <p:nvPr/>
        </p:nvSpPr>
        <p:spPr bwMode="gray">
          <a:xfrm>
            <a:off x="12372479" y="8400"/>
            <a:ext cx="1771034" cy="894125"/>
          </a:xfrm>
          <a:prstGeom prst="rect">
            <a:avLst/>
          </a:prstGeom>
          <a:solidFill>
            <a:srgbClr val="FFFF99"/>
          </a:solidFill>
          <a:ln>
            <a:noFill/>
            <a:miter lim="800000"/>
          </a:ln>
          <a:effectLst/>
        </p:spPr>
        <p:style>
          <a:lnRef idx="1">
            <a:schemeClr val="accent1"/>
          </a:lnRef>
          <a:fillRef idx="3">
            <a:schemeClr val="accent1"/>
          </a:fillRef>
          <a:effectRef idx="2">
            <a:schemeClr val="accent1"/>
          </a:effectRef>
          <a:fontRef idx="minor">
            <a:schemeClr val="lt1"/>
          </a:fontRef>
        </p:style>
        <p:txBody>
          <a:bodyPr lIns="182880" tIns="137160" rtlCol="0" anchor="t"/>
          <a:lstStyle/>
          <a:p>
            <a:pPr>
              <a:lnSpc>
                <a:spcPct val="105000"/>
              </a:lnSpc>
              <a:spcAft>
                <a:spcPts val="1200"/>
              </a:spcAft>
            </a:pPr>
            <a:r>
              <a:rPr lang="en-US" sz="1300" b="1">
                <a:solidFill>
                  <a:srgbClr val="3F3F3F"/>
                </a:solidFill>
              </a:rPr>
              <a:t>Pictogram library </a:t>
            </a:r>
            <a:br>
              <a:rPr lang="en-US" sz="1300" b="1">
                <a:solidFill>
                  <a:srgbClr val="3F3F3F"/>
                </a:solidFill>
              </a:rPr>
            </a:br>
            <a:r>
              <a:rPr lang="en-US" sz="1300">
                <a:solidFill>
                  <a:srgbClr val="3F3F3F"/>
                </a:solidFill>
              </a:rPr>
              <a:t>is</a:t>
            </a:r>
            <a:r>
              <a:rPr lang="en-US" sz="1300" b="1">
                <a:solidFill>
                  <a:srgbClr val="3F3F3F"/>
                </a:solidFill>
              </a:rPr>
              <a:t> </a:t>
            </a:r>
            <a:r>
              <a:rPr lang="en-US" sz="1300">
                <a:solidFill>
                  <a:srgbClr val="3F3F3F"/>
                </a:solidFill>
              </a:rPr>
              <a:t>available on the </a:t>
            </a:r>
            <a:r>
              <a:rPr lang="en-US" sz="1300" u="sng">
                <a:solidFill>
                  <a:srgbClr val="3F3F3F"/>
                </a:solidFill>
                <a:hlinkClick r:id="rId2"/>
              </a:rPr>
              <a:t>Brand Center</a:t>
            </a:r>
            <a:r>
              <a:rPr lang="en-US" sz="1300">
                <a:solidFill>
                  <a:srgbClr val="3F3F3F"/>
                </a:solidFill>
              </a:rPr>
              <a:t>.</a:t>
            </a:r>
            <a:endParaRPr lang="en-US" sz="1300" u="sng">
              <a:solidFill>
                <a:schemeClr val="accent2"/>
              </a:solidFill>
            </a:endParaRPr>
          </a:p>
        </p:txBody>
      </p:sp>
      <p:sp>
        <p:nvSpPr>
          <p:cNvPr id="15" name="Rectangle 14">
            <a:extLst>
              <a:ext uri="{FF2B5EF4-FFF2-40B4-BE49-F238E27FC236}">
                <a16:creationId xmlns:a16="http://schemas.microsoft.com/office/drawing/2014/main" id="{06638BCC-AE13-4839-8CC6-B8C8B96C8BD8}"/>
              </a:ext>
            </a:extLst>
          </p:cNvPr>
          <p:cNvSpPr/>
          <p:nvPr/>
        </p:nvSpPr>
        <p:spPr bwMode="gray">
          <a:xfrm>
            <a:off x="12372479" y="980292"/>
            <a:ext cx="1771034" cy="1583045"/>
          </a:xfrm>
          <a:prstGeom prst="rect">
            <a:avLst/>
          </a:prstGeom>
          <a:solidFill>
            <a:schemeClr val="bg1"/>
          </a:solidFill>
          <a:ln>
            <a:noFill/>
            <a:miter lim="800000"/>
          </a:ln>
          <a:effectLst/>
        </p:spPr>
        <p:style>
          <a:lnRef idx="1">
            <a:schemeClr val="accent1"/>
          </a:lnRef>
          <a:fillRef idx="3">
            <a:schemeClr val="accent1"/>
          </a:fillRef>
          <a:effectRef idx="2">
            <a:schemeClr val="accent1"/>
          </a:effectRef>
          <a:fontRef idx="minor">
            <a:schemeClr val="lt1"/>
          </a:fontRef>
        </p:style>
        <p:txBody>
          <a:bodyPr lIns="182880" tIns="137160" rtlCol="0" anchor="t"/>
          <a:lstStyle/>
          <a:p>
            <a:pPr marL="0" lvl="1">
              <a:lnSpc>
                <a:spcPct val="90000"/>
              </a:lnSpc>
              <a:spcAft>
                <a:spcPts val="600"/>
              </a:spcAft>
            </a:pPr>
            <a:r>
              <a:rPr lang="en-US" sz="1500" b="1">
                <a:solidFill>
                  <a:schemeClr val="tx2"/>
                </a:solidFill>
              </a:rPr>
              <a:t>Accessibility </a:t>
            </a:r>
            <a:r>
              <a:rPr lang="en-US" sz="1300">
                <a:solidFill>
                  <a:schemeClr val="tx2"/>
                </a:solidFill>
              </a:rPr>
              <a:t>guidance</a:t>
            </a:r>
          </a:p>
          <a:p>
            <a:pPr marL="0" lvl="1">
              <a:lnSpc>
                <a:spcPct val="105000"/>
              </a:lnSpc>
              <a:spcAft>
                <a:spcPts val="600"/>
              </a:spcAft>
            </a:pPr>
            <a:r>
              <a:rPr lang="en-US" sz="1300">
                <a:solidFill>
                  <a:schemeClr val="tx2"/>
                </a:solidFill>
              </a:rPr>
              <a:t>Pictograms </a:t>
            </a:r>
            <a:br>
              <a:rPr lang="en-US" sz="1300">
                <a:solidFill>
                  <a:schemeClr val="tx2"/>
                </a:solidFill>
              </a:rPr>
            </a:br>
            <a:r>
              <a:rPr lang="en-US" sz="1300">
                <a:solidFill>
                  <a:schemeClr val="tx2"/>
                </a:solidFill>
              </a:rPr>
              <a:t>must have a </a:t>
            </a:r>
            <a:br>
              <a:rPr lang="en-US" sz="1300">
                <a:solidFill>
                  <a:schemeClr val="tx2"/>
                </a:solidFill>
              </a:rPr>
            </a:br>
            <a:r>
              <a:rPr lang="en-US" sz="1300">
                <a:solidFill>
                  <a:schemeClr val="tx2"/>
                </a:solidFill>
              </a:rPr>
              <a:t>short description </a:t>
            </a:r>
            <a:br>
              <a:rPr lang="en-US" sz="1300">
                <a:solidFill>
                  <a:schemeClr val="tx2"/>
                </a:solidFill>
              </a:rPr>
            </a:br>
            <a:r>
              <a:rPr lang="en-US" sz="1300">
                <a:solidFill>
                  <a:schemeClr val="tx2"/>
                </a:solidFill>
              </a:rPr>
              <a:t>in Alt Text.</a:t>
            </a:r>
          </a:p>
        </p:txBody>
      </p:sp>
    </p:spTree>
    <p:extLst>
      <p:ext uri="{BB962C8B-B14F-4D97-AF65-F5344CB8AC3E}">
        <p14:creationId xmlns:p14="http://schemas.microsoft.com/office/powerpoint/2010/main" val="90541754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21379-D9CF-4C9C-B008-5C8B3E16AB6E}"/>
              </a:ext>
            </a:extLst>
          </p:cNvPr>
          <p:cNvSpPr>
            <a:spLocks noGrp="1"/>
          </p:cNvSpPr>
          <p:nvPr>
            <p:ph type="title"/>
          </p:nvPr>
        </p:nvSpPr>
        <p:spPr/>
        <p:txBody>
          <a:bodyPr/>
          <a:lstStyle/>
          <a:p>
            <a:r>
              <a:rPr lang="en-US"/>
              <a:t>Title for map layout</a:t>
            </a:r>
          </a:p>
        </p:txBody>
      </p:sp>
      <p:sp>
        <p:nvSpPr>
          <p:cNvPr id="75" name="Rectangle 74">
            <a:extLst>
              <a:ext uri="{FF2B5EF4-FFF2-40B4-BE49-F238E27FC236}">
                <a16:creationId xmlns:a16="http://schemas.microsoft.com/office/drawing/2014/main" id="{B488165A-2856-4A80-876A-C9C1C633B339}"/>
              </a:ext>
            </a:extLst>
          </p:cNvPr>
          <p:cNvSpPr/>
          <p:nvPr/>
        </p:nvSpPr>
        <p:spPr>
          <a:xfrm>
            <a:off x="580093" y="1758385"/>
            <a:ext cx="753411" cy="230832"/>
          </a:xfrm>
          <a:prstGeom prst="rect">
            <a:avLst/>
          </a:prstGeom>
        </p:spPr>
        <p:txBody>
          <a:bodyPr wrap="none" lIns="0" tIns="0" rIns="0" bIns="0">
            <a:spAutoFit/>
          </a:bodyPr>
          <a:lstStyle/>
          <a:p>
            <a:pPr lvl="0"/>
            <a:r>
              <a:rPr lang="en-US" b="1">
                <a:solidFill>
                  <a:srgbClr val="3F3F3F"/>
                </a:solidFill>
                <a:ea typeface="Open Sans Light"/>
                <a:cs typeface="Arial" panose="020B0604020202020204" pitchFamily="34" charset="0"/>
              </a:rPr>
              <a:t>Regions</a:t>
            </a:r>
          </a:p>
        </p:txBody>
      </p:sp>
      <p:sp>
        <p:nvSpPr>
          <p:cNvPr id="76" name="Light navy swatch" descr="Navy light box in legend for West and Big Sky region.">
            <a:extLst>
              <a:ext uri="{FF2B5EF4-FFF2-40B4-BE49-F238E27FC236}">
                <a16:creationId xmlns:a16="http://schemas.microsoft.com/office/drawing/2014/main" id="{48C9DDF9-F832-47B9-BE7B-739FC1C7DBB5}"/>
              </a:ext>
              <a:ext uri="{C183D7F6-B498-43B3-948B-1728B52AA6E4}">
                <adec:decorative xmlns:adec="http://schemas.microsoft.com/office/drawing/2017/decorative" val="0"/>
              </a:ext>
            </a:extLst>
          </p:cNvPr>
          <p:cNvSpPr/>
          <p:nvPr/>
        </p:nvSpPr>
        <p:spPr bwMode="gray">
          <a:xfrm>
            <a:off x="588330" y="2219032"/>
            <a:ext cx="331588" cy="256620"/>
          </a:xfrm>
          <a:prstGeom prst="rect">
            <a:avLst/>
          </a:prstGeom>
          <a:solidFill>
            <a:srgbClr val="0A4B8C"/>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1">
              <a:solidFill>
                <a:schemeClr val="bg1"/>
              </a:solidFill>
            </a:endParaRPr>
          </a:p>
        </p:txBody>
      </p:sp>
      <p:sp>
        <p:nvSpPr>
          <p:cNvPr id="77" name="TextBox 76">
            <a:extLst>
              <a:ext uri="{FF2B5EF4-FFF2-40B4-BE49-F238E27FC236}">
                <a16:creationId xmlns:a16="http://schemas.microsoft.com/office/drawing/2014/main" id="{E43BC97A-CEB2-4F1C-A27C-62E1C4386CD7}"/>
              </a:ext>
            </a:extLst>
          </p:cNvPr>
          <p:cNvSpPr txBox="1"/>
          <p:nvPr/>
        </p:nvSpPr>
        <p:spPr>
          <a:xfrm>
            <a:off x="1046246" y="2239620"/>
            <a:ext cx="1829122" cy="523220"/>
          </a:xfrm>
          <a:prstGeom prst="rect">
            <a:avLst/>
          </a:prstGeom>
          <a:noFill/>
        </p:spPr>
        <p:txBody>
          <a:bodyPr wrap="square" lIns="0" tIns="0" rIns="0" bIns="0" rtlCol="0">
            <a:spAutoFit/>
          </a:bodyPr>
          <a:lstStyle/>
          <a:p>
            <a:r>
              <a:rPr lang="en-US" sz="1400" b="1"/>
              <a:t>West and Big Sky: </a:t>
            </a:r>
            <a:r>
              <a:rPr lang="en-US" sz="1000"/>
              <a:t>WA, OR, ID, MT, WY, CA, NV, UT, CO, AZ, AK and HI</a:t>
            </a:r>
            <a:endParaRPr lang="en-US" sz="1100"/>
          </a:p>
        </p:txBody>
      </p:sp>
      <p:sp>
        <p:nvSpPr>
          <p:cNvPr id="78" name="Blue swatch" descr="PPT blue dark box in legend for Central region.">
            <a:extLst>
              <a:ext uri="{FF2B5EF4-FFF2-40B4-BE49-F238E27FC236}">
                <a16:creationId xmlns:a16="http://schemas.microsoft.com/office/drawing/2014/main" id="{0B53B39D-5C8D-4D25-8FDF-67FAA7CD30E6}"/>
              </a:ext>
              <a:ext uri="{C183D7F6-B498-43B3-948B-1728B52AA6E4}">
                <adec:decorative xmlns:adec="http://schemas.microsoft.com/office/drawing/2017/decorative" val="0"/>
              </a:ext>
            </a:extLst>
          </p:cNvPr>
          <p:cNvSpPr/>
          <p:nvPr/>
        </p:nvSpPr>
        <p:spPr bwMode="gray">
          <a:xfrm>
            <a:off x="588330" y="2928227"/>
            <a:ext cx="331588" cy="256620"/>
          </a:xfrm>
          <a:prstGeom prst="rect">
            <a:avLst/>
          </a:prstGeom>
          <a:solidFill>
            <a:srgbClr val="267AC0"/>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1">
              <a:solidFill>
                <a:schemeClr val="bg1"/>
              </a:solidFill>
            </a:endParaRPr>
          </a:p>
        </p:txBody>
      </p:sp>
      <p:sp>
        <p:nvSpPr>
          <p:cNvPr id="79" name="TextBox 78">
            <a:extLst>
              <a:ext uri="{FF2B5EF4-FFF2-40B4-BE49-F238E27FC236}">
                <a16:creationId xmlns:a16="http://schemas.microsoft.com/office/drawing/2014/main" id="{0913AB4D-E59E-4F72-AD7A-0EC03E69B14A}"/>
              </a:ext>
            </a:extLst>
          </p:cNvPr>
          <p:cNvSpPr txBox="1"/>
          <p:nvPr/>
        </p:nvSpPr>
        <p:spPr>
          <a:xfrm>
            <a:off x="1046245" y="2947185"/>
            <a:ext cx="2016820" cy="369332"/>
          </a:xfrm>
          <a:prstGeom prst="rect">
            <a:avLst/>
          </a:prstGeom>
          <a:noFill/>
        </p:spPr>
        <p:txBody>
          <a:bodyPr wrap="square" lIns="0" tIns="0" rIns="0" bIns="0" rtlCol="0">
            <a:spAutoFit/>
          </a:bodyPr>
          <a:lstStyle/>
          <a:p>
            <a:r>
              <a:rPr lang="en-US" sz="1400" b="1"/>
              <a:t>Central</a:t>
            </a:r>
            <a:r>
              <a:rPr kumimoji="0" lang="en-US" sz="1400" b="1" i="0" u="none" strike="noStrike" kern="1200" cap="none" spc="0" normalizeH="0" baseline="0" noProof="0">
                <a:ln>
                  <a:noFill/>
                </a:ln>
                <a:solidFill>
                  <a:srgbClr val="3F3F3F"/>
                </a:solidFill>
                <a:effectLst/>
                <a:uLnTx/>
                <a:uFillTx/>
                <a:ea typeface="+mn-ea"/>
                <a:cs typeface="+mn-cs"/>
              </a:rPr>
              <a:t>: </a:t>
            </a:r>
            <a:r>
              <a:rPr lang="en-US" sz="1000">
                <a:solidFill>
                  <a:srgbClr val="3F3F3F"/>
                </a:solidFill>
              </a:rPr>
              <a:t>ND, SD, NE, IA, KS, MO, NM, OK and TX</a:t>
            </a:r>
            <a:endParaRPr lang="en-US" sz="1400"/>
          </a:p>
        </p:txBody>
      </p:sp>
      <p:sp>
        <p:nvSpPr>
          <p:cNvPr id="81" name="Navy swatch" descr="PPT teal extradark box in legend for Northeast and Great Lakes region.">
            <a:extLst>
              <a:ext uri="{FF2B5EF4-FFF2-40B4-BE49-F238E27FC236}">
                <a16:creationId xmlns:a16="http://schemas.microsoft.com/office/drawing/2014/main" id="{EBE5C475-916A-4883-B2AC-CFB25082C372}"/>
              </a:ext>
              <a:ext uri="{C183D7F6-B498-43B3-948B-1728B52AA6E4}">
                <adec:decorative xmlns:adec="http://schemas.microsoft.com/office/drawing/2017/decorative" val="0"/>
              </a:ext>
            </a:extLst>
          </p:cNvPr>
          <p:cNvSpPr/>
          <p:nvPr/>
        </p:nvSpPr>
        <p:spPr bwMode="gray">
          <a:xfrm>
            <a:off x="588330" y="3474956"/>
            <a:ext cx="331588" cy="256620"/>
          </a:xfrm>
          <a:prstGeom prst="rect">
            <a:avLst/>
          </a:prstGeom>
          <a:solidFill>
            <a:srgbClr val="00787E"/>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1">
              <a:solidFill>
                <a:schemeClr val="bg1"/>
              </a:solidFill>
            </a:endParaRPr>
          </a:p>
        </p:txBody>
      </p:sp>
      <p:sp>
        <p:nvSpPr>
          <p:cNvPr id="82" name="TextBox 81">
            <a:extLst>
              <a:ext uri="{FF2B5EF4-FFF2-40B4-BE49-F238E27FC236}">
                <a16:creationId xmlns:a16="http://schemas.microsoft.com/office/drawing/2014/main" id="{80DAC76F-2E29-4914-BBF6-B3597666E583}"/>
              </a:ext>
            </a:extLst>
          </p:cNvPr>
          <p:cNvSpPr txBox="1"/>
          <p:nvPr/>
        </p:nvSpPr>
        <p:spPr>
          <a:xfrm>
            <a:off x="1046245" y="3482801"/>
            <a:ext cx="2387565" cy="523220"/>
          </a:xfrm>
          <a:prstGeom prst="rect">
            <a:avLst/>
          </a:prstGeom>
          <a:noFill/>
        </p:spPr>
        <p:txBody>
          <a:bodyPr wrap="square" lIns="0" tIns="0" rIns="0" bIns="0" rtlCol="0">
            <a:spAutoFit/>
          </a:bodyPr>
          <a:lstStyle/>
          <a:p>
            <a:r>
              <a:rPr lang="en-US" sz="1400" b="1"/>
              <a:t>Northeast and Great Lakes</a:t>
            </a:r>
            <a:r>
              <a:rPr lang="en-US" sz="1400" b="1">
                <a:solidFill>
                  <a:srgbClr val="3F3F3F"/>
                </a:solidFill>
              </a:rPr>
              <a:t>:</a:t>
            </a:r>
            <a:r>
              <a:rPr kumimoji="0" lang="en-US" sz="1400" b="1" i="0" u="none" strike="noStrike" kern="1200" cap="none" spc="0" normalizeH="0" baseline="0" noProof="0">
                <a:ln>
                  <a:noFill/>
                </a:ln>
                <a:solidFill>
                  <a:srgbClr val="3F3F3F"/>
                </a:solidFill>
                <a:effectLst/>
                <a:uLnTx/>
                <a:uFillTx/>
                <a:ea typeface="+mn-ea"/>
                <a:cs typeface="+mn-cs"/>
              </a:rPr>
              <a:t> </a:t>
            </a:r>
            <a:r>
              <a:rPr lang="en-US" sz="1000">
                <a:solidFill>
                  <a:srgbClr val="3F3F3F"/>
                </a:solidFill>
              </a:rPr>
              <a:t>MN, WI, MI, IL, IN, NY, VT, NH, ME, </a:t>
            </a:r>
            <a:br>
              <a:rPr lang="en-US" sz="1000">
                <a:solidFill>
                  <a:srgbClr val="3F3F3F"/>
                </a:solidFill>
              </a:rPr>
            </a:br>
            <a:r>
              <a:rPr lang="en-US" sz="1000">
                <a:solidFill>
                  <a:srgbClr val="3F3F3F"/>
                </a:solidFill>
              </a:rPr>
              <a:t>MA, CT and RI</a:t>
            </a:r>
            <a:endParaRPr lang="en-US" sz="1400"/>
          </a:p>
        </p:txBody>
      </p:sp>
      <p:sp>
        <p:nvSpPr>
          <p:cNvPr id="83" name="Teal swatch" descr="Teal dark box in legend for Mid Atlantic region.">
            <a:extLst>
              <a:ext uri="{FF2B5EF4-FFF2-40B4-BE49-F238E27FC236}">
                <a16:creationId xmlns:a16="http://schemas.microsoft.com/office/drawing/2014/main" id="{CA8EA232-D6D3-4986-A9FB-21503CF57E64}"/>
              </a:ext>
              <a:ext uri="{C183D7F6-B498-43B3-948B-1728B52AA6E4}">
                <adec:decorative xmlns:adec="http://schemas.microsoft.com/office/drawing/2017/decorative" val="0"/>
              </a:ext>
            </a:extLst>
          </p:cNvPr>
          <p:cNvSpPr/>
          <p:nvPr/>
        </p:nvSpPr>
        <p:spPr bwMode="gray">
          <a:xfrm>
            <a:off x="588330" y="4165500"/>
            <a:ext cx="331588" cy="256620"/>
          </a:xfrm>
          <a:prstGeom prst="rect">
            <a:avLst/>
          </a:prstGeom>
          <a:solidFill>
            <a:srgbClr val="00A78E"/>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1">
              <a:solidFill>
                <a:schemeClr val="bg1"/>
              </a:solidFill>
            </a:endParaRPr>
          </a:p>
        </p:txBody>
      </p:sp>
      <p:sp>
        <p:nvSpPr>
          <p:cNvPr id="84" name="TextBox 83">
            <a:extLst>
              <a:ext uri="{FF2B5EF4-FFF2-40B4-BE49-F238E27FC236}">
                <a16:creationId xmlns:a16="http://schemas.microsoft.com/office/drawing/2014/main" id="{E15EDE51-4983-46E8-810B-4C4228C38A1E}"/>
              </a:ext>
            </a:extLst>
          </p:cNvPr>
          <p:cNvSpPr txBox="1"/>
          <p:nvPr/>
        </p:nvSpPr>
        <p:spPr>
          <a:xfrm>
            <a:off x="1046246" y="4186088"/>
            <a:ext cx="2016820" cy="369332"/>
          </a:xfrm>
          <a:prstGeom prst="rect">
            <a:avLst/>
          </a:prstGeom>
          <a:noFill/>
        </p:spPr>
        <p:txBody>
          <a:bodyPr wrap="square" lIns="0" tIns="0" rIns="0" bIns="0" rtlCol="0">
            <a:spAutoFit/>
          </a:bodyPr>
          <a:lstStyle/>
          <a:p>
            <a:r>
              <a:rPr lang="en-US" sz="1400" b="1"/>
              <a:t>Mid Atlantic</a:t>
            </a:r>
            <a:r>
              <a:rPr kumimoji="0" lang="en-US" sz="1400" b="1" i="0" u="none" strike="noStrike" kern="1200" cap="none" spc="0" normalizeH="0" baseline="0" noProof="0">
                <a:ln>
                  <a:noFill/>
                </a:ln>
                <a:solidFill>
                  <a:srgbClr val="3F3F3F"/>
                </a:solidFill>
                <a:effectLst/>
                <a:uLnTx/>
                <a:uFillTx/>
                <a:ea typeface="+mn-ea"/>
                <a:cs typeface="+mn-cs"/>
              </a:rPr>
              <a:t>: </a:t>
            </a:r>
            <a:r>
              <a:rPr lang="en-US" sz="1000">
                <a:solidFill>
                  <a:srgbClr val="3F3F3F"/>
                </a:solidFill>
              </a:rPr>
              <a:t>OH, PA, NJ, DE, MD, KY, WV and VA</a:t>
            </a:r>
            <a:endParaRPr lang="en-US" sz="1400"/>
          </a:p>
        </p:txBody>
      </p:sp>
      <p:sp>
        <p:nvSpPr>
          <p:cNvPr id="85" name="Dark teal swatch" descr="PPT gray dark box in legend for Southeast region.">
            <a:extLst>
              <a:ext uri="{FF2B5EF4-FFF2-40B4-BE49-F238E27FC236}">
                <a16:creationId xmlns:a16="http://schemas.microsoft.com/office/drawing/2014/main" id="{6527D279-4F5B-4D21-BDD5-F54B5DD99BE8}"/>
              </a:ext>
            </a:extLst>
          </p:cNvPr>
          <p:cNvSpPr/>
          <p:nvPr/>
        </p:nvSpPr>
        <p:spPr bwMode="gray">
          <a:xfrm>
            <a:off x="588330" y="4706861"/>
            <a:ext cx="331588" cy="256620"/>
          </a:xfrm>
          <a:prstGeom prst="rect">
            <a:avLst/>
          </a:prstGeom>
          <a:solidFill>
            <a:srgbClr val="646464"/>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1">
              <a:solidFill>
                <a:schemeClr val="bg1"/>
              </a:solidFill>
            </a:endParaRPr>
          </a:p>
        </p:txBody>
      </p:sp>
      <p:sp>
        <p:nvSpPr>
          <p:cNvPr id="86" name="TextBox 85">
            <a:extLst>
              <a:ext uri="{FF2B5EF4-FFF2-40B4-BE49-F238E27FC236}">
                <a16:creationId xmlns:a16="http://schemas.microsoft.com/office/drawing/2014/main" id="{9C4C0B7F-AC23-4055-8FFE-B0A32EE1F123}"/>
              </a:ext>
            </a:extLst>
          </p:cNvPr>
          <p:cNvSpPr txBox="1"/>
          <p:nvPr/>
        </p:nvSpPr>
        <p:spPr>
          <a:xfrm>
            <a:off x="1046246" y="4727449"/>
            <a:ext cx="2040380" cy="369332"/>
          </a:xfrm>
          <a:prstGeom prst="rect">
            <a:avLst/>
          </a:prstGeom>
          <a:noFill/>
        </p:spPr>
        <p:txBody>
          <a:bodyPr wrap="square" lIns="0" tIns="0" rIns="0" bIns="0" rtlCol="0">
            <a:spAutoFit/>
          </a:bodyPr>
          <a:lstStyle/>
          <a:p>
            <a:r>
              <a:rPr lang="en-US" sz="1400" b="1"/>
              <a:t>Southeast</a:t>
            </a:r>
            <a:r>
              <a:rPr kumimoji="0" lang="en-US" sz="1400" b="1" i="0" u="none" strike="noStrike" kern="1200" cap="none" spc="0" normalizeH="0" baseline="0" noProof="0">
                <a:ln>
                  <a:noFill/>
                </a:ln>
                <a:solidFill>
                  <a:srgbClr val="3F3F3F"/>
                </a:solidFill>
                <a:effectLst/>
                <a:uLnTx/>
                <a:uFillTx/>
                <a:ea typeface="+mn-ea"/>
                <a:cs typeface="+mn-cs"/>
              </a:rPr>
              <a:t>: </a:t>
            </a:r>
            <a:r>
              <a:rPr kumimoji="0" lang="en-US" sz="1000" b="0" i="0" u="none" strike="noStrike" kern="1200" cap="none" spc="0" normalizeH="0" baseline="0" noProof="0">
                <a:ln>
                  <a:noFill/>
                </a:ln>
                <a:solidFill>
                  <a:srgbClr val="3F3F3F"/>
                </a:solidFill>
                <a:effectLst/>
                <a:uLnTx/>
                <a:uFillTx/>
                <a:ea typeface="+mn-ea"/>
                <a:cs typeface="+mn-cs"/>
              </a:rPr>
              <a:t>AR, TN, NC, LA, MS, AL, GA, SC, FL and PR</a:t>
            </a:r>
            <a:endParaRPr lang="en-US" sz="1400"/>
          </a:p>
        </p:txBody>
      </p:sp>
      <p:grpSp>
        <p:nvGrpSpPr>
          <p:cNvPr id="87" name="US map" descr="U.S. map with Alaska, Hawaii and Puerto Rico.">
            <a:extLst>
              <a:ext uri="{FF2B5EF4-FFF2-40B4-BE49-F238E27FC236}">
                <a16:creationId xmlns:a16="http://schemas.microsoft.com/office/drawing/2014/main" id="{97C0BCE1-0E58-4C77-915A-650EF982BB02}"/>
              </a:ext>
            </a:extLst>
          </p:cNvPr>
          <p:cNvGrpSpPr/>
          <p:nvPr/>
        </p:nvGrpSpPr>
        <p:grpSpPr>
          <a:xfrm>
            <a:off x="4068797" y="1276984"/>
            <a:ext cx="7206265" cy="4583757"/>
            <a:chOff x="3713070" y="1276984"/>
            <a:chExt cx="7206265" cy="4583757"/>
          </a:xfrm>
        </p:grpSpPr>
        <p:sp>
          <p:nvSpPr>
            <p:cNvPr id="88" name="WA" descr="WA">
              <a:extLst>
                <a:ext uri="{FF2B5EF4-FFF2-40B4-BE49-F238E27FC236}">
                  <a16:creationId xmlns:a16="http://schemas.microsoft.com/office/drawing/2014/main" id="{E8529D1E-8DA0-42A0-A669-2BB6A2E01934}"/>
                </a:ext>
              </a:extLst>
            </p:cNvPr>
            <p:cNvSpPr>
              <a:spLocks noChangeAspect="1"/>
            </p:cNvSpPr>
            <p:nvPr/>
          </p:nvSpPr>
          <p:spPr bwMode="auto">
            <a:xfrm>
              <a:off x="4074948" y="1276984"/>
              <a:ext cx="917410" cy="676924"/>
            </a:xfrm>
            <a:custGeom>
              <a:avLst/>
              <a:gdLst>
                <a:gd name="T0" fmla="*/ 17 w 551"/>
                <a:gd name="T1" fmla="*/ 67 h 410"/>
                <a:gd name="T2" fmla="*/ 11 w 551"/>
                <a:gd name="T3" fmla="*/ 154 h 410"/>
                <a:gd name="T4" fmla="*/ 21 w 551"/>
                <a:gd name="T5" fmla="*/ 154 h 410"/>
                <a:gd name="T6" fmla="*/ 16 w 551"/>
                <a:gd name="T7" fmla="*/ 172 h 410"/>
                <a:gd name="T8" fmla="*/ 8 w 551"/>
                <a:gd name="T9" fmla="*/ 162 h 410"/>
                <a:gd name="T10" fmla="*/ 0 w 551"/>
                <a:gd name="T11" fmla="*/ 185 h 410"/>
                <a:gd name="T12" fmla="*/ 33 w 551"/>
                <a:gd name="T13" fmla="*/ 201 h 410"/>
                <a:gd name="T14" fmla="*/ 35 w 551"/>
                <a:gd name="T15" fmla="*/ 209 h 410"/>
                <a:gd name="T16" fmla="*/ 43 w 551"/>
                <a:gd name="T17" fmla="*/ 211 h 410"/>
                <a:gd name="T18" fmla="*/ 86 w 551"/>
                <a:gd name="T19" fmla="*/ 273 h 410"/>
                <a:gd name="T20" fmla="*/ 133 w 551"/>
                <a:gd name="T21" fmla="*/ 272 h 410"/>
                <a:gd name="T22" fmla="*/ 169 w 551"/>
                <a:gd name="T23" fmla="*/ 286 h 410"/>
                <a:gd name="T24" fmla="*/ 185 w 551"/>
                <a:gd name="T25" fmla="*/ 284 h 410"/>
                <a:gd name="T26" fmla="*/ 293 w 551"/>
                <a:gd name="T27" fmla="*/ 286 h 410"/>
                <a:gd name="T28" fmla="*/ 415 w 551"/>
                <a:gd name="T29" fmla="*/ 313 h 410"/>
                <a:gd name="T30" fmla="*/ 417 w 551"/>
                <a:gd name="T31" fmla="*/ 279 h 410"/>
                <a:gd name="T32" fmla="*/ 468 w 551"/>
                <a:gd name="T33" fmla="*/ 78 h 410"/>
                <a:gd name="T34" fmla="*/ 144 w 551"/>
                <a:gd name="T35" fmla="*/ 0 h 410"/>
                <a:gd name="T36" fmla="*/ 147 w 551"/>
                <a:gd name="T37" fmla="*/ 59 h 410"/>
                <a:gd name="T38" fmla="*/ 131 w 551"/>
                <a:gd name="T39" fmla="*/ 107 h 410"/>
                <a:gd name="T40" fmla="*/ 129 w 551"/>
                <a:gd name="T41" fmla="*/ 132 h 410"/>
                <a:gd name="T42" fmla="*/ 94 w 551"/>
                <a:gd name="T43" fmla="*/ 141 h 410"/>
                <a:gd name="T44" fmla="*/ 91 w 551"/>
                <a:gd name="T45" fmla="*/ 128 h 410"/>
                <a:gd name="T46" fmla="*/ 119 w 551"/>
                <a:gd name="T47" fmla="*/ 113 h 410"/>
                <a:gd name="T48" fmla="*/ 117 w 551"/>
                <a:gd name="T49" fmla="*/ 100 h 410"/>
                <a:gd name="T50" fmla="*/ 92 w 551"/>
                <a:gd name="T51" fmla="*/ 103 h 410"/>
                <a:gd name="T52" fmla="*/ 112 w 551"/>
                <a:gd name="T53" fmla="*/ 87 h 410"/>
                <a:gd name="T54" fmla="*/ 125 w 551"/>
                <a:gd name="T55" fmla="*/ 77 h 410"/>
                <a:gd name="T56" fmla="*/ 20 w 551"/>
                <a:gd name="T57" fmla="*/ 15 h 410"/>
                <a:gd name="T58" fmla="*/ 11 w 551"/>
                <a:gd name="T59" fmla="*/ 33 h 410"/>
                <a:gd name="T60" fmla="*/ 17 w 551"/>
                <a:gd name="T61" fmla="*/ 67 h 410"/>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551" h="410">
                  <a:moveTo>
                    <a:pt x="20" y="88"/>
                  </a:moveTo>
                  <a:lnTo>
                    <a:pt x="13" y="201"/>
                  </a:lnTo>
                  <a:lnTo>
                    <a:pt x="25" y="201"/>
                  </a:lnTo>
                  <a:lnTo>
                    <a:pt x="19" y="225"/>
                  </a:lnTo>
                  <a:lnTo>
                    <a:pt x="9" y="211"/>
                  </a:lnTo>
                  <a:lnTo>
                    <a:pt x="0" y="241"/>
                  </a:lnTo>
                  <a:lnTo>
                    <a:pt x="39" y="262"/>
                  </a:lnTo>
                  <a:lnTo>
                    <a:pt x="41" y="273"/>
                  </a:lnTo>
                  <a:lnTo>
                    <a:pt x="51" y="275"/>
                  </a:lnTo>
                  <a:lnTo>
                    <a:pt x="101" y="357"/>
                  </a:lnTo>
                  <a:lnTo>
                    <a:pt x="156" y="355"/>
                  </a:lnTo>
                  <a:lnTo>
                    <a:pt x="198" y="374"/>
                  </a:lnTo>
                  <a:lnTo>
                    <a:pt x="217" y="371"/>
                  </a:lnTo>
                  <a:lnTo>
                    <a:pt x="344" y="374"/>
                  </a:lnTo>
                  <a:lnTo>
                    <a:pt x="487" y="409"/>
                  </a:lnTo>
                  <a:lnTo>
                    <a:pt x="490" y="364"/>
                  </a:lnTo>
                  <a:lnTo>
                    <a:pt x="550" y="102"/>
                  </a:lnTo>
                  <a:lnTo>
                    <a:pt x="169" y="0"/>
                  </a:lnTo>
                  <a:lnTo>
                    <a:pt x="173" y="77"/>
                  </a:lnTo>
                  <a:lnTo>
                    <a:pt x="154" y="140"/>
                  </a:lnTo>
                  <a:lnTo>
                    <a:pt x="151" y="172"/>
                  </a:lnTo>
                  <a:lnTo>
                    <a:pt x="111" y="184"/>
                  </a:lnTo>
                  <a:lnTo>
                    <a:pt x="107" y="167"/>
                  </a:lnTo>
                  <a:lnTo>
                    <a:pt x="140" y="147"/>
                  </a:lnTo>
                  <a:lnTo>
                    <a:pt x="138" y="130"/>
                  </a:lnTo>
                  <a:lnTo>
                    <a:pt x="108" y="134"/>
                  </a:lnTo>
                  <a:lnTo>
                    <a:pt x="131" y="114"/>
                  </a:lnTo>
                  <a:lnTo>
                    <a:pt x="147" y="100"/>
                  </a:lnTo>
                  <a:lnTo>
                    <a:pt x="23" y="19"/>
                  </a:lnTo>
                  <a:lnTo>
                    <a:pt x="13" y="43"/>
                  </a:lnTo>
                  <a:lnTo>
                    <a:pt x="20" y="88"/>
                  </a:lnTo>
                </a:path>
              </a:pathLst>
            </a:custGeom>
            <a:solidFill>
              <a:srgbClr val="0A4B8C"/>
            </a:solidFill>
            <a:ln w="19050" cap="rnd" cmpd="sng">
              <a:solidFill>
                <a:schemeClr val="bg1"/>
              </a:solidFill>
              <a:prstDash val="solid"/>
              <a:round/>
              <a:headEnd type="none" w="sm" len="sm"/>
              <a:tailEnd type="none" w="sm" len="sm"/>
            </a:ln>
            <a:effectLst/>
          </p:spPr>
          <p:txBody>
            <a:bodyPr anchor="ctr"/>
            <a:lstStyle/>
            <a:p>
              <a:pPr lvl="0" algn="ctr" defTabSz="456758" fontAlgn="base">
                <a:spcBef>
                  <a:spcPts val="1200"/>
                </a:spcBef>
                <a:defRPr/>
              </a:pPr>
              <a:r>
                <a:rPr lang="en-US" sz="800" b="1" kern="0">
                  <a:solidFill>
                    <a:srgbClr val="FFFFFF"/>
                  </a:solidFill>
                  <a:ea typeface="Open Sans" charset="0"/>
                  <a:cs typeface="Arial" panose="020B0604020202020204" pitchFamily="34" charset="0"/>
                </a:rPr>
                <a:t>WA</a:t>
              </a:r>
            </a:p>
          </p:txBody>
        </p:sp>
        <p:sp>
          <p:nvSpPr>
            <p:cNvPr id="89" name="OR" descr="OR">
              <a:extLst>
                <a:ext uri="{FF2B5EF4-FFF2-40B4-BE49-F238E27FC236}">
                  <a16:creationId xmlns:a16="http://schemas.microsoft.com/office/drawing/2014/main" id="{788D19DA-8132-4865-AE16-3493F5CE286F}"/>
                </a:ext>
              </a:extLst>
            </p:cNvPr>
            <p:cNvSpPr>
              <a:spLocks noChangeAspect="1"/>
            </p:cNvSpPr>
            <p:nvPr/>
          </p:nvSpPr>
          <p:spPr bwMode="auto">
            <a:xfrm>
              <a:off x="3838260" y="1688744"/>
              <a:ext cx="1093459" cy="939933"/>
            </a:xfrm>
            <a:custGeom>
              <a:avLst/>
              <a:gdLst>
                <a:gd name="T0" fmla="*/ 0 w 658"/>
                <a:gd name="T1" fmla="*/ 324 h 570"/>
                <a:gd name="T2" fmla="*/ 25 w 658"/>
                <a:gd name="T3" fmla="*/ 214 h 570"/>
                <a:gd name="T4" fmla="*/ 53 w 658"/>
                <a:gd name="T5" fmla="*/ 182 h 570"/>
                <a:gd name="T6" fmla="*/ 121 w 658"/>
                <a:gd name="T7" fmla="*/ 0 h 570"/>
                <a:gd name="T8" fmla="*/ 155 w 658"/>
                <a:gd name="T9" fmla="*/ 9 h 570"/>
                <a:gd name="T10" fmla="*/ 157 w 658"/>
                <a:gd name="T11" fmla="*/ 17 h 570"/>
                <a:gd name="T12" fmla="*/ 166 w 658"/>
                <a:gd name="T13" fmla="*/ 18 h 570"/>
                <a:gd name="T14" fmla="*/ 208 w 658"/>
                <a:gd name="T15" fmla="*/ 82 h 570"/>
                <a:gd name="T16" fmla="*/ 256 w 658"/>
                <a:gd name="T17" fmla="*/ 79 h 570"/>
                <a:gd name="T18" fmla="*/ 291 w 658"/>
                <a:gd name="T19" fmla="*/ 95 h 570"/>
                <a:gd name="T20" fmla="*/ 308 w 658"/>
                <a:gd name="T21" fmla="*/ 91 h 570"/>
                <a:gd name="T22" fmla="*/ 415 w 658"/>
                <a:gd name="T23" fmla="*/ 95 h 570"/>
                <a:gd name="T24" fmla="*/ 537 w 658"/>
                <a:gd name="T25" fmla="*/ 121 h 570"/>
                <a:gd name="T26" fmla="*/ 544 w 658"/>
                <a:gd name="T27" fmla="*/ 134 h 570"/>
                <a:gd name="T28" fmla="*/ 558 w 658"/>
                <a:gd name="T29" fmla="*/ 154 h 570"/>
                <a:gd name="T30" fmla="*/ 517 w 658"/>
                <a:gd name="T31" fmla="*/ 213 h 570"/>
                <a:gd name="T32" fmla="*/ 491 w 658"/>
                <a:gd name="T33" fmla="*/ 235 h 570"/>
                <a:gd name="T34" fmla="*/ 487 w 658"/>
                <a:gd name="T35" fmla="*/ 251 h 570"/>
                <a:gd name="T36" fmla="*/ 501 w 658"/>
                <a:gd name="T37" fmla="*/ 268 h 570"/>
                <a:gd name="T38" fmla="*/ 485 w 658"/>
                <a:gd name="T39" fmla="*/ 303 h 570"/>
                <a:gd name="T40" fmla="*/ 451 w 658"/>
                <a:gd name="T41" fmla="*/ 435 h 570"/>
                <a:gd name="T42" fmla="*/ 263 w 658"/>
                <a:gd name="T43" fmla="*/ 392 h 570"/>
                <a:gd name="T44" fmla="*/ 0 w 658"/>
                <a:gd name="T45" fmla="*/ 324 h 570"/>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658" h="570">
                  <a:moveTo>
                    <a:pt x="0" y="423"/>
                  </a:moveTo>
                  <a:lnTo>
                    <a:pt x="29" y="280"/>
                  </a:lnTo>
                  <a:lnTo>
                    <a:pt x="62" y="238"/>
                  </a:lnTo>
                  <a:lnTo>
                    <a:pt x="142" y="0"/>
                  </a:lnTo>
                  <a:lnTo>
                    <a:pt x="183" y="12"/>
                  </a:lnTo>
                  <a:lnTo>
                    <a:pt x="185" y="22"/>
                  </a:lnTo>
                  <a:lnTo>
                    <a:pt x="195" y="23"/>
                  </a:lnTo>
                  <a:lnTo>
                    <a:pt x="245" y="107"/>
                  </a:lnTo>
                  <a:lnTo>
                    <a:pt x="301" y="103"/>
                  </a:lnTo>
                  <a:lnTo>
                    <a:pt x="343" y="124"/>
                  </a:lnTo>
                  <a:lnTo>
                    <a:pt x="362" y="119"/>
                  </a:lnTo>
                  <a:lnTo>
                    <a:pt x="489" y="124"/>
                  </a:lnTo>
                  <a:lnTo>
                    <a:pt x="632" y="158"/>
                  </a:lnTo>
                  <a:lnTo>
                    <a:pt x="640" y="175"/>
                  </a:lnTo>
                  <a:lnTo>
                    <a:pt x="657" y="201"/>
                  </a:lnTo>
                  <a:lnTo>
                    <a:pt x="609" y="278"/>
                  </a:lnTo>
                  <a:lnTo>
                    <a:pt x="578" y="307"/>
                  </a:lnTo>
                  <a:lnTo>
                    <a:pt x="573" y="328"/>
                  </a:lnTo>
                  <a:lnTo>
                    <a:pt x="590" y="350"/>
                  </a:lnTo>
                  <a:lnTo>
                    <a:pt x="571" y="396"/>
                  </a:lnTo>
                  <a:lnTo>
                    <a:pt x="531" y="569"/>
                  </a:lnTo>
                  <a:lnTo>
                    <a:pt x="309" y="512"/>
                  </a:lnTo>
                  <a:lnTo>
                    <a:pt x="0" y="423"/>
                  </a:lnTo>
                </a:path>
              </a:pathLst>
            </a:custGeom>
            <a:solidFill>
              <a:srgbClr val="0A4B8C"/>
            </a:solidFill>
            <a:ln w="19050" cap="rnd" cmpd="sng">
              <a:solidFill>
                <a:schemeClr val="bg1"/>
              </a:solidFill>
              <a:prstDash val="solid"/>
              <a:round/>
              <a:headEnd type="none" w="sm" len="sm"/>
              <a:tailEnd type="none" w="sm" len="sm"/>
            </a:ln>
            <a:effectLst/>
          </p:spPr>
          <p:txBody>
            <a:bodyPr tIns="91440" bIns="0" anchor="ctr"/>
            <a:lstStyle/>
            <a:p>
              <a:pPr lvl="0" algn="ctr" defTabSz="456758" fontAlgn="base">
                <a:spcBef>
                  <a:spcPts val="1200"/>
                </a:spcBef>
                <a:defRPr/>
              </a:pPr>
              <a:r>
                <a:rPr lang="en-US" sz="800" b="1" kern="0">
                  <a:solidFill>
                    <a:srgbClr val="FFFFFF"/>
                  </a:solidFill>
                  <a:ea typeface="Open Sans" charset="0"/>
                  <a:cs typeface="Arial" panose="020B0604020202020204" pitchFamily="34" charset="0"/>
                </a:rPr>
                <a:t>OR</a:t>
              </a:r>
            </a:p>
          </p:txBody>
        </p:sp>
        <p:sp>
          <p:nvSpPr>
            <p:cNvPr id="90" name="CA" descr="CA">
              <a:extLst>
                <a:ext uri="{FF2B5EF4-FFF2-40B4-BE49-F238E27FC236}">
                  <a16:creationId xmlns:a16="http://schemas.microsoft.com/office/drawing/2014/main" id="{A458007F-F837-435B-A33F-ED89BF776B01}"/>
                </a:ext>
              </a:extLst>
            </p:cNvPr>
            <p:cNvSpPr>
              <a:spLocks noChangeAspect="1"/>
            </p:cNvSpPr>
            <p:nvPr/>
          </p:nvSpPr>
          <p:spPr bwMode="auto">
            <a:xfrm>
              <a:off x="3734588" y="2388861"/>
              <a:ext cx="1089888" cy="1883691"/>
            </a:xfrm>
            <a:custGeom>
              <a:avLst/>
              <a:gdLst>
                <a:gd name="T0" fmla="*/ 26 w 655"/>
                <a:gd name="T1" fmla="*/ 234 h 1142"/>
                <a:gd name="T2" fmla="*/ 6 w 655"/>
                <a:gd name="T3" fmla="*/ 324 h 1142"/>
                <a:gd name="T4" fmla="*/ 75 w 655"/>
                <a:gd name="T5" fmla="*/ 468 h 1142"/>
                <a:gd name="T6" fmla="*/ 87 w 655"/>
                <a:gd name="T7" fmla="*/ 458 h 1142"/>
                <a:gd name="T8" fmla="*/ 110 w 655"/>
                <a:gd name="T9" fmla="*/ 517 h 1142"/>
                <a:gd name="T10" fmla="*/ 75 w 655"/>
                <a:gd name="T11" fmla="*/ 476 h 1142"/>
                <a:gd name="T12" fmla="*/ 67 w 655"/>
                <a:gd name="T13" fmla="*/ 544 h 1142"/>
                <a:gd name="T14" fmla="*/ 106 w 655"/>
                <a:gd name="T15" fmla="*/ 583 h 1142"/>
                <a:gd name="T16" fmla="*/ 81 w 655"/>
                <a:gd name="T17" fmla="*/ 641 h 1142"/>
                <a:gd name="T18" fmla="*/ 157 w 655"/>
                <a:gd name="T19" fmla="*/ 792 h 1142"/>
                <a:gd name="T20" fmla="*/ 139 w 655"/>
                <a:gd name="T21" fmla="*/ 848 h 1142"/>
                <a:gd name="T22" fmla="*/ 241 w 655"/>
                <a:gd name="T23" fmla="*/ 893 h 1142"/>
                <a:gd name="T24" fmla="*/ 278 w 655"/>
                <a:gd name="T25" fmla="*/ 937 h 1142"/>
                <a:gd name="T26" fmla="*/ 319 w 655"/>
                <a:gd name="T27" fmla="*/ 952 h 1142"/>
                <a:gd name="T28" fmla="*/ 320 w 655"/>
                <a:gd name="T29" fmla="*/ 981 h 1142"/>
                <a:gd name="T30" fmla="*/ 349 w 655"/>
                <a:gd name="T31" fmla="*/ 988 h 1142"/>
                <a:gd name="T32" fmla="*/ 407 w 655"/>
                <a:gd name="T33" fmla="*/ 1074 h 1142"/>
                <a:gd name="T34" fmla="*/ 408 w 655"/>
                <a:gd name="T35" fmla="*/ 1136 h 1142"/>
                <a:gd name="T36" fmla="*/ 668 w 655"/>
                <a:gd name="T37" fmla="*/ 1151 h 1142"/>
                <a:gd name="T38" fmla="*/ 651 w 655"/>
                <a:gd name="T39" fmla="*/ 1126 h 1142"/>
                <a:gd name="T40" fmla="*/ 660 w 655"/>
                <a:gd name="T41" fmla="*/ 1088 h 1142"/>
                <a:gd name="T42" fmla="*/ 702 w 655"/>
                <a:gd name="T43" fmla="*/ 1025 h 1142"/>
                <a:gd name="T44" fmla="*/ 733 w 655"/>
                <a:gd name="T45" fmla="*/ 1008 h 1142"/>
                <a:gd name="T46" fmla="*/ 715 w 655"/>
                <a:gd name="T47" fmla="*/ 986 h 1142"/>
                <a:gd name="T48" fmla="*/ 703 w 655"/>
                <a:gd name="T49" fmla="*/ 923 h 1142"/>
                <a:gd name="T50" fmla="*/ 328 w 655"/>
                <a:gd name="T51" fmla="*/ 395 h 1142"/>
                <a:gd name="T52" fmla="*/ 417 w 655"/>
                <a:gd name="T53" fmla="*/ 89 h 1142"/>
                <a:gd name="T54" fmla="*/ 69 w 655"/>
                <a:gd name="T55" fmla="*/ 0 h 1142"/>
                <a:gd name="T56" fmla="*/ 61 w 655"/>
                <a:gd name="T57" fmla="*/ 18 h 1142"/>
                <a:gd name="T58" fmla="*/ 0 w 655"/>
                <a:gd name="T59" fmla="*/ 153 h 1142"/>
                <a:gd name="T60" fmla="*/ 26 w 655"/>
                <a:gd name="T61" fmla="*/ 234 h 1142"/>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655" h="1142">
                  <a:moveTo>
                    <a:pt x="23" y="232"/>
                  </a:moveTo>
                  <a:lnTo>
                    <a:pt x="5" y="321"/>
                  </a:lnTo>
                  <a:lnTo>
                    <a:pt x="67" y="464"/>
                  </a:lnTo>
                  <a:lnTo>
                    <a:pt x="78" y="454"/>
                  </a:lnTo>
                  <a:lnTo>
                    <a:pt x="98" y="513"/>
                  </a:lnTo>
                  <a:lnTo>
                    <a:pt x="67" y="472"/>
                  </a:lnTo>
                  <a:lnTo>
                    <a:pt x="60" y="539"/>
                  </a:lnTo>
                  <a:lnTo>
                    <a:pt x="95" y="578"/>
                  </a:lnTo>
                  <a:lnTo>
                    <a:pt x="72" y="635"/>
                  </a:lnTo>
                  <a:lnTo>
                    <a:pt x="140" y="785"/>
                  </a:lnTo>
                  <a:lnTo>
                    <a:pt x="124" y="841"/>
                  </a:lnTo>
                  <a:lnTo>
                    <a:pt x="215" y="885"/>
                  </a:lnTo>
                  <a:lnTo>
                    <a:pt x="248" y="929"/>
                  </a:lnTo>
                  <a:lnTo>
                    <a:pt x="285" y="944"/>
                  </a:lnTo>
                  <a:lnTo>
                    <a:pt x="286" y="972"/>
                  </a:lnTo>
                  <a:lnTo>
                    <a:pt x="311" y="979"/>
                  </a:lnTo>
                  <a:lnTo>
                    <a:pt x="363" y="1065"/>
                  </a:lnTo>
                  <a:lnTo>
                    <a:pt x="364" y="1126"/>
                  </a:lnTo>
                  <a:lnTo>
                    <a:pt x="596" y="1141"/>
                  </a:lnTo>
                  <a:lnTo>
                    <a:pt x="581" y="1116"/>
                  </a:lnTo>
                  <a:lnTo>
                    <a:pt x="589" y="1079"/>
                  </a:lnTo>
                  <a:lnTo>
                    <a:pt x="626" y="1016"/>
                  </a:lnTo>
                  <a:lnTo>
                    <a:pt x="654" y="999"/>
                  </a:lnTo>
                  <a:lnTo>
                    <a:pt x="638" y="977"/>
                  </a:lnTo>
                  <a:lnTo>
                    <a:pt x="627" y="915"/>
                  </a:lnTo>
                  <a:lnTo>
                    <a:pt x="293" y="392"/>
                  </a:lnTo>
                  <a:lnTo>
                    <a:pt x="372" y="88"/>
                  </a:lnTo>
                  <a:lnTo>
                    <a:pt x="62" y="0"/>
                  </a:lnTo>
                  <a:lnTo>
                    <a:pt x="54" y="18"/>
                  </a:lnTo>
                  <a:lnTo>
                    <a:pt x="0" y="152"/>
                  </a:lnTo>
                  <a:lnTo>
                    <a:pt x="23" y="232"/>
                  </a:lnTo>
                </a:path>
              </a:pathLst>
            </a:custGeom>
            <a:solidFill>
              <a:srgbClr val="0A4B8C"/>
            </a:solidFill>
            <a:ln w="19050" cap="rnd" cmpd="sng">
              <a:solidFill>
                <a:schemeClr val="bg1"/>
              </a:solidFill>
              <a:prstDash val="solid"/>
              <a:round/>
              <a:headEnd type="none" w="sm" len="sm"/>
              <a:tailEnd type="none" w="sm" len="sm"/>
            </a:ln>
            <a:effectLst/>
          </p:spPr>
          <p:txBody>
            <a:bodyPr rIns="365760" anchor="ctr"/>
            <a:lstStyle/>
            <a:p>
              <a:pPr lvl="0" algn="ctr" defTabSz="456758" fontAlgn="base">
                <a:spcBef>
                  <a:spcPts val="1200"/>
                </a:spcBef>
                <a:defRPr/>
              </a:pPr>
              <a:r>
                <a:rPr lang="en-US" sz="800" b="1" kern="0">
                  <a:solidFill>
                    <a:srgbClr val="FFFFFF"/>
                  </a:solidFill>
                  <a:ea typeface="Open Sans" charset="0"/>
                  <a:cs typeface="Arial" panose="020B0604020202020204" pitchFamily="34" charset="0"/>
                </a:rPr>
                <a:t>CA</a:t>
              </a:r>
            </a:p>
          </p:txBody>
        </p:sp>
        <p:sp>
          <p:nvSpPr>
            <p:cNvPr id="91" name="ID" descr="ID">
              <a:extLst>
                <a:ext uri="{FF2B5EF4-FFF2-40B4-BE49-F238E27FC236}">
                  <a16:creationId xmlns:a16="http://schemas.microsoft.com/office/drawing/2014/main" id="{6E6FE34B-5FA9-4CC7-8614-1D87B45D1530}"/>
                </a:ext>
              </a:extLst>
            </p:cNvPr>
            <p:cNvSpPr>
              <a:spLocks noChangeAspect="1"/>
            </p:cNvSpPr>
            <p:nvPr/>
          </p:nvSpPr>
          <p:spPr bwMode="auto">
            <a:xfrm>
              <a:off x="4720460" y="1445137"/>
              <a:ext cx="819605" cy="1334445"/>
            </a:xfrm>
            <a:custGeom>
              <a:avLst/>
              <a:gdLst>
                <a:gd name="T0" fmla="*/ 0 w 493"/>
                <a:gd name="T1" fmla="*/ 547 h 811"/>
                <a:gd name="T2" fmla="*/ 33 w 493"/>
                <a:gd name="T3" fmla="*/ 416 h 811"/>
                <a:gd name="T4" fmla="*/ 49 w 493"/>
                <a:gd name="T5" fmla="*/ 381 h 811"/>
                <a:gd name="T6" fmla="*/ 35 w 493"/>
                <a:gd name="T7" fmla="*/ 364 h 811"/>
                <a:gd name="T8" fmla="*/ 39 w 493"/>
                <a:gd name="T9" fmla="*/ 348 h 811"/>
                <a:gd name="T10" fmla="*/ 65 w 493"/>
                <a:gd name="T11" fmla="*/ 326 h 811"/>
                <a:gd name="T12" fmla="*/ 105 w 493"/>
                <a:gd name="T13" fmla="*/ 267 h 811"/>
                <a:gd name="T14" fmla="*/ 92 w 493"/>
                <a:gd name="T15" fmla="*/ 248 h 811"/>
                <a:gd name="T16" fmla="*/ 85 w 493"/>
                <a:gd name="T17" fmla="*/ 234 h 811"/>
                <a:gd name="T18" fmla="*/ 88 w 493"/>
                <a:gd name="T19" fmla="*/ 200 h 811"/>
                <a:gd name="T20" fmla="*/ 139 w 493"/>
                <a:gd name="T21" fmla="*/ 0 h 811"/>
                <a:gd name="T22" fmla="*/ 195 w 493"/>
                <a:gd name="T23" fmla="*/ 11 h 811"/>
                <a:gd name="T24" fmla="*/ 176 w 493"/>
                <a:gd name="T25" fmla="*/ 89 h 811"/>
                <a:gd name="T26" fmla="*/ 189 w 493"/>
                <a:gd name="T27" fmla="*/ 117 h 811"/>
                <a:gd name="T28" fmla="*/ 189 w 493"/>
                <a:gd name="T29" fmla="*/ 134 h 811"/>
                <a:gd name="T30" fmla="*/ 183 w 493"/>
                <a:gd name="T31" fmla="*/ 137 h 811"/>
                <a:gd name="T32" fmla="*/ 204 w 493"/>
                <a:gd name="T33" fmla="*/ 156 h 811"/>
                <a:gd name="T34" fmla="*/ 226 w 493"/>
                <a:gd name="T35" fmla="*/ 206 h 811"/>
                <a:gd name="T36" fmla="*/ 233 w 493"/>
                <a:gd name="T37" fmla="*/ 250 h 811"/>
                <a:gd name="T38" fmla="*/ 237 w 493"/>
                <a:gd name="T39" fmla="*/ 276 h 811"/>
                <a:gd name="T40" fmla="*/ 220 w 493"/>
                <a:gd name="T41" fmla="*/ 298 h 811"/>
                <a:gd name="T42" fmla="*/ 232 w 493"/>
                <a:gd name="T43" fmla="*/ 308 h 811"/>
                <a:gd name="T44" fmla="*/ 261 w 493"/>
                <a:gd name="T45" fmla="*/ 293 h 811"/>
                <a:gd name="T46" fmla="*/ 281 w 493"/>
                <a:gd name="T47" fmla="*/ 372 h 811"/>
                <a:gd name="T48" fmla="*/ 294 w 493"/>
                <a:gd name="T49" fmla="*/ 376 h 811"/>
                <a:gd name="T50" fmla="*/ 297 w 493"/>
                <a:gd name="T51" fmla="*/ 399 h 811"/>
                <a:gd name="T52" fmla="*/ 334 w 493"/>
                <a:gd name="T53" fmla="*/ 408 h 811"/>
                <a:gd name="T54" fmla="*/ 394 w 493"/>
                <a:gd name="T55" fmla="*/ 408 h 811"/>
                <a:gd name="T56" fmla="*/ 418 w 493"/>
                <a:gd name="T57" fmla="*/ 419 h 811"/>
                <a:gd name="T58" fmla="*/ 382 w 493"/>
                <a:gd name="T59" fmla="*/ 618 h 811"/>
                <a:gd name="T60" fmla="*/ 190 w 493"/>
                <a:gd name="T61" fmla="*/ 585 h 811"/>
                <a:gd name="T62" fmla="*/ 0 w 493"/>
                <a:gd name="T63" fmla="*/ 547 h 811"/>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493" h="811">
                  <a:moveTo>
                    <a:pt x="0" y="717"/>
                  </a:moveTo>
                  <a:lnTo>
                    <a:pt x="39" y="545"/>
                  </a:lnTo>
                  <a:lnTo>
                    <a:pt x="58" y="499"/>
                  </a:lnTo>
                  <a:lnTo>
                    <a:pt x="41" y="477"/>
                  </a:lnTo>
                  <a:lnTo>
                    <a:pt x="46" y="456"/>
                  </a:lnTo>
                  <a:lnTo>
                    <a:pt x="77" y="427"/>
                  </a:lnTo>
                  <a:lnTo>
                    <a:pt x="124" y="350"/>
                  </a:lnTo>
                  <a:lnTo>
                    <a:pt x="108" y="325"/>
                  </a:lnTo>
                  <a:lnTo>
                    <a:pt x="100" y="307"/>
                  </a:lnTo>
                  <a:lnTo>
                    <a:pt x="103" y="262"/>
                  </a:lnTo>
                  <a:lnTo>
                    <a:pt x="163" y="0"/>
                  </a:lnTo>
                  <a:lnTo>
                    <a:pt x="229" y="14"/>
                  </a:lnTo>
                  <a:lnTo>
                    <a:pt x="207" y="116"/>
                  </a:lnTo>
                  <a:lnTo>
                    <a:pt x="222" y="153"/>
                  </a:lnTo>
                  <a:lnTo>
                    <a:pt x="222" y="176"/>
                  </a:lnTo>
                  <a:lnTo>
                    <a:pt x="215" y="180"/>
                  </a:lnTo>
                  <a:lnTo>
                    <a:pt x="240" y="205"/>
                  </a:lnTo>
                  <a:lnTo>
                    <a:pt x="266" y="270"/>
                  </a:lnTo>
                  <a:lnTo>
                    <a:pt x="274" y="328"/>
                  </a:lnTo>
                  <a:lnTo>
                    <a:pt x="279" y="361"/>
                  </a:lnTo>
                  <a:lnTo>
                    <a:pt x="259" y="390"/>
                  </a:lnTo>
                  <a:lnTo>
                    <a:pt x="273" y="404"/>
                  </a:lnTo>
                  <a:lnTo>
                    <a:pt x="307" y="384"/>
                  </a:lnTo>
                  <a:lnTo>
                    <a:pt x="331" y="487"/>
                  </a:lnTo>
                  <a:lnTo>
                    <a:pt x="346" y="492"/>
                  </a:lnTo>
                  <a:lnTo>
                    <a:pt x="349" y="523"/>
                  </a:lnTo>
                  <a:lnTo>
                    <a:pt x="393" y="535"/>
                  </a:lnTo>
                  <a:lnTo>
                    <a:pt x="463" y="535"/>
                  </a:lnTo>
                  <a:lnTo>
                    <a:pt x="492" y="549"/>
                  </a:lnTo>
                  <a:lnTo>
                    <a:pt x="450" y="810"/>
                  </a:lnTo>
                  <a:lnTo>
                    <a:pt x="223" y="766"/>
                  </a:lnTo>
                  <a:lnTo>
                    <a:pt x="0" y="717"/>
                  </a:lnTo>
                </a:path>
              </a:pathLst>
            </a:custGeom>
            <a:solidFill>
              <a:srgbClr val="0A4B8C"/>
            </a:solidFill>
            <a:ln w="19050" cap="rnd" cmpd="sng">
              <a:solidFill>
                <a:schemeClr val="bg1"/>
              </a:solidFill>
              <a:prstDash val="solid"/>
              <a:round/>
              <a:headEnd type="none" w="sm" len="sm"/>
              <a:tailEnd type="none" w="sm" len="sm"/>
            </a:ln>
            <a:effectLst/>
          </p:spPr>
          <p:txBody>
            <a:bodyPr tIns="365760" rIns="182880" anchor="ctr"/>
            <a:lstStyle/>
            <a:p>
              <a:pPr lvl="0" algn="ctr" defTabSz="456758" fontAlgn="base">
                <a:spcBef>
                  <a:spcPts val="1200"/>
                </a:spcBef>
                <a:defRPr/>
              </a:pPr>
              <a:endParaRPr lang="en-US" sz="800" b="1" kern="0">
                <a:solidFill>
                  <a:srgbClr val="FFFFFF"/>
                </a:solidFill>
                <a:ea typeface="Open Sans" charset="0"/>
                <a:cs typeface="Arial" panose="020B0604020202020204" pitchFamily="34" charset="0"/>
              </a:endParaRPr>
            </a:p>
            <a:p>
              <a:pPr lvl="0" algn="ctr" defTabSz="456758" fontAlgn="base">
                <a:spcBef>
                  <a:spcPts val="1200"/>
                </a:spcBef>
                <a:defRPr/>
              </a:pPr>
              <a:r>
                <a:rPr lang="en-US" sz="800" b="1" kern="0">
                  <a:solidFill>
                    <a:srgbClr val="FFFFFF"/>
                  </a:solidFill>
                  <a:ea typeface="Open Sans" charset="0"/>
                  <a:cs typeface="Arial" panose="020B0604020202020204" pitchFamily="34" charset="0"/>
                </a:rPr>
                <a:t>ID</a:t>
              </a:r>
            </a:p>
          </p:txBody>
        </p:sp>
        <p:sp>
          <p:nvSpPr>
            <p:cNvPr id="92" name="NV" descr="NV">
              <a:extLst>
                <a:ext uri="{FF2B5EF4-FFF2-40B4-BE49-F238E27FC236}">
                  <a16:creationId xmlns:a16="http://schemas.microsoft.com/office/drawing/2014/main" id="{A00A404D-D25D-4216-8722-2A266D5F999B}"/>
                </a:ext>
              </a:extLst>
            </p:cNvPr>
            <p:cNvSpPr>
              <a:spLocks noChangeAspect="1"/>
            </p:cNvSpPr>
            <p:nvPr/>
          </p:nvSpPr>
          <p:spPr bwMode="auto">
            <a:xfrm>
              <a:off x="4221655" y="2535976"/>
              <a:ext cx="874376" cy="1364627"/>
            </a:xfrm>
            <a:custGeom>
              <a:avLst/>
              <a:gdLst>
                <a:gd name="T0" fmla="*/ 0 w 526"/>
                <a:gd name="T1" fmla="*/ 232 h 828"/>
                <a:gd name="T2" fmla="*/ 283 w 526"/>
                <a:gd name="T3" fmla="*/ 632 h 828"/>
                <a:gd name="T4" fmla="*/ 294 w 526"/>
                <a:gd name="T5" fmla="*/ 547 h 828"/>
                <a:gd name="T6" fmla="*/ 309 w 526"/>
                <a:gd name="T7" fmla="*/ 542 h 828"/>
                <a:gd name="T8" fmla="*/ 337 w 526"/>
                <a:gd name="T9" fmla="*/ 557 h 828"/>
                <a:gd name="T10" fmla="*/ 359 w 526"/>
                <a:gd name="T11" fmla="*/ 481 h 828"/>
                <a:gd name="T12" fmla="*/ 446 w 526"/>
                <a:gd name="T13" fmla="*/ 80 h 828"/>
                <a:gd name="T14" fmla="*/ 256 w 526"/>
                <a:gd name="T15" fmla="*/ 43 h 828"/>
                <a:gd name="T16" fmla="*/ 66 w 526"/>
                <a:gd name="T17" fmla="*/ 0 h 828"/>
                <a:gd name="T18" fmla="*/ 0 w 526"/>
                <a:gd name="T19" fmla="*/ 232 h 82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526" h="828">
                  <a:moveTo>
                    <a:pt x="0" y="303"/>
                  </a:moveTo>
                  <a:lnTo>
                    <a:pt x="333" y="827"/>
                  </a:lnTo>
                  <a:lnTo>
                    <a:pt x="346" y="716"/>
                  </a:lnTo>
                  <a:lnTo>
                    <a:pt x="364" y="709"/>
                  </a:lnTo>
                  <a:lnTo>
                    <a:pt x="396" y="728"/>
                  </a:lnTo>
                  <a:lnTo>
                    <a:pt x="423" y="629"/>
                  </a:lnTo>
                  <a:lnTo>
                    <a:pt x="525" y="105"/>
                  </a:lnTo>
                  <a:lnTo>
                    <a:pt x="301" y="56"/>
                  </a:lnTo>
                  <a:lnTo>
                    <a:pt x="78" y="0"/>
                  </a:lnTo>
                  <a:lnTo>
                    <a:pt x="0" y="303"/>
                  </a:lnTo>
                </a:path>
              </a:pathLst>
            </a:custGeom>
            <a:solidFill>
              <a:srgbClr val="0A4B8C"/>
            </a:solidFill>
            <a:ln w="19050" cap="rnd" cmpd="sng">
              <a:solidFill>
                <a:schemeClr val="bg1"/>
              </a:solidFill>
              <a:prstDash val="solid"/>
              <a:round/>
              <a:headEnd type="none" w="sm" len="sm"/>
              <a:tailEnd type="none" w="sm" len="sm"/>
            </a:ln>
            <a:effectLst/>
          </p:spPr>
          <p:txBody>
            <a:bodyPr bIns="274320" anchor="ctr"/>
            <a:lstStyle/>
            <a:p>
              <a:pPr lvl="0" algn="ctr" defTabSz="456758" fontAlgn="base">
                <a:spcBef>
                  <a:spcPts val="1200"/>
                </a:spcBef>
                <a:defRPr/>
              </a:pPr>
              <a:r>
                <a:rPr lang="en-US" sz="800" b="1" kern="0">
                  <a:solidFill>
                    <a:srgbClr val="FFFFFF"/>
                  </a:solidFill>
                  <a:ea typeface="Open Sans" charset="0"/>
                  <a:cs typeface="Arial" panose="020B0604020202020204" pitchFamily="34" charset="0"/>
                </a:rPr>
                <a:t>NV</a:t>
              </a:r>
            </a:p>
          </p:txBody>
        </p:sp>
        <p:sp>
          <p:nvSpPr>
            <p:cNvPr id="93" name="MT" descr="MT">
              <a:extLst>
                <a:ext uri="{FF2B5EF4-FFF2-40B4-BE49-F238E27FC236}">
                  <a16:creationId xmlns:a16="http://schemas.microsoft.com/office/drawing/2014/main" id="{F1CC937B-94AF-4579-96B1-1D1E60E539A2}"/>
                </a:ext>
              </a:extLst>
            </p:cNvPr>
            <p:cNvSpPr>
              <a:spLocks noChangeAspect="1"/>
            </p:cNvSpPr>
            <p:nvPr/>
          </p:nvSpPr>
          <p:spPr bwMode="auto">
            <a:xfrm>
              <a:off x="5064733" y="1468850"/>
              <a:ext cx="1400566" cy="901128"/>
            </a:xfrm>
            <a:custGeom>
              <a:avLst/>
              <a:gdLst>
                <a:gd name="T0" fmla="*/ 13 w 843"/>
                <a:gd name="T1" fmla="*/ 105 h 547"/>
                <a:gd name="T2" fmla="*/ 13 w 843"/>
                <a:gd name="T3" fmla="*/ 123 h 547"/>
                <a:gd name="T4" fmla="*/ 7 w 843"/>
                <a:gd name="T5" fmla="*/ 126 h 547"/>
                <a:gd name="T6" fmla="*/ 28 w 843"/>
                <a:gd name="T7" fmla="*/ 145 h 547"/>
                <a:gd name="T8" fmla="*/ 50 w 843"/>
                <a:gd name="T9" fmla="*/ 195 h 547"/>
                <a:gd name="T10" fmla="*/ 57 w 843"/>
                <a:gd name="T11" fmla="*/ 239 h 547"/>
                <a:gd name="T12" fmla="*/ 61 w 843"/>
                <a:gd name="T13" fmla="*/ 264 h 547"/>
                <a:gd name="T14" fmla="*/ 44 w 843"/>
                <a:gd name="T15" fmla="*/ 287 h 547"/>
                <a:gd name="T16" fmla="*/ 56 w 843"/>
                <a:gd name="T17" fmla="*/ 296 h 547"/>
                <a:gd name="T18" fmla="*/ 85 w 843"/>
                <a:gd name="T19" fmla="*/ 282 h 547"/>
                <a:gd name="T20" fmla="*/ 104 w 843"/>
                <a:gd name="T21" fmla="*/ 361 h 547"/>
                <a:gd name="T22" fmla="*/ 118 w 843"/>
                <a:gd name="T23" fmla="*/ 365 h 547"/>
                <a:gd name="T24" fmla="*/ 120 w 843"/>
                <a:gd name="T25" fmla="*/ 388 h 547"/>
                <a:gd name="T26" fmla="*/ 131 w 843"/>
                <a:gd name="T27" fmla="*/ 398 h 547"/>
                <a:gd name="T28" fmla="*/ 158 w 843"/>
                <a:gd name="T29" fmla="*/ 397 h 547"/>
                <a:gd name="T30" fmla="*/ 217 w 843"/>
                <a:gd name="T31" fmla="*/ 397 h 547"/>
                <a:gd name="T32" fmla="*/ 241 w 843"/>
                <a:gd name="T33" fmla="*/ 407 h 547"/>
                <a:gd name="T34" fmla="*/ 249 w 843"/>
                <a:gd name="T35" fmla="*/ 367 h 547"/>
                <a:gd name="T36" fmla="*/ 443 w 843"/>
                <a:gd name="T37" fmla="*/ 394 h 547"/>
                <a:gd name="T38" fmla="*/ 683 w 843"/>
                <a:gd name="T39" fmla="*/ 417 h 547"/>
                <a:gd name="T40" fmla="*/ 690 w 843"/>
                <a:gd name="T41" fmla="*/ 341 h 547"/>
                <a:gd name="T42" fmla="*/ 714 w 843"/>
                <a:gd name="T43" fmla="*/ 98 h 547"/>
                <a:gd name="T44" fmla="*/ 398 w 843"/>
                <a:gd name="T45" fmla="*/ 63 h 547"/>
                <a:gd name="T46" fmla="*/ 241 w 843"/>
                <a:gd name="T47" fmla="*/ 40 h 547"/>
                <a:gd name="T48" fmla="*/ 19 w 843"/>
                <a:gd name="T49" fmla="*/ 0 h 547"/>
                <a:gd name="T50" fmla="*/ 0 w 843"/>
                <a:gd name="T51" fmla="*/ 77 h 547"/>
                <a:gd name="T52" fmla="*/ 13 w 843"/>
                <a:gd name="T53" fmla="*/ 105 h 547"/>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843" h="547">
                  <a:moveTo>
                    <a:pt x="15" y="138"/>
                  </a:moveTo>
                  <a:lnTo>
                    <a:pt x="15" y="161"/>
                  </a:lnTo>
                  <a:lnTo>
                    <a:pt x="8" y="165"/>
                  </a:lnTo>
                  <a:lnTo>
                    <a:pt x="33" y="190"/>
                  </a:lnTo>
                  <a:lnTo>
                    <a:pt x="59" y="255"/>
                  </a:lnTo>
                  <a:lnTo>
                    <a:pt x="67" y="313"/>
                  </a:lnTo>
                  <a:lnTo>
                    <a:pt x="72" y="345"/>
                  </a:lnTo>
                  <a:lnTo>
                    <a:pt x="52" y="375"/>
                  </a:lnTo>
                  <a:lnTo>
                    <a:pt x="66" y="388"/>
                  </a:lnTo>
                  <a:lnTo>
                    <a:pt x="100" y="369"/>
                  </a:lnTo>
                  <a:lnTo>
                    <a:pt x="123" y="472"/>
                  </a:lnTo>
                  <a:lnTo>
                    <a:pt x="139" y="477"/>
                  </a:lnTo>
                  <a:lnTo>
                    <a:pt x="142" y="508"/>
                  </a:lnTo>
                  <a:lnTo>
                    <a:pt x="154" y="521"/>
                  </a:lnTo>
                  <a:lnTo>
                    <a:pt x="186" y="519"/>
                  </a:lnTo>
                  <a:lnTo>
                    <a:pt x="256" y="520"/>
                  </a:lnTo>
                  <a:lnTo>
                    <a:pt x="284" y="533"/>
                  </a:lnTo>
                  <a:lnTo>
                    <a:pt x="294" y="480"/>
                  </a:lnTo>
                  <a:lnTo>
                    <a:pt x="522" y="516"/>
                  </a:lnTo>
                  <a:lnTo>
                    <a:pt x="805" y="546"/>
                  </a:lnTo>
                  <a:lnTo>
                    <a:pt x="814" y="446"/>
                  </a:lnTo>
                  <a:lnTo>
                    <a:pt x="842" y="128"/>
                  </a:lnTo>
                  <a:lnTo>
                    <a:pt x="469" y="82"/>
                  </a:lnTo>
                  <a:lnTo>
                    <a:pt x="284" y="52"/>
                  </a:lnTo>
                  <a:lnTo>
                    <a:pt x="22" y="0"/>
                  </a:lnTo>
                  <a:lnTo>
                    <a:pt x="0" y="101"/>
                  </a:lnTo>
                  <a:lnTo>
                    <a:pt x="15" y="138"/>
                  </a:lnTo>
                </a:path>
              </a:pathLst>
            </a:custGeom>
            <a:solidFill>
              <a:srgbClr val="0A4B8C"/>
            </a:solidFill>
            <a:ln w="19050" cap="rnd" cmpd="sng">
              <a:solidFill>
                <a:schemeClr val="bg1"/>
              </a:solidFill>
              <a:prstDash val="solid"/>
              <a:round/>
              <a:headEnd type="none" w="sm" len="sm"/>
              <a:tailEnd type="none" w="sm" len="sm"/>
            </a:ln>
            <a:effectLst/>
          </p:spPr>
          <p:txBody>
            <a:bodyPr anchor="ctr"/>
            <a:lstStyle/>
            <a:p>
              <a:pPr lvl="0" algn="ctr" defTabSz="456758" fontAlgn="base">
                <a:spcBef>
                  <a:spcPts val="1200"/>
                </a:spcBef>
                <a:defRPr/>
              </a:pPr>
              <a:r>
                <a:rPr lang="en-US" sz="800" b="1" kern="0">
                  <a:solidFill>
                    <a:srgbClr val="FFFFFF"/>
                  </a:solidFill>
                  <a:ea typeface="Open Sans" charset="0"/>
                  <a:cs typeface="Arial" panose="020B0604020202020204" pitchFamily="34" charset="0"/>
                </a:rPr>
                <a:t>MT</a:t>
              </a:r>
            </a:p>
          </p:txBody>
        </p:sp>
        <p:sp>
          <p:nvSpPr>
            <p:cNvPr id="94" name="WY" descr="WY">
              <a:extLst>
                <a:ext uri="{FF2B5EF4-FFF2-40B4-BE49-F238E27FC236}">
                  <a16:creationId xmlns:a16="http://schemas.microsoft.com/office/drawing/2014/main" id="{7E43F803-0F88-4BAD-B8D0-F1A521D501C0}"/>
                </a:ext>
              </a:extLst>
            </p:cNvPr>
            <p:cNvSpPr>
              <a:spLocks noChangeAspect="1"/>
            </p:cNvSpPr>
            <p:nvPr/>
          </p:nvSpPr>
          <p:spPr bwMode="auto">
            <a:xfrm>
              <a:off x="5438348" y="2260033"/>
              <a:ext cx="968269" cy="806272"/>
            </a:xfrm>
            <a:custGeom>
              <a:avLst/>
              <a:gdLst>
                <a:gd name="T0" fmla="*/ 0 w 582"/>
                <a:gd name="T1" fmla="*/ 320 h 489"/>
                <a:gd name="T2" fmla="*/ 58 w 582"/>
                <a:gd name="T3" fmla="*/ 0 h 489"/>
                <a:gd name="T4" fmla="*/ 253 w 582"/>
                <a:gd name="T5" fmla="*/ 27 h 489"/>
                <a:gd name="T6" fmla="*/ 493 w 582"/>
                <a:gd name="T7" fmla="*/ 50 h 489"/>
                <a:gd name="T8" fmla="*/ 476 w 582"/>
                <a:gd name="T9" fmla="*/ 212 h 489"/>
                <a:gd name="T10" fmla="*/ 460 w 582"/>
                <a:gd name="T11" fmla="*/ 373 h 489"/>
                <a:gd name="T12" fmla="*/ 132 w 582"/>
                <a:gd name="T13" fmla="*/ 340 h 489"/>
                <a:gd name="T14" fmla="*/ 0 w 582"/>
                <a:gd name="T15" fmla="*/ 320 h 489"/>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582" h="489">
                  <a:moveTo>
                    <a:pt x="0" y="418"/>
                  </a:moveTo>
                  <a:lnTo>
                    <a:pt x="68" y="0"/>
                  </a:lnTo>
                  <a:lnTo>
                    <a:pt x="298" y="35"/>
                  </a:lnTo>
                  <a:lnTo>
                    <a:pt x="581" y="65"/>
                  </a:lnTo>
                  <a:lnTo>
                    <a:pt x="561" y="277"/>
                  </a:lnTo>
                  <a:lnTo>
                    <a:pt x="542" y="488"/>
                  </a:lnTo>
                  <a:lnTo>
                    <a:pt x="156" y="444"/>
                  </a:lnTo>
                  <a:lnTo>
                    <a:pt x="0" y="418"/>
                  </a:lnTo>
                </a:path>
              </a:pathLst>
            </a:custGeom>
            <a:solidFill>
              <a:srgbClr val="0A4B8C"/>
            </a:solidFill>
            <a:ln w="19050" cap="rnd" cmpd="sng">
              <a:solidFill>
                <a:schemeClr val="bg1"/>
              </a:solidFill>
              <a:prstDash val="solid"/>
              <a:round/>
              <a:headEnd type="none" w="sm" len="sm"/>
              <a:tailEnd type="none" w="sm" len="sm"/>
            </a:ln>
            <a:effectLst/>
          </p:spPr>
          <p:txBody>
            <a:bodyPr anchor="ctr"/>
            <a:lstStyle/>
            <a:p>
              <a:pPr lvl="0" algn="ctr" defTabSz="456758" fontAlgn="base">
                <a:spcBef>
                  <a:spcPts val="1200"/>
                </a:spcBef>
                <a:defRPr/>
              </a:pPr>
              <a:r>
                <a:rPr lang="en-US" sz="800" b="1" kern="0">
                  <a:solidFill>
                    <a:srgbClr val="FFFFFF"/>
                  </a:solidFill>
                  <a:ea typeface="Open Sans" charset="0"/>
                  <a:cs typeface="Arial" panose="020B0604020202020204" pitchFamily="34" charset="0"/>
                </a:rPr>
                <a:t>WY</a:t>
              </a:r>
            </a:p>
          </p:txBody>
        </p:sp>
        <p:sp>
          <p:nvSpPr>
            <p:cNvPr id="95" name="UT" descr="UT">
              <a:extLst>
                <a:ext uri="{FF2B5EF4-FFF2-40B4-BE49-F238E27FC236}">
                  <a16:creationId xmlns:a16="http://schemas.microsoft.com/office/drawing/2014/main" id="{EF3C23EB-0636-4DCE-8C1E-B93015C1B1A6}"/>
                </a:ext>
              </a:extLst>
            </p:cNvPr>
            <p:cNvSpPr>
              <a:spLocks noChangeAspect="1"/>
            </p:cNvSpPr>
            <p:nvPr/>
          </p:nvSpPr>
          <p:spPr bwMode="auto">
            <a:xfrm>
              <a:off x="4925851" y="2712752"/>
              <a:ext cx="772659" cy="980893"/>
            </a:xfrm>
            <a:custGeom>
              <a:avLst/>
              <a:gdLst>
                <a:gd name="T0" fmla="*/ 86 w 467"/>
                <a:gd name="T1" fmla="*/ 0 h 596"/>
                <a:gd name="T2" fmla="*/ 276 w 467"/>
                <a:gd name="T3" fmla="*/ 33 h 596"/>
                <a:gd name="T4" fmla="*/ 263 w 467"/>
                <a:gd name="T5" fmla="*/ 112 h 596"/>
                <a:gd name="T6" fmla="*/ 395 w 467"/>
                <a:gd name="T7" fmla="*/ 132 h 596"/>
                <a:gd name="T8" fmla="*/ 343 w 467"/>
                <a:gd name="T9" fmla="*/ 454 h 596"/>
                <a:gd name="T10" fmla="*/ 0 w 467"/>
                <a:gd name="T11" fmla="*/ 399 h 596"/>
                <a:gd name="T12" fmla="*/ 86 w 467"/>
                <a:gd name="T13" fmla="*/ 0 h 59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67" h="596">
                  <a:moveTo>
                    <a:pt x="101" y="0"/>
                  </a:moveTo>
                  <a:lnTo>
                    <a:pt x="326" y="43"/>
                  </a:lnTo>
                  <a:lnTo>
                    <a:pt x="310" y="147"/>
                  </a:lnTo>
                  <a:lnTo>
                    <a:pt x="466" y="173"/>
                  </a:lnTo>
                  <a:lnTo>
                    <a:pt x="405" y="595"/>
                  </a:lnTo>
                  <a:lnTo>
                    <a:pt x="0" y="523"/>
                  </a:lnTo>
                  <a:lnTo>
                    <a:pt x="101" y="0"/>
                  </a:lnTo>
                </a:path>
              </a:pathLst>
            </a:custGeom>
            <a:solidFill>
              <a:srgbClr val="0A4B8C"/>
            </a:solidFill>
            <a:ln w="19050" cap="rnd" cmpd="sng">
              <a:solidFill>
                <a:schemeClr val="bg1"/>
              </a:solidFill>
              <a:prstDash val="solid"/>
              <a:round/>
              <a:headEnd type="none" w="sm" len="sm"/>
              <a:tailEnd type="none" w="sm" len="sm"/>
            </a:ln>
            <a:effectLst/>
          </p:spPr>
          <p:txBody>
            <a:bodyPr anchor="ctr"/>
            <a:lstStyle/>
            <a:p>
              <a:pPr lvl="0" algn="ctr" defTabSz="456758" fontAlgn="base">
                <a:spcBef>
                  <a:spcPts val="1200"/>
                </a:spcBef>
                <a:defRPr/>
              </a:pPr>
              <a:r>
                <a:rPr lang="en-US" sz="800" b="1" kern="0">
                  <a:solidFill>
                    <a:srgbClr val="FFFFFF"/>
                  </a:solidFill>
                  <a:ea typeface="Open Sans" charset="0"/>
                  <a:cs typeface="Arial" panose="020B0604020202020204" pitchFamily="34" charset="0"/>
                </a:rPr>
                <a:t>UT</a:t>
              </a:r>
            </a:p>
          </p:txBody>
        </p:sp>
        <p:sp>
          <p:nvSpPr>
            <p:cNvPr id="96" name="CO" descr="CO">
              <a:extLst>
                <a:ext uri="{FF2B5EF4-FFF2-40B4-BE49-F238E27FC236}">
                  <a16:creationId xmlns:a16="http://schemas.microsoft.com/office/drawing/2014/main" id="{F7D6BB0A-E03B-4CF9-AE88-0FD9BDBFE171}"/>
                </a:ext>
              </a:extLst>
            </p:cNvPr>
            <p:cNvSpPr>
              <a:spLocks noChangeAspect="1"/>
            </p:cNvSpPr>
            <p:nvPr/>
          </p:nvSpPr>
          <p:spPr bwMode="auto">
            <a:xfrm>
              <a:off x="5596792" y="2995163"/>
              <a:ext cx="997610" cy="793338"/>
            </a:xfrm>
            <a:custGeom>
              <a:avLst/>
              <a:gdLst>
                <a:gd name="T0" fmla="*/ 51 w 603"/>
                <a:gd name="T1" fmla="*/ 0 h 483"/>
                <a:gd name="T2" fmla="*/ 378 w 603"/>
                <a:gd name="T3" fmla="*/ 33 h 483"/>
                <a:gd name="T4" fmla="*/ 510 w 603"/>
                <a:gd name="T5" fmla="*/ 44 h 483"/>
                <a:gd name="T6" fmla="*/ 504 w 603"/>
                <a:gd name="T7" fmla="*/ 124 h 483"/>
                <a:gd name="T8" fmla="*/ 486 w 603"/>
                <a:gd name="T9" fmla="*/ 368 h 483"/>
                <a:gd name="T10" fmla="*/ 420 w 603"/>
                <a:gd name="T11" fmla="*/ 363 h 483"/>
                <a:gd name="T12" fmla="*/ 211 w 603"/>
                <a:gd name="T13" fmla="*/ 346 h 483"/>
                <a:gd name="T14" fmla="*/ 0 w 603"/>
                <a:gd name="T15" fmla="*/ 322 h 483"/>
                <a:gd name="T16" fmla="*/ 51 w 603"/>
                <a:gd name="T17" fmla="*/ 0 h 48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03" h="483">
                  <a:moveTo>
                    <a:pt x="60" y="0"/>
                  </a:moveTo>
                  <a:lnTo>
                    <a:pt x="446" y="43"/>
                  </a:lnTo>
                  <a:lnTo>
                    <a:pt x="602" y="57"/>
                  </a:lnTo>
                  <a:lnTo>
                    <a:pt x="595" y="162"/>
                  </a:lnTo>
                  <a:lnTo>
                    <a:pt x="574" y="482"/>
                  </a:lnTo>
                  <a:lnTo>
                    <a:pt x="496" y="475"/>
                  </a:lnTo>
                  <a:lnTo>
                    <a:pt x="249" y="453"/>
                  </a:lnTo>
                  <a:lnTo>
                    <a:pt x="0" y="421"/>
                  </a:lnTo>
                  <a:lnTo>
                    <a:pt x="60" y="0"/>
                  </a:lnTo>
                </a:path>
              </a:pathLst>
            </a:custGeom>
            <a:solidFill>
              <a:srgbClr val="0A4B8C"/>
            </a:solidFill>
            <a:ln w="19050" cap="rnd" cmpd="sng">
              <a:solidFill>
                <a:schemeClr val="bg1"/>
              </a:solidFill>
              <a:prstDash val="solid"/>
              <a:round/>
              <a:headEnd type="none" w="sm" len="sm"/>
              <a:tailEnd type="none" w="sm" len="sm"/>
            </a:ln>
            <a:effectLst/>
          </p:spPr>
          <p:txBody>
            <a:bodyPr anchor="ctr"/>
            <a:lstStyle/>
            <a:p>
              <a:pPr lvl="0" algn="ctr" defTabSz="456758" fontAlgn="base">
                <a:spcBef>
                  <a:spcPts val="1200"/>
                </a:spcBef>
                <a:defRPr/>
              </a:pPr>
              <a:r>
                <a:rPr lang="en-US" sz="800" b="1" kern="0">
                  <a:solidFill>
                    <a:srgbClr val="FFFFFF"/>
                  </a:solidFill>
                  <a:ea typeface="Open Sans" charset="0"/>
                  <a:cs typeface="Arial" panose="020B0604020202020204" pitchFamily="34" charset="0"/>
                </a:rPr>
                <a:t>CO</a:t>
              </a:r>
            </a:p>
          </p:txBody>
        </p:sp>
        <p:sp>
          <p:nvSpPr>
            <p:cNvPr id="97" name="AZ" descr="AZ">
              <a:extLst>
                <a:ext uri="{FF2B5EF4-FFF2-40B4-BE49-F238E27FC236}">
                  <a16:creationId xmlns:a16="http://schemas.microsoft.com/office/drawing/2014/main" id="{12B40F98-2819-4283-87FE-FE1F80105F7E}"/>
                </a:ext>
              </a:extLst>
            </p:cNvPr>
            <p:cNvSpPr>
              <a:spLocks noChangeAspect="1"/>
            </p:cNvSpPr>
            <p:nvPr/>
          </p:nvSpPr>
          <p:spPr bwMode="auto">
            <a:xfrm>
              <a:off x="4663733" y="3572921"/>
              <a:ext cx="935015" cy="1095150"/>
            </a:xfrm>
            <a:custGeom>
              <a:avLst/>
              <a:gdLst>
                <a:gd name="T0" fmla="*/ 31 w 562"/>
                <a:gd name="T1" fmla="*/ 323 h 665"/>
                <a:gd name="T2" fmla="*/ 17 w 562"/>
                <a:gd name="T3" fmla="*/ 304 h 665"/>
                <a:gd name="T4" fmla="*/ 24 w 562"/>
                <a:gd name="T5" fmla="*/ 276 h 665"/>
                <a:gd name="T6" fmla="*/ 55 w 562"/>
                <a:gd name="T7" fmla="*/ 228 h 665"/>
                <a:gd name="T8" fmla="*/ 78 w 562"/>
                <a:gd name="T9" fmla="*/ 214 h 665"/>
                <a:gd name="T10" fmla="*/ 65 w 562"/>
                <a:gd name="T11" fmla="*/ 197 h 665"/>
                <a:gd name="T12" fmla="*/ 56 w 562"/>
                <a:gd name="T13" fmla="*/ 151 h 665"/>
                <a:gd name="T14" fmla="*/ 66 w 562"/>
                <a:gd name="T15" fmla="*/ 66 h 665"/>
                <a:gd name="T16" fmla="*/ 83 w 562"/>
                <a:gd name="T17" fmla="*/ 60 h 665"/>
                <a:gd name="T18" fmla="*/ 109 w 562"/>
                <a:gd name="T19" fmla="*/ 75 h 665"/>
                <a:gd name="T20" fmla="*/ 132 w 562"/>
                <a:gd name="T21" fmla="*/ 0 h 665"/>
                <a:gd name="T22" fmla="*/ 477 w 562"/>
                <a:gd name="T23" fmla="*/ 54 h 665"/>
                <a:gd name="T24" fmla="*/ 405 w 562"/>
                <a:gd name="T25" fmla="*/ 508 h 665"/>
                <a:gd name="T26" fmla="*/ 299 w 562"/>
                <a:gd name="T27" fmla="*/ 494 h 665"/>
                <a:gd name="T28" fmla="*/ 233 w 562"/>
                <a:gd name="T29" fmla="*/ 476 h 665"/>
                <a:gd name="T30" fmla="*/ 98 w 562"/>
                <a:gd name="T31" fmla="*/ 426 h 665"/>
                <a:gd name="T32" fmla="*/ 0 w 562"/>
                <a:gd name="T33" fmla="*/ 347 h 665"/>
                <a:gd name="T34" fmla="*/ 31 w 562"/>
                <a:gd name="T35" fmla="*/ 323 h 66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562" h="665">
                  <a:moveTo>
                    <a:pt x="36" y="422"/>
                  </a:moveTo>
                  <a:lnTo>
                    <a:pt x="20" y="397"/>
                  </a:lnTo>
                  <a:lnTo>
                    <a:pt x="28" y="360"/>
                  </a:lnTo>
                  <a:lnTo>
                    <a:pt x="65" y="298"/>
                  </a:lnTo>
                  <a:lnTo>
                    <a:pt x="92" y="280"/>
                  </a:lnTo>
                  <a:lnTo>
                    <a:pt x="77" y="258"/>
                  </a:lnTo>
                  <a:lnTo>
                    <a:pt x="66" y="197"/>
                  </a:lnTo>
                  <a:lnTo>
                    <a:pt x="78" y="86"/>
                  </a:lnTo>
                  <a:lnTo>
                    <a:pt x="97" y="79"/>
                  </a:lnTo>
                  <a:lnTo>
                    <a:pt x="128" y="98"/>
                  </a:lnTo>
                  <a:lnTo>
                    <a:pt x="155" y="0"/>
                  </a:lnTo>
                  <a:lnTo>
                    <a:pt x="561" y="71"/>
                  </a:lnTo>
                  <a:lnTo>
                    <a:pt x="476" y="664"/>
                  </a:lnTo>
                  <a:lnTo>
                    <a:pt x="352" y="645"/>
                  </a:lnTo>
                  <a:lnTo>
                    <a:pt x="274" y="622"/>
                  </a:lnTo>
                  <a:lnTo>
                    <a:pt x="115" y="556"/>
                  </a:lnTo>
                  <a:lnTo>
                    <a:pt x="0" y="454"/>
                  </a:lnTo>
                  <a:lnTo>
                    <a:pt x="36" y="422"/>
                  </a:lnTo>
                </a:path>
              </a:pathLst>
            </a:custGeom>
            <a:solidFill>
              <a:srgbClr val="0A4B8C"/>
            </a:solidFill>
            <a:ln w="19050" cap="rnd" cmpd="sng">
              <a:solidFill>
                <a:schemeClr val="bg1"/>
              </a:solidFill>
              <a:prstDash val="solid"/>
              <a:round/>
              <a:headEnd type="none" w="sm" len="sm"/>
              <a:tailEnd type="none" w="sm" len="sm"/>
            </a:ln>
            <a:effectLst/>
          </p:spPr>
          <p:txBody>
            <a:bodyPr anchor="ctr"/>
            <a:lstStyle/>
            <a:p>
              <a:pPr lvl="0" algn="ctr" defTabSz="456758" fontAlgn="base">
                <a:spcBef>
                  <a:spcPts val="1200"/>
                </a:spcBef>
                <a:defRPr/>
              </a:pPr>
              <a:r>
                <a:rPr lang="en-US" sz="800" b="1" kern="0">
                  <a:solidFill>
                    <a:srgbClr val="FFFFFF"/>
                  </a:solidFill>
                  <a:ea typeface="Open Sans" charset="0"/>
                  <a:cs typeface="Arial" panose="020B0604020202020204" pitchFamily="34" charset="0"/>
                </a:rPr>
                <a:t>AZ</a:t>
              </a:r>
            </a:p>
          </p:txBody>
        </p:sp>
        <p:sp>
          <p:nvSpPr>
            <p:cNvPr id="98" name="AK" descr="AK">
              <a:extLst>
                <a:ext uri="{FF2B5EF4-FFF2-40B4-BE49-F238E27FC236}">
                  <a16:creationId xmlns:a16="http://schemas.microsoft.com/office/drawing/2014/main" id="{75B1026A-170C-4D6E-BDAC-86C1585132D7}"/>
                </a:ext>
              </a:extLst>
            </p:cNvPr>
            <p:cNvSpPr>
              <a:spLocks noChangeAspect="1"/>
            </p:cNvSpPr>
            <p:nvPr/>
          </p:nvSpPr>
          <p:spPr bwMode="auto">
            <a:xfrm>
              <a:off x="3713070" y="4566748"/>
              <a:ext cx="1087590" cy="1062813"/>
            </a:xfrm>
            <a:custGeom>
              <a:avLst/>
              <a:gdLst>
                <a:gd name="T0" fmla="*/ 89 w 2041"/>
                <a:gd name="T1" fmla="*/ 95 h 1997"/>
                <a:gd name="T2" fmla="*/ 200 w 2041"/>
                <a:gd name="T3" fmla="*/ 0 h 1997"/>
                <a:gd name="T4" fmla="*/ 254 w 2041"/>
                <a:gd name="T5" fmla="*/ 17 h 1997"/>
                <a:gd name="T6" fmla="*/ 279 w 2041"/>
                <a:gd name="T7" fmla="*/ 47 h 1997"/>
                <a:gd name="T8" fmla="*/ 384 w 2041"/>
                <a:gd name="T9" fmla="*/ 59 h 1997"/>
                <a:gd name="T10" fmla="*/ 388 w 2041"/>
                <a:gd name="T11" fmla="*/ 376 h 1997"/>
                <a:gd name="T12" fmla="*/ 422 w 2041"/>
                <a:gd name="T13" fmla="*/ 385 h 1997"/>
                <a:gd name="T14" fmla="*/ 438 w 2041"/>
                <a:gd name="T15" fmla="*/ 423 h 1997"/>
                <a:gd name="T16" fmla="*/ 462 w 2041"/>
                <a:gd name="T17" fmla="*/ 410 h 1997"/>
                <a:gd name="T18" fmla="*/ 512 w 2041"/>
                <a:gd name="T19" fmla="*/ 497 h 1997"/>
                <a:gd name="T20" fmla="*/ 556 w 2041"/>
                <a:gd name="T21" fmla="*/ 536 h 1997"/>
                <a:gd name="T22" fmla="*/ 554 w 2041"/>
                <a:gd name="T23" fmla="*/ 571 h 1997"/>
                <a:gd name="T24" fmla="*/ 500 w 2041"/>
                <a:gd name="T25" fmla="*/ 575 h 1997"/>
                <a:gd name="T26" fmla="*/ 475 w 2041"/>
                <a:gd name="T27" fmla="*/ 469 h 1997"/>
                <a:gd name="T28" fmla="*/ 302 w 2041"/>
                <a:gd name="T29" fmla="*/ 366 h 1997"/>
                <a:gd name="T30" fmla="*/ 307 w 2041"/>
                <a:gd name="T31" fmla="*/ 398 h 1997"/>
                <a:gd name="T32" fmla="*/ 268 w 2041"/>
                <a:gd name="T33" fmla="*/ 440 h 1997"/>
                <a:gd name="T34" fmla="*/ 262 w 2041"/>
                <a:gd name="T35" fmla="*/ 425 h 1997"/>
                <a:gd name="T36" fmla="*/ 250 w 2041"/>
                <a:gd name="T37" fmla="*/ 425 h 1997"/>
                <a:gd name="T38" fmla="*/ 220 w 2041"/>
                <a:gd name="T39" fmla="*/ 514 h 1997"/>
                <a:gd name="T40" fmla="*/ 122 w 2041"/>
                <a:gd name="T41" fmla="*/ 600 h 1997"/>
                <a:gd name="T42" fmla="*/ 27 w 2041"/>
                <a:gd name="T43" fmla="*/ 641 h 1997"/>
                <a:gd name="T44" fmla="*/ 0 w 2041"/>
                <a:gd name="T45" fmla="*/ 636 h 1997"/>
                <a:gd name="T46" fmla="*/ 110 w 2041"/>
                <a:gd name="T47" fmla="*/ 561 h 1997"/>
                <a:gd name="T48" fmla="*/ 122 w 2041"/>
                <a:gd name="T49" fmla="*/ 561 h 1997"/>
                <a:gd name="T50" fmla="*/ 163 w 2041"/>
                <a:gd name="T51" fmla="*/ 504 h 1997"/>
                <a:gd name="T52" fmla="*/ 181 w 2041"/>
                <a:gd name="T53" fmla="*/ 502 h 1997"/>
                <a:gd name="T54" fmla="*/ 208 w 2041"/>
                <a:gd name="T55" fmla="*/ 458 h 1997"/>
                <a:gd name="T56" fmla="*/ 199 w 2041"/>
                <a:gd name="T57" fmla="*/ 439 h 1997"/>
                <a:gd name="T58" fmla="*/ 141 w 2041"/>
                <a:gd name="T59" fmla="*/ 448 h 1997"/>
                <a:gd name="T60" fmla="*/ 100 w 2041"/>
                <a:gd name="T61" fmla="*/ 340 h 1997"/>
                <a:gd name="T62" fmla="*/ 122 w 2041"/>
                <a:gd name="T63" fmla="*/ 290 h 1997"/>
                <a:gd name="T64" fmla="*/ 160 w 2041"/>
                <a:gd name="T65" fmla="*/ 273 h 1997"/>
                <a:gd name="T66" fmla="*/ 147 w 2041"/>
                <a:gd name="T67" fmla="*/ 229 h 1997"/>
                <a:gd name="T68" fmla="*/ 108 w 2041"/>
                <a:gd name="T69" fmla="*/ 250 h 1997"/>
                <a:gd name="T70" fmla="*/ 79 w 2041"/>
                <a:gd name="T71" fmla="*/ 187 h 1997"/>
                <a:gd name="T72" fmla="*/ 111 w 2041"/>
                <a:gd name="T73" fmla="*/ 172 h 1997"/>
                <a:gd name="T74" fmla="*/ 141 w 2041"/>
                <a:gd name="T75" fmla="*/ 189 h 1997"/>
                <a:gd name="T76" fmla="*/ 153 w 2041"/>
                <a:gd name="T77" fmla="*/ 179 h 1997"/>
                <a:gd name="T78" fmla="*/ 129 w 2041"/>
                <a:gd name="T79" fmla="*/ 126 h 1997"/>
                <a:gd name="T80" fmla="*/ 87 w 2041"/>
                <a:gd name="T81" fmla="*/ 122 h 1997"/>
                <a:gd name="T82" fmla="*/ 89 w 2041"/>
                <a:gd name="T83" fmla="*/ 95 h 199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2041" h="1997">
                  <a:moveTo>
                    <a:pt x="325" y="296"/>
                  </a:moveTo>
                  <a:lnTo>
                    <a:pt x="735" y="0"/>
                  </a:lnTo>
                  <a:lnTo>
                    <a:pt x="931" y="52"/>
                  </a:lnTo>
                  <a:lnTo>
                    <a:pt x="1026" y="147"/>
                  </a:lnTo>
                  <a:lnTo>
                    <a:pt x="1411" y="183"/>
                  </a:lnTo>
                  <a:lnTo>
                    <a:pt x="1424" y="1170"/>
                  </a:lnTo>
                  <a:lnTo>
                    <a:pt x="1549" y="1201"/>
                  </a:lnTo>
                  <a:lnTo>
                    <a:pt x="1608" y="1319"/>
                  </a:lnTo>
                  <a:lnTo>
                    <a:pt x="1697" y="1277"/>
                  </a:lnTo>
                  <a:lnTo>
                    <a:pt x="1881" y="1547"/>
                  </a:lnTo>
                  <a:lnTo>
                    <a:pt x="2041" y="1671"/>
                  </a:lnTo>
                  <a:lnTo>
                    <a:pt x="2035" y="1778"/>
                  </a:lnTo>
                  <a:lnTo>
                    <a:pt x="1834" y="1790"/>
                  </a:lnTo>
                  <a:lnTo>
                    <a:pt x="1745" y="1461"/>
                  </a:lnTo>
                  <a:lnTo>
                    <a:pt x="1109" y="1141"/>
                  </a:lnTo>
                  <a:lnTo>
                    <a:pt x="1126" y="1241"/>
                  </a:lnTo>
                  <a:lnTo>
                    <a:pt x="984" y="1372"/>
                  </a:lnTo>
                  <a:lnTo>
                    <a:pt x="961" y="1325"/>
                  </a:lnTo>
                  <a:lnTo>
                    <a:pt x="919" y="1325"/>
                  </a:lnTo>
                  <a:lnTo>
                    <a:pt x="806" y="1600"/>
                  </a:lnTo>
                  <a:lnTo>
                    <a:pt x="449" y="1868"/>
                  </a:lnTo>
                  <a:lnTo>
                    <a:pt x="100" y="1997"/>
                  </a:lnTo>
                  <a:lnTo>
                    <a:pt x="0" y="1981"/>
                  </a:lnTo>
                  <a:lnTo>
                    <a:pt x="402" y="1748"/>
                  </a:lnTo>
                  <a:lnTo>
                    <a:pt x="449" y="1748"/>
                  </a:lnTo>
                  <a:lnTo>
                    <a:pt x="599" y="1570"/>
                  </a:lnTo>
                  <a:lnTo>
                    <a:pt x="664" y="1564"/>
                  </a:lnTo>
                  <a:lnTo>
                    <a:pt x="765" y="1426"/>
                  </a:lnTo>
                  <a:lnTo>
                    <a:pt x="730" y="1368"/>
                  </a:lnTo>
                  <a:lnTo>
                    <a:pt x="516" y="1396"/>
                  </a:lnTo>
                  <a:lnTo>
                    <a:pt x="366" y="1058"/>
                  </a:lnTo>
                  <a:lnTo>
                    <a:pt x="449" y="903"/>
                  </a:lnTo>
                  <a:lnTo>
                    <a:pt x="587" y="849"/>
                  </a:lnTo>
                  <a:lnTo>
                    <a:pt x="539" y="713"/>
                  </a:lnTo>
                  <a:lnTo>
                    <a:pt x="396" y="778"/>
                  </a:lnTo>
                  <a:lnTo>
                    <a:pt x="289" y="582"/>
                  </a:lnTo>
                  <a:lnTo>
                    <a:pt x="407" y="535"/>
                  </a:lnTo>
                  <a:lnTo>
                    <a:pt x="516" y="589"/>
                  </a:lnTo>
                  <a:lnTo>
                    <a:pt x="563" y="559"/>
                  </a:lnTo>
                  <a:lnTo>
                    <a:pt x="473" y="391"/>
                  </a:lnTo>
                  <a:lnTo>
                    <a:pt x="318" y="379"/>
                  </a:lnTo>
                  <a:lnTo>
                    <a:pt x="325" y="296"/>
                  </a:lnTo>
                  <a:close/>
                </a:path>
              </a:pathLst>
            </a:custGeom>
            <a:solidFill>
              <a:srgbClr val="0A4B8C"/>
            </a:solidFill>
            <a:ln w="19050" cap="rnd" cmpd="sng">
              <a:solidFill>
                <a:schemeClr val="bg1"/>
              </a:solidFill>
              <a:prstDash val="solid"/>
              <a:round/>
              <a:headEnd type="none" w="sm" len="sm"/>
              <a:tailEnd type="none" w="sm" len="sm"/>
            </a:ln>
            <a:effectLst/>
          </p:spPr>
          <p:txBody>
            <a:bodyPr lIns="0" tIns="0" rIns="91440" bIns="365760" anchor="ctr"/>
            <a:lstStyle/>
            <a:p>
              <a:pPr lvl="0" algn="ctr" defTabSz="456758" fontAlgn="base">
                <a:spcBef>
                  <a:spcPts val="1200"/>
                </a:spcBef>
                <a:defRPr/>
              </a:pPr>
              <a:r>
                <a:rPr lang="en-US" sz="800" b="1" kern="0">
                  <a:solidFill>
                    <a:srgbClr val="FFFFFF"/>
                  </a:solidFill>
                  <a:ea typeface="Open Sans" charset="0"/>
                  <a:cs typeface="Arial" panose="020B0604020202020204" pitchFamily="34" charset="0"/>
                </a:rPr>
                <a:t>AK</a:t>
              </a:r>
            </a:p>
          </p:txBody>
        </p:sp>
        <p:sp>
          <p:nvSpPr>
            <p:cNvPr id="99" name="HI">
              <a:extLst>
                <a:ext uri="{FF2B5EF4-FFF2-40B4-BE49-F238E27FC236}">
                  <a16:creationId xmlns:a16="http://schemas.microsoft.com/office/drawing/2014/main" id="{0F4082F1-B78B-4656-A185-6FE90EE855D9}"/>
                </a:ext>
              </a:extLst>
            </p:cNvPr>
            <p:cNvSpPr txBox="1"/>
            <p:nvPr/>
          </p:nvSpPr>
          <p:spPr>
            <a:xfrm>
              <a:off x="4931922" y="5072259"/>
              <a:ext cx="237698" cy="187549"/>
            </a:xfrm>
            <a:prstGeom prst="rect">
              <a:avLst/>
            </a:prstGeom>
            <a:noFill/>
          </p:spPr>
          <p:txBody>
            <a:bodyPr wrap="square" lIns="0" tIns="0" rIns="0" bIns="0" rtlCol="0">
              <a:noAutofit/>
            </a:bodyPr>
            <a:lstStyle/>
            <a:p>
              <a:pPr marL="0" marR="0" lvl="0" indent="0" algn="ctr" defTabSz="456758" eaLnBrk="1" fontAlgn="base" latinLnBrk="0" hangingPunct="1">
                <a:lnSpc>
                  <a:spcPct val="100000"/>
                </a:lnSpc>
                <a:spcBef>
                  <a:spcPts val="1200"/>
                </a:spcBef>
                <a:spcAft>
                  <a:spcPts val="0"/>
                </a:spcAft>
                <a:buClrTx/>
                <a:buSzTx/>
                <a:buFontTx/>
                <a:buNone/>
                <a:tabLst/>
                <a:defRPr/>
              </a:pPr>
              <a:r>
                <a:rPr kumimoji="0" lang="en-US" sz="800" b="1" i="0" u="none" strike="noStrike" kern="0" cap="none" spc="0" normalizeH="0" baseline="0" noProof="0">
                  <a:ln>
                    <a:noFill/>
                  </a:ln>
                  <a:solidFill>
                    <a:schemeClr val="tx2"/>
                  </a:solidFill>
                  <a:effectLst/>
                  <a:uLnTx/>
                  <a:uFillTx/>
                  <a:ea typeface="Open Sans" charset="0"/>
                  <a:cs typeface="Arial" panose="020B0604020202020204" pitchFamily="34" charset="0"/>
                </a:rPr>
                <a:t>HI</a:t>
              </a:r>
            </a:p>
          </p:txBody>
        </p:sp>
        <p:sp>
          <p:nvSpPr>
            <p:cNvPr id="100" name="HI shape" descr="HI">
              <a:extLst>
                <a:ext uri="{FF2B5EF4-FFF2-40B4-BE49-F238E27FC236}">
                  <a16:creationId xmlns:a16="http://schemas.microsoft.com/office/drawing/2014/main" id="{A0804465-A286-45D3-A3C2-8CCE664ABC1F}"/>
                </a:ext>
              </a:extLst>
            </p:cNvPr>
            <p:cNvSpPr>
              <a:spLocks noChangeAspect="1"/>
            </p:cNvSpPr>
            <p:nvPr/>
          </p:nvSpPr>
          <p:spPr bwMode="auto">
            <a:xfrm>
              <a:off x="4730240" y="4773706"/>
              <a:ext cx="995654" cy="812739"/>
            </a:xfrm>
            <a:custGeom>
              <a:avLst/>
              <a:gdLst>
                <a:gd name="connsiteX0" fmla="*/ 772650 w 995654"/>
                <a:gd name="connsiteY0" fmla="*/ 465654 h 812739"/>
                <a:gd name="connsiteX1" fmla="*/ 930400 w 995654"/>
                <a:gd name="connsiteY1" fmla="*/ 533888 h 812739"/>
                <a:gd name="connsiteX2" fmla="*/ 995654 w 995654"/>
                <a:gd name="connsiteY2" fmla="*/ 651555 h 812739"/>
                <a:gd name="connsiteX3" fmla="*/ 933568 w 995654"/>
                <a:gd name="connsiteY3" fmla="*/ 726403 h 812739"/>
                <a:gd name="connsiteX4" fmla="*/ 851842 w 995654"/>
                <a:gd name="connsiteY4" fmla="*/ 741721 h 812739"/>
                <a:gd name="connsiteX5" fmla="*/ 823650 w 995654"/>
                <a:gd name="connsiteY5" fmla="*/ 812739 h 812739"/>
                <a:gd name="connsiteX6" fmla="*/ 759029 w 995654"/>
                <a:gd name="connsiteY6" fmla="*/ 778623 h 812739"/>
                <a:gd name="connsiteX7" fmla="*/ 727669 w 995654"/>
                <a:gd name="connsiteY7" fmla="*/ 578448 h 812739"/>
                <a:gd name="connsiteX8" fmla="*/ 780569 w 995654"/>
                <a:gd name="connsiteY8" fmla="*/ 558953 h 812739"/>
                <a:gd name="connsiteX9" fmla="*/ 604435 w 995654"/>
                <a:gd name="connsiteY9" fmla="*/ 403136 h 812739"/>
                <a:gd name="connsiteX10" fmla="*/ 604435 w 995654"/>
                <a:gd name="connsiteY10" fmla="*/ 435416 h 812739"/>
                <a:gd name="connsiteX11" fmla="*/ 551620 w 995654"/>
                <a:gd name="connsiteY11" fmla="*/ 441940 h 812739"/>
                <a:gd name="connsiteX12" fmla="*/ 498805 w 995654"/>
                <a:gd name="connsiteY12" fmla="*/ 314748 h 812739"/>
                <a:gd name="connsiteX13" fmla="*/ 534300 w 995654"/>
                <a:gd name="connsiteY13" fmla="*/ 314748 h 812739"/>
                <a:gd name="connsiteX14" fmla="*/ 541839 w 995654"/>
                <a:gd name="connsiteY14" fmla="*/ 364535 h 812739"/>
                <a:gd name="connsiteX15" fmla="*/ 504773 w 995654"/>
                <a:gd name="connsiteY15" fmla="*/ 372955 h 812739"/>
                <a:gd name="connsiteX16" fmla="*/ 593409 w 995654"/>
                <a:gd name="connsiteY16" fmla="*/ 245762 h 812739"/>
                <a:gd name="connsiteX17" fmla="*/ 620584 w 995654"/>
                <a:gd name="connsiteY17" fmla="*/ 284466 h 812739"/>
                <a:gd name="connsiteX18" fmla="*/ 712019 w 995654"/>
                <a:gd name="connsiteY18" fmla="*/ 305251 h 812739"/>
                <a:gd name="connsiteX19" fmla="*/ 709462 w 995654"/>
                <a:gd name="connsiteY19" fmla="*/ 362232 h 812739"/>
                <a:gd name="connsiteX20" fmla="*/ 632732 w 995654"/>
                <a:gd name="connsiteY20" fmla="*/ 383734 h 812739"/>
                <a:gd name="connsiteX21" fmla="*/ 591171 w 995654"/>
                <a:gd name="connsiteY21" fmla="*/ 353273 h 812739"/>
                <a:gd name="connsiteX22" fmla="*/ 575825 w 995654"/>
                <a:gd name="connsiteY22" fmla="*/ 318869 h 812739"/>
                <a:gd name="connsiteX23" fmla="*/ 563356 w 995654"/>
                <a:gd name="connsiteY23" fmla="*/ 286975 h 812739"/>
                <a:gd name="connsiteX24" fmla="*/ 455379 w 995654"/>
                <a:gd name="connsiteY24" fmla="*/ 198334 h 812739"/>
                <a:gd name="connsiteX25" fmla="*/ 563356 w 995654"/>
                <a:gd name="connsiteY25" fmla="*/ 208221 h 812739"/>
                <a:gd name="connsiteX26" fmla="*/ 533936 w 995654"/>
                <a:gd name="connsiteY26" fmla="*/ 278136 h 812739"/>
                <a:gd name="connsiteX27" fmla="*/ 472280 w 995654"/>
                <a:gd name="connsiteY27" fmla="*/ 280254 h 812739"/>
                <a:gd name="connsiteX28" fmla="*/ 430341 w 995654"/>
                <a:gd name="connsiteY28" fmla="*/ 274251 h 812739"/>
                <a:gd name="connsiteX29" fmla="*/ 39333 w 995654"/>
                <a:gd name="connsiteY29" fmla="*/ 73297 h 812739"/>
                <a:gd name="connsiteX30" fmla="*/ 70419 w 995654"/>
                <a:gd name="connsiteY30" fmla="*/ 95863 h 812739"/>
                <a:gd name="connsiteX31" fmla="*/ 26328 w 995654"/>
                <a:gd name="connsiteY31" fmla="*/ 189710 h 812739"/>
                <a:gd name="connsiteX32" fmla="*/ 0 w 995654"/>
                <a:gd name="connsiteY32" fmla="*/ 153174 h 812739"/>
                <a:gd name="connsiteX33" fmla="*/ 338781 w 995654"/>
                <a:gd name="connsiteY33" fmla="*/ 66830 h 812739"/>
                <a:gd name="connsiteX34" fmla="*/ 371160 w 995654"/>
                <a:gd name="connsiteY34" fmla="*/ 111769 h 812739"/>
                <a:gd name="connsiteX35" fmla="*/ 389571 w 995654"/>
                <a:gd name="connsiteY35" fmla="*/ 150785 h 812739"/>
                <a:gd name="connsiteX36" fmla="*/ 400999 w 995654"/>
                <a:gd name="connsiteY36" fmla="*/ 206175 h 812739"/>
                <a:gd name="connsiteX37" fmla="*/ 333385 w 995654"/>
                <a:gd name="connsiteY37" fmla="*/ 215581 h 812739"/>
                <a:gd name="connsiteX38" fmla="*/ 256248 w 995654"/>
                <a:gd name="connsiteY38" fmla="*/ 97486 h 812739"/>
                <a:gd name="connsiteX39" fmla="*/ 171146 w 995654"/>
                <a:gd name="connsiteY39" fmla="*/ 0 h 812739"/>
                <a:gd name="connsiteX40" fmla="*/ 248424 w 995654"/>
                <a:gd name="connsiteY40" fmla="*/ 32841 h 812739"/>
                <a:gd name="connsiteX41" fmla="*/ 203989 w 995654"/>
                <a:gd name="connsiteY41" fmla="*/ 109946 h 812739"/>
                <a:gd name="connsiteX42" fmla="*/ 152470 w 995654"/>
                <a:gd name="connsiteY42" fmla="*/ 107447 h 812739"/>
                <a:gd name="connsiteX43" fmla="*/ 91936 w 995654"/>
                <a:gd name="connsiteY43" fmla="*/ 69251 h 812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995654" h="812739">
                  <a:moveTo>
                    <a:pt x="772650" y="465654"/>
                  </a:moveTo>
                  <a:lnTo>
                    <a:pt x="930400" y="533888"/>
                  </a:lnTo>
                  <a:lnTo>
                    <a:pt x="995654" y="651555"/>
                  </a:lnTo>
                  <a:lnTo>
                    <a:pt x="933568" y="726403"/>
                  </a:lnTo>
                  <a:lnTo>
                    <a:pt x="851842" y="741721"/>
                  </a:lnTo>
                  <a:lnTo>
                    <a:pt x="823650" y="812739"/>
                  </a:lnTo>
                  <a:lnTo>
                    <a:pt x="759029" y="778623"/>
                  </a:lnTo>
                  <a:lnTo>
                    <a:pt x="727669" y="578448"/>
                  </a:lnTo>
                  <a:lnTo>
                    <a:pt x="780569" y="558953"/>
                  </a:lnTo>
                  <a:close/>
                  <a:moveTo>
                    <a:pt x="604435" y="403136"/>
                  </a:moveTo>
                  <a:lnTo>
                    <a:pt x="604435" y="435416"/>
                  </a:lnTo>
                  <a:lnTo>
                    <a:pt x="551620" y="441940"/>
                  </a:lnTo>
                  <a:close/>
                  <a:moveTo>
                    <a:pt x="498805" y="314748"/>
                  </a:moveTo>
                  <a:lnTo>
                    <a:pt x="534300" y="314748"/>
                  </a:lnTo>
                  <a:lnTo>
                    <a:pt x="541839" y="364535"/>
                  </a:lnTo>
                  <a:lnTo>
                    <a:pt x="504773" y="372955"/>
                  </a:lnTo>
                  <a:close/>
                  <a:moveTo>
                    <a:pt x="593409" y="245762"/>
                  </a:moveTo>
                  <a:lnTo>
                    <a:pt x="620584" y="284466"/>
                  </a:lnTo>
                  <a:lnTo>
                    <a:pt x="712019" y="305251"/>
                  </a:lnTo>
                  <a:lnTo>
                    <a:pt x="709462" y="362232"/>
                  </a:lnTo>
                  <a:lnTo>
                    <a:pt x="632732" y="383734"/>
                  </a:lnTo>
                  <a:lnTo>
                    <a:pt x="591171" y="353273"/>
                  </a:lnTo>
                  <a:lnTo>
                    <a:pt x="575825" y="318869"/>
                  </a:lnTo>
                  <a:lnTo>
                    <a:pt x="563356" y="286975"/>
                  </a:lnTo>
                  <a:close/>
                  <a:moveTo>
                    <a:pt x="455379" y="198334"/>
                  </a:moveTo>
                  <a:lnTo>
                    <a:pt x="563356" y="208221"/>
                  </a:lnTo>
                  <a:lnTo>
                    <a:pt x="533936" y="278136"/>
                  </a:lnTo>
                  <a:lnTo>
                    <a:pt x="472280" y="280254"/>
                  </a:lnTo>
                  <a:lnTo>
                    <a:pt x="430341" y="274251"/>
                  </a:lnTo>
                  <a:close/>
                  <a:moveTo>
                    <a:pt x="39333" y="73297"/>
                  </a:moveTo>
                  <a:lnTo>
                    <a:pt x="70419" y="95863"/>
                  </a:lnTo>
                  <a:lnTo>
                    <a:pt x="26328" y="189710"/>
                  </a:lnTo>
                  <a:lnTo>
                    <a:pt x="0" y="153174"/>
                  </a:lnTo>
                  <a:close/>
                  <a:moveTo>
                    <a:pt x="338781" y="66830"/>
                  </a:moveTo>
                  <a:lnTo>
                    <a:pt x="371160" y="111769"/>
                  </a:lnTo>
                  <a:lnTo>
                    <a:pt x="389571" y="150785"/>
                  </a:lnTo>
                  <a:lnTo>
                    <a:pt x="400999" y="206175"/>
                  </a:lnTo>
                  <a:lnTo>
                    <a:pt x="333385" y="215581"/>
                  </a:lnTo>
                  <a:lnTo>
                    <a:pt x="256248" y="97486"/>
                  </a:lnTo>
                  <a:close/>
                  <a:moveTo>
                    <a:pt x="171146" y="0"/>
                  </a:moveTo>
                  <a:lnTo>
                    <a:pt x="248424" y="32841"/>
                  </a:lnTo>
                  <a:lnTo>
                    <a:pt x="203989" y="109946"/>
                  </a:lnTo>
                  <a:lnTo>
                    <a:pt x="152470" y="107447"/>
                  </a:lnTo>
                  <a:lnTo>
                    <a:pt x="91936" y="69251"/>
                  </a:lnTo>
                  <a:close/>
                </a:path>
              </a:pathLst>
            </a:custGeom>
            <a:solidFill>
              <a:srgbClr val="0A4B8C"/>
            </a:solidFill>
            <a:ln w="19050" cap="rnd" cmpd="sng">
              <a:solidFill>
                <a:schemeClr val="bg1"/>
              </a:solidFill>
              <a:prstDash val="solid"/>
              <a:round/>
              <a:headEnd type="none" w="sm" len="sm"/>
              <a:tailEnd type="none" w="sm" len="sm"/>
            </a:ln>
            <a:effectLst/>
          </p:spPr>
          <p:txBody>
            <a:bodyPr wrap="square">
              <a:noAutofit/>
            </a:bodyPr>
            <a:lstStyle/>
            <a:p>
              <a:endParaRPr lang="en-US">
                <a:cs typeface="Arial" panose="020B0604020202020204" pitchFamily="34" charset="0"/>
              </a:endParaRPr>
            </a:p>
          </p:txBody>
        </p:sp>
        <p:sp>
          <p:nvSpPr>
            <p:cNvPr id="101" name="ND" descr="ND">
              <a:extLst>
                <a:ext uri="{FF2B5EF4-FFF2-40B4-BE49-F238E27FC236}">
                  <a16:creationId xmlns:a16="http://schemas.microsoft.com/office/drawing/2014/main" id="{197A6AE7-B2DB-46ED-92AF-6430C06E7B22}"/>
                </a:ext>
              </a:extLst>
            </p:cNvPr>
            <p:cNvSpPr>
              <a:spLocks noChangeAspect="1"/>
            </p:cNvSpPr>
            <p:nvPr/>
          </p:nvSpPr>
          <p:spPr bwMode="auto">
            <a:xfrm>
              <a:off x="6416398" y="1677964"/>
              <a:ext cx="899805" cy="579913"/>
            </a:xfrm>
            <a:custGeom>
              <a:avLst/>
              <a:gdLst>
                <a:gd name="T0" fmla="*/ 23 w 543"/>
                <a:gd name="T1" fmla="*/ 0 h 351"/>
                <a:gd name="T2" fmla="*/ 423 w 543"/>
                <a:gd name="T3" fmla="*/ 19 h 351"/>
                <a:gd name="T4" fmla="*/ 425 w 543"/>
                <a:gd name="T5" fmla="*/ 87 h 351"/>
                <a:gd name="T6" fmla="*/ 444 w 543"/>
                <a:gd name="T7" fmla="*/ 140 h 351"/>
                <a:gd name="T8" fmla="*/ 446 w 543"/>
                <a:gd name="T9" fmla="*/ 211 h 351"/>
                <a:gd name="T10" fmla="*/ 459 w 543"/>
                <a:gd name="T11" fmla="*/ 267 h 351"/>
                <a:gd name="T12" fmla="*/ 216 w 543"/>
                <a:gd name="T13" fmla="*/ 260 h 351"/>
                <a:gd name="T14" fmla="*/ 0 w 543"/>
                <a:gd name="T15" fmla="*/ 244 h 351"/>
                <a:gd name="T16" fmla="*/ 23 w 543"/>
                <a:gd name="T17" fmla="*/ 0 h 35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543" h="351">
                  <a:moveTo>
                    <a:pt x="27" y="0"/>
                  </a:moveTo>
                  <a:lnTo>
                    <a:pt x="499" y="25"/>
                  </a:lnTo>
                  <a:lnTo>
                    <a:pt x="502" y="114"/>
                  </a:lnTo>
                  <a:lnTo>
                    <a:pt x="524" y="184"/>
                  </a:lnTo>
                  <a:lnTo>
                    <a:pt x="526" y="276"/>
                  </a:lnTo>
                  <a:lnTo>
                    <a:pt x="542" y="350"/>
                  </a:lnTo>
                  <a:lnTo>
                    <a:pt x="255" y="340"/>
                  </a:lnTo>
                  <a:lnTo>
                    <a:pt x="0" y="320"/>
                  </a:lnTo>
                  <a:lnTo>
                    <a:pt x="27" y="0"/>
                  </a:lnTo>
                </a:path>
              </a:pathLst>
            </a:custGeom>
            <a:solidFill>
              <a:srgbClr val="267AC0"/>
            </a:solidFill>
            <a:ln w="19050" cap="rnd" cmpd="sng">
              <a:solidFill>
                <a:schemeClr val="bg1"/>
              </a:solidFill>
              <a:prstDash val="solid"/>
              <a:round/>
              <a:headEnd type="none" w="sm" len="sm"/>
              <a:tailEnd type="none" w="sm" len="sm"/>
            </a:ln>
            <a:effectLst/>
          </p:spPr>
          <p:txBody>
            <a:bodyPr anchor="ctr"/>
            <a:lstStyle/>
            <a:p>
              <a:pPr lvl="0" algn="ctr" defTabSz="456758" fontAlgn="base">
                <a:spcBef>
                  <a:spcPts val="1200"/>
                </a:spcBef>
                <a:defRPr/>
              </a:pPr>
              <a:r>
                <a:rPr lang="en-US" sz="800" b="1" kern="0">
                  <a:solidFill>
                    <a:schemeClr val="bg1"/>
                  </a:solidFill>
                  <a:ea typeface="Open Sans" charset="0"/>
                  <a:cs typeface="Arial" panose="020B0604020202020204" pitchFamily="34" charset="0"/>
                </a:rPr>
                <a:t>ND</a:t>
              </a:r>
            </a:p>
          </p:txBody>
        </p:sp>
        <p:sp>
          <p:nvSpPr>
            <p:cNvPr id="102" name="SD" descr="SD">
              <a:extLst>
                <a:ext uri="{FF2B5EF4-FFF2-40B4-BE49-F238E27FC236}">
                  <a16:creationId xmlns:a16="http://schemas.microsoft.com/office/drawing/2014/main" id="{179FF699-7A49-4A43-A39C-DA6D8ED876EA}"/>
                </a:ext>
              </a:extLst>
            </p:cNvPr>
            <p:cNvSpPr>
              <a:spLocks noChangeAspect="1"/>
            </p:cNvSpPr>
            <p:nvPr/>
          </p:nvSpPr>
          <p:spPr bwMode="auto">
            <a:xfrm>
              <a:off x="6367495" y="2206138"/>
              <a:ext cx="962400" cy="657522"/>
            </a:xfrm>
            <a:custGeom>
              <a:avLst/>
              <a:gdLst>
                <a:gd name="T0" fmla="*/ 24 w 580"/>
                <a:gd name="T1" fmla="*/ 0 h 398"/>
                <a:gd name="T2" fmla="*/ 241 w 580"/>
                <a:gd name="T3" fmla="*/ 15 h 398"/>
                <a:gd name="T4" fmla="*/ 485 w 580"/>
                <a:gd name="T5" fmla="*/ 22 h 398"/>
                <a:gd name="T6" fmla="*/ 468 w 580"/>
                <a:gd name="T7" fmla="*/ 50 h 398"/>
                <a:gd name="T8" fmla="*/ 492 w 580"/>
                <a:gd name="T9" fmla="*/ 72 h 398"/>
                <a:gd name="T10" fmla="*/ 490 w 580"/>
                <a:gd name="T11" fmla="*/ 220 h 398"/>
                <a:gd name="T12" fmla="*/ 480 w 580"/>
                <a:gd name="T13" fmla="*/ 219 h 398"/>
                <a:gd name="T14" fmla="*/ 481 w 580"/>
                <a:gd name="T15" fmla="*/ 238 h 398"/>
                <a:gd name="T16" fmla="*/ 490 w 580"/>
                <a:gd name="T17" fmla="*/ 253 h 398"/>
                <a:gd name="T18" fmla="*/ 484 w 580"/>
                <a:gd name="T19" fmla="*/ 268 h 398"/>
                <a:gd name="T20" fmla="*/ 489 w 580"/>
                <a:gd name="T21" fmla="*/ 303 h 398"/>
                <a:gd name="T22" fmla="*/ 479 w 580"/>
                <a:gd name="T23" fmla="*/ 299 h 398"/>
                <a:gd name="T24" fmla="*/ 465 w 580"/>
                <a:gd name="T25" fmla="*/ 286 h 398"/>
                <a:gd name="T26" fmla="*/ 422 w 580"/>
                <a:gd name="T27" fmla="*/ 273 h 398"/>
                <a:gd name="T28" fmla="*/ 380 w 580"/>
                <a:gd name="T29" fmla="*/ 274 h 398"/>
                <a:gd name="T30" fmla="*/ 355 w 580"/>
                <a:gd name="T31" fmla="*/ 257 h 398"/>
                <a:gd name="T32" fmla="*/ 0 w 580"/>
                <a:gd name="T33" fmla="*/ 238 h 398"/>
                <a:gd name="T34" fmla="*/ 24 w 580"/>
                <a:gd name="T35" fmla="*/ 0 h 39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580" h="398">
                  <a:moveTo>
                    <a:pt x="28" y="0"/>
                  </a:moveTo>
                  <a:lnTo>
                    <a:pt x="284" y="19"/>
                  </a:lnTo>
                  <a:lnTo>
                    <a:pt x="570" y="29"/>
                  </a:lnTo>
                  <a:lnTo>
                    <a:pt x="551" y="66"/>
                  </a:lnTo>
                  <a:lnTo>
                    <a:pt x="579" y="94"/>
                  </a:lnTo>
                  <a:lnTo>
                    <a:pt x="577" y="288"/>
                  </a:lnTo>
                  <a:lnTo>
                    <a:pt x="565" y="287"/>
                  </a:lnTo>
                  <a:lnTo>
                    <a:pt x="566" y="312"/>
                  </a:lnTo>
                  <a:lnTo>
                    <a:pt x="576" y="331"/>
                  </a:lnTo>
                  <a:lnTo>
                    <a:pt x="569" y="351"/>
                  </a:lnTo>
                  <a:lnTo>
                    <a:pt x="575" y="397"/>
                  </a:lnTo>
                  <a:lnTo>
                    <a:pt x="563" y="391"/>
                  </a:lnTo>
                  <a:lnTo>
                    <a:pt x="547" y="374"/>
                  </a:lnTo>
                  <a:lnTo>
                    <a:pt x="496" y="357"/>
                  </a:lnTo>
                  <a:lnTo>
                    <a:pt x="447" y="359"/>
                  </a:lnTo>
                  <a:lnTo>
                    <a:pt x="418" y="337"/>
                  </a:lnTo>
                  <a:lnTo>
                    <a:pt x="0" y="311"/>
                  </a:lnTo>
                  <a:lnTo>
                    <a:pt x="28" y="0"/>
                  </a:lnTo>
                </a:path>
              </a:pathLst>
            </a:custGeom>
            <a:solidFill>
              <a:srgbClr val="267AC0"/>
            </a:solidFill>
            <a:ln w="19050" cap="rnd" cmpd="sng">
              <a:solidFill>
                <a:schemeClr val="bg1"/>
              </a:solidFill>
              <a:prstDash val="solid"/>
              <a:round/>
              <a:headEnd type="none" w="sm" len="sm"/>
              <a:tailEnd type="none" w="sm" len="sm"/>
            </a:ln>
            <a:effectLst/>
          </p:spPr>
          <p:txBody>
            <a:bodyPr anchor="ctr"/>
            <a:lstStyle/>
            <a:p>
              <a:pPr lvl="0" algn="ctr" defTabSz="456758" fontAlgn="base">
                <a:spcBef>
                  <a:spcPts val="1200"/>
                </a:spcBef>
                <a:defRPr/>
              </a:pPr>
              <a:r>
                <a:rPr lang="en-US" sz="800" b="1" kern="0">
                  <a:solidFill>
                    <a:schemeClr val="bg1"/>
                  </a:solidFill>
                  <a:ea typeface="Open Sans" charset="0"/>
                  <a:cs typeface="Arial" panose="020B0604020202020204" pitchFamily="34" charset="0"/>
                </a:rPr>
                <a:t>SD</a:t>
              </a:r>
            </a:p>
          </p:txBody>
        </p:sp>
        <p:sp>
          <p:nvSpPr>
            <p:cNvPr id="103" name="NE" descr="NE">
              <a:extLst>
                <a:ext uri="{FF2B5EF4-FFF2-40B4-BE49-F238E27FC236}">
                  <a16:creationId xmlns:a16="http://schemas.microsoft.com/office/drawing/2014/main" id="{2E5A661F-5635-4809-87BB-A090CB2C79C0}"/>
                </a:ext>
              </a:extLst>
            </p:cNvPr>
            <p:cNvSpPr>
              <a:spLocks noChangeAspect="1"/>
            </p:cNvSpPr>
            <p:nvPr/>
          </p:nvSpPr>
          <p:spPr bwMode="auto">
            <a:xfrm>
              <a:off x="6338154" y="2719220"/>
              <a:ext cx="1128669" cy="571289"/>
            </a:xfrm>
            <a:custGeom>
              <a:avLst/>
              <a:gdLst>
                <a:gd name="T0" fmla="*/ 16 w 680"/>
                <a:gd name="T1" fmla="*/ 0 h 349"/>
                <a:gd name="T2" fmla="*/ 371 w 680"/>
                <a:gd name="T3" fmla="*/ 19 h 349"/>
                <a:gd name="T4" fmla="*/ 395 w 680"/>
                <a:gd name="T5" fmla="*/ 36 h 349"/>
                <a:gd name="T6" fmla="*/ 437 w 680"/>
                <a:gd name="T7" fmla="*/ 34 h 349"/>
                <a:gd name="T8" fmla="*/ 480 w 680"/>
                <a:gd name="T9" fmla="*/ 47 h 349"/>
                <a:gd name="T10" fmla="*/ 493 w 680"/>
                <a:gd name="T11" fmla="*/ 61 h 349"/>
                <a:gd name="T12" fmla="*/ 504 w 680"/>
                <a:gd name="T13" fmla="*/ 65 h 349"/>
                <a:gd name="T14" fmla="*/ 524 w 680"/>
                <a:gd name="T15" fmla="*/ 115 h 349"/>
                <a:gd name="T16" fmla="*/ 524 w 680"/>
                <a:gd name="T17" fmla="*/ 130 h 349"/>
                <a:gd name="T18" fmla="*/ 536 w 680"/>
                <a:gd name="T19" fmla="*/ 154 h 349"/>
                <a:gd name="T20" fmla="*/ 543 w 680"/>
                <a:gd name="T21" fmla="*/ 192 h 349"/>
                <a:gd name="T22" fmla="*/ 540 w 680"/>
                <a:gd name="T23" fmla="*/ 204 h 349"/>
                <a:gd name="T24" fmla="*/ 548 w 680"/>
                <a:gd name="T25" fmla="*/ 216 h 349"/>
                <a:gd name="T26" fmla="*/ 576 w 680"/>
                <a:gd name="T27" fmla="*/ 265 h 349"/>
                <a:gd name="T28" fmla="*/ 319 w 680"/>
                <a:gd name="T29" fmla="*/ 262 h 349"/>
                <a:gd name="T30" fmla="*/ 126 w 680"/>
                <a:gd name="T31" fmla="*/ 252 h 349"/>
                <a:gd name="T32" fmla="*/ 131 w 680"/>
                <a:gd name="T33" fmla="*/ 171 h 349"/>
                <a:gd name="T34" fmla="*/ 0 w 680"/>
                <a:gd name="T35" fmla="*/ 161 h 349"/>
                <a:gd name="T36" fmla="*/ 16 w 680"/>
                <a:gd name="T37" fmla="*/ 0 h 34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680" h="349">
                  <a:moveTo>
                    <a:pt x="19" y="0"/>
                  </a:moveTo>
                  <a:lnTo>
                    <a:pt x="437" y="25"/>
                  </a:lnTo>
                  <a:lnTo>
                    <a:pt x="466" y="47"/>
                  </a:lnTo>
                  <a:lnTo>
                    <a:pt x="515" y="45"/>
                  </a:lnTo>
                  <a:lnTo>
                    <a:pt x="566" y="62"/>
                  </a:lnTo>
                  <a:lnTo>
                    <a:pt x="581" y="80"/>
                  </a:lnTo>
                  <a:lnTo>
                    <a:pt x="594" y="85"/>
                  </a:lnTo>
                  <a:lnTo>
                    <a:pt x="617" y="151"/>
                  </a:lnTo>
                  <a:lnTo>
                    <a:pt x="617" y="171"/>
                  </a:lnTo>
                  <a:lnTo>
                    <a:pt x="632" y="202"/>
                  </a:lnTo>
                  <a:lnTo>
                    <a:pt x="640" y="252"/>
                  </a:lnTo>
                  <a:lnTo>
                    <a:pt x="636" y="267"/>
                  </a:lnTo>
                  <a:lnTo>
                    <a:pt x="646" y="284"/>
                  </a:lnTo>
                  <a:lnTo>
                    <a:pt x="679" y="348"/>
                  </a:lnTo>
                  <a:lnTo>
                    <a:pt x="376" y="344"/>
                  </a:lnTo>
                  <a:lnTo>
                    <a:pt x="148" y="330"/>
                  </a:lnTo>
                  <a:lnTo>
                    <a:pt x="154" y="225"/>
                  </a:lnTo>
                  <a:lnTo>
                    <a:pt x="0" y="211"/>
                  </a:lnTo>
                  <a:lnTo>
                    <a:pt x="19" y="0"/>
                  </a:lnTo>
                </a:path>
              </a:pathLst>
            </a:custGeom>
            <a:solidFill>
              <a:srgbClr val="267AC0"/>
            </a:solidFill>
            <a:ln w="19050" cap="rnd" cmpd="sng">
              <a:solidFill>
                <a:schemeClr val="bg1"/>
              </a:solidFill>
              <a:prstDash val="solid"/>
              <a:round/>
              <a:headEnd type="none" w="sm" len="sm"/>
              <a:tailEnd type="none" w="sm" len="sm"/>
            </a:ln>
            <a:effectLst/>
          </p:spPr>
          <p:txBody>
            <a:bodyPr anchor="ctr"/>
            <a:lstStyle/>
            <a:p>
              <a:pPr lvl="0" algn="ctr" defTabSz="456758" fontAlgn="base">
                <a:spcBef>
                  <a:spcPts val="1200"/>
                </a:spcBef>
                <a:defRPr/>
              </a:pPr>
              <a:r>
                <a:rPr lang="en-US" sz="800" b="1" kern="0">
                  <a:solidFill>
                    <a:schemeClr val="bg1"/>
                  </a:solidFill>
                  <a:ea typeface="Open Sans" charset="0"/>
                  <a:cs typeface="Arial" panose="020B0604020202020204" pitchFamily="34" charset="0"/>
                </a:rPr>
                <a:t>NE</a:t>
              </a:r>
            </a:p>
          </p:txBody>
        </p:sp>
        <p:sp>
          <p:nvSpPr>
            <p:cNvPr id="104" name="IA" descr="IA">
              <a:extLst>
                <a:ext uri="{FF2B5EF4-FFF2-40B4-BE49-F238E27FC236}">
                  <a16:creationId xmlns:a16="http://schemas.microsoft.com/office/drawing/2014/main" id="{E817A5CD-5D18-4F14-BA13-A5596ACAC06E}"/>
                </a:ext>
              </a:extLst>
            </p:cNvPr>
            <p:cNvSpPr>
              <a:spLocks noChangeAspect="1"/>
            </p:cNvSpPr>
            <p:nvPr/>
          </p:nvSpPr>
          <p:spPr bwMode="auto">
            <a:xfrm>
              <a:off x="7308378" y="2665325"/>
              <a:ext cx="819605" cy="551887"/>
            </a:xfrm>
            <a:custGeom>
              <a:avLst/>
              <a:gdLst>
                <a:gd name="T0" fmla="*/ 0 w 494"/>
                <a:gd name="T1" fmla="*/ 24 h 335"/>
                <a:gd name="T2" fmla="*/ 8 w 494"/>
                <a:gd name="T3" fmla="*/ 39 h 335"/>
                <a:gd name="T4" fmla="*/ 3 w 494"/>
                <a:gd name="T5" fmla="*/ 53 h 335"/>
                <a:gd name="T6" fmla="*/ 8 w 494"/>
                <a:gd name="T7" fmla="*/ 89 h 335"/>
                <a:gd name="T8" fmla="*/ 28 w 494"/>
                <a:gd name="T9" fmla="*/ 139 h 335"/>
                <a:gd name="T10" fmla="*/ 28 w 494"/>
                <a:gd name="T11" fmla="*/ 155 h 335"/>
                <a:gd name="T12" fmla="*/ 41 w 494"/>
                <a:gd name="T13" fmla="*/ 179 h 335"/>
                <a:gd name="T14" fmla="*/ 47 w 494"/>
                <a:gd name="T15" fmla="*/ 217 h 335"/>
                <a:gd name="T16" fmla="*/ 43 w 494"/>
                <a:gd name="T17" fmla="*/ 228 h 335"/>
                <a:gd name="T18" fmla="*/ 53 w 494"/>
                <a:gd name="T19" fmla="*/ 241 h 335"/>
                <a:gd name="T20" fmla="*/ 321 w 494"/>
                <a:gd name="T21" fmla="*/ 235 h 335"/>
                <a:gd name="T22" fmla="*/ 342 w 494"/>
                <a:gd name="T23" fmla="*/ 255 h 335"/>
                <a:gd name="T24" fmla="*/ 370 w 494"/>
                <a:gd name="T25" fmla="*/ 197 h 335"/>
                <a:gd name="T26" fmla="*/ 360 w 494"/>
                <a:gd name="T27" fmla="*/ 174 h 335"/>
                <a:gd name="T28" fmla="*/ 408 w 494"/>
                <a:gd name="T29" fmla="*/ 141 h 335"/>
                <a:gd name="T30" fmla="*/ 418 w 494"/>
                <a:gd name="T31" fmla="*/ 115 h 335"/>
                <a:gd name="T32" fmla="*/ 383 w 494"/>
                <a:gd name="T33" fmla="*/ 79 h 335"/>
                <a:gd name="T34" fmla="*/ 348 w 494"/>
                <a:gd name="T35" fmla="*/ 41 h 335"/>
                <a:gd name="T36" fmla="*/ 342 w 494"/>
                <a:gd name="T37" fmla="*/ 0 h 335"/>
                <a:gd name="T38" fmla="*/ 9 w 494"/>
                <a:gd name="T39" fmla="*/ 5 h 335"/>
                <a:gd name="T40" fmla="*/ 0 w 494"/>
                <a:gd name="T41" fmla="*/ 5 h 335"/>
                <a:gd name="T42" fmla="*/ 0 w 494"/>
                <a:gd name="T43" fmla="*/ 24 h 335"/>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494" h="335">
                  <a:moveTo>
                    <a:pt x="0" y="31"/>
                  </a:moveTo>
                  <a:lnTo>
                    <a:pt x="10" y="51"/>
                  </a:lnTo>
                  <a:lnTo>
                    <a:pt x="4" y="70"/>
                  </a:lnTo>
                  <a:lnTo>
                    <a:pt x="10" y="116"/>
                  </a:lnTo>
                  <a:lnTo>
                    <a:pt x="33" y="182"/>
                  </a:lnTo>
                  <a:lnTo>
                    <a:pt x="33" y="203"/>
                  </a:lnTo>
                  <a:lnTo>
                    <a:pt x="48" y="234"/>
                  </a:lnTo>
                  <a:lnTo>
                    <a:pt x="56" y="284"/>
                  </a:lnTo>
                  <a:lnTo>
                    <a:pt x="51" y="299"/>
                  </a:lnTo>
                  <a:lnTo>
                    <a:pt x="62" y="316"/>
                  </a:lnTo>
                  <a:lnTo>
                    <a:pt x="379" y="308"/>
                  </a:lnTo>
                  <a:lnTo>
                    <a:pt x="403" y="334"/>
                  </a:lnTo>
                  <a:lnTo>
                    <a:pt x="436" y="258"/>
                  </a:lnTo>
                  <a:lnTo>
                    <a:pt x="425" y="228"/>
                  </a:lnTo>
                  <a:lnTo>
                    <a:pt x="481" y="184"/>
                  </a:lnTo>
                  <a:lnTo>
                    <a:pt x="493" y="151"/>
                  </a:lnTo>
                  <a:lnTo>
                    <a:pt x="451" y="104"/>
                  </a:lnTo>
                  <a:lnTo>
                    <a:pt x="410" y="53"/>
                  </a:lnTo>
                  <a:lnTo>
                    <a:pt x="403" y="0"/>
                  </a:lnTo>
                  <a:lnTo>
                    <a:pt x="11" y="7"/>
                  </a:lnTo>
                  <a:lnTo>
                    <a:pt x="0" y="7"/>
                  </a:lnTo>
                  <a:lnTo>
                    <a:pt x="0" y="31"/>
                  </a:lnTo>
                </a:path>
              </a:pathLst>
            </a:custGeom>
            <a:solidFill>
              <a:srgbClr val="267AC0"/>
            </a:solidFill>
            <a:ln w="19050" cap="rnd" cmpd="sng">
              <a:solidFill>
                <a:schemeClr val="bg1"/>
              </a:solidFill>
              <a:prstDash val="solid"/>
              <a:round/>
              <a:headEnd type="none" w="sm" len="sm"/>
              <a:tailEnd type="none" w="sm" len="sm"/>
            </a:ln>
            <a:effectLst/>
          </p:spPr>
          <p:txBody>
            <a:bodyPr anchor="ctr"/>
            <a:lstStyle/>
            <a:p>
              <a:pPr lvl="0" algn="ctr" defTabSz="456758" fontAlgn="base">
                <a:spcBef>
                  <a:spcPts val="1200"/>
                </a:spcBef>
                <a:defRPr/>
              </a:pPr>
              <a:r>
                <a:rPr lang="en-US" sz="800" b="1" kern="0">
                  <a:solidFill>
                    <a:schemeClr val="bg1"/>
                  </a:solidFill>
                  <a:ea typeface="Open Sans" charset="0"/>
                  <a:cs typeface="Arial" panose="020B0604020202020204" pitchFamily="34" charset="0"/>
                </a:rPr>
                <a:t>IA</a:t>
              </a:r>
            </a:p>
          </p:txBody>
        </p:sp>
        <p:sp>
          <p:nvSpPr>
            <p:cNvPr id="105" name="KS" descr="KS">
              <a:extLst>
                <a:ext uri="{FF2B5EF4-FFF2-40B4-BE49-F238E27FC236}">
                  <a16:creationId xmlns:a16="http://schemas.microsoft.com/office/drawing/2014/main" id="{B5CED596-0460-4AFB-ABD6-2D6334E5ABA4}"/>
                </a:ext>
              </a:extLst>
            </p:cNvPr>
            <p:cNvSpPr>
              <a:spLocks noChangeAspect="1"/>
            </p:cNvSpPr>
            <p:nvPr/>
          </p:nvSpPr>
          <p:spPr bwMode="auto">
            <a:xfrm>
              <a:off x="6547456" y="3262484"/>
              <a:ext cx="1021084" cy="558354"/>
            </a:xfrm>
            <a:custGeom>
              <a:avLst/>
              <a:gdLst>
                <a:gd name="T0" fmla="*/ 17 w 615"/>
                <a:gd name="T1" fmla="*/ 0 h 340"/>
                <a:gd name="T2" fmla="*/ 212 w 615"/>
                <a:gd name="T3" fmla="*/ 11 h 340"/>
                <a:gd name="T4" fmla="*/ 469 w 615"/>
                <a:gd name="T5" fmla="*/ 13 h 340"/>
                <a:gd name="T6" fmla="*/ 484 w 615"/>
                <a:gd name="T7" fmla="*/ 24 h 340"/>
                <a:gd name="T8" fmla="*/ 491 w 615"/>
                <a:gd name="T9" fmla="*/ 22 h 340"/>
                <a:gd name="T10" fmla="*/ 501 w 615"/>
                <a:gd name="T11" fmla="*/ 34 h 340"/>
                <a:gd name="T12" fmla="*/ 493 w 615"/>
                <a:gd name="T13" fmla="*/ 34 h 340"/>
                <a:gd name="T14" fmla="*/ 485 w 615"/>
                <a:gd name="T15" fmla="*/ 52 h 340"/>
                <a:gd name="T16" fmla="*/ 505 w 615"/>
                <a:gd name="T17" fmla="*/ 79 h 340"/>
                <a:gd name="T18" fmla="*/ 521 w 615"/>
                <a:gd name="T19" fmla="*/ 83 h 340"/>
                <a:gd name="T20" fmla="*/ 519 w 615"/>
                <a:gd name="T21" fmla="*/ 258 h 340"/>
                <a:gd name="T22" fmla="*/ 297 w 615"/>
                <a:gd name="T23" fmla="*/ 259 h 340"/>
                <a:gd name="T24" fmla="*/ 0 w 615"/>
                <a:gd name="T25" fmla="*/ 246 h 340"/>
                <a:gd name="T26" fmla="*/ 17 w 615"/>
                <a:gd name="T27" fmla="*/ 0 h 34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15" h="340">
                  <a:moveTo>
                    <a:pt x="20" y="0"/>
                  </a:moveTo>
                  <a:lnTo>
                    <a:pt x="250" y="14"/>
                  </a:lnTo>
                  <a:lnTo>
                    <a:pt x="553" y="17"/>
                  </a:lnTo>
                  <a:lnTo>
                    <a:pt x="570" y="31"/>
                  </a:lnTo>
                  <a:lnTo>
                    <a:pt x="579" y="29"/>
                  </a:lnTo>
                  <a:lnTo>
                    <a:pt x="590" y="45"/>
                  </a:lnTo>
                  <a:lnTo>
                    <a:pt x="581" y="45"/>
                  </a:lnTo>
                  <a:lnTo>
                    <a:pt x="571" y="68"/>
                  </a:lnTo>
                  <a:lnTo>
                    <a:pt x="595" y="103"/>
                  </a:lnTo>
                  <a:lnTo>
                    <a:pt x="614" y="109"/>
                  </a:lnTo>
                  <a:lnTo>
                    <a:pt x="611" y="338"/>
                  </a:lnTo>
                  <a:lnTo>
                    <a:pt x="350" y="339"/>
                  </a:lnTo>
                  <a:lnTo>
                    <a:pt x="0" y="322"/>
                  </a:lnTo>
                  <a:lnTo>
                    <a:pt x="20" y="0"/>
                  </a:lnTo>
                </a:path>
              </a:pathLst>
            </a:custGeom>
            <a:solidFill>
              <a:srgbClr val="267AC0"/>
            </a:solidFill>
            <a:ln w="19050" cap="rnd" cmpd="sng">
              <a:solidFill>
                <a:schemeClr val="bg1"/>
              </a:solidFill>
              <a:prstDash val="solid"/>
              <a:round/>
              <a:headEnd type="none" w="sm" len="sm"/>
              <a:tailEnd type="none" w="sm" len="sm"/>
            </a:ln>
            <a:effectLst/>
          </p:spPr>
          <p:txBody>
            <a:bodyPr anchor="ctr"/>
            <a:lstStyle/>
            <a:p>
              <a:pPr lvl="0" algn="ctr" defTabSz="456758" fontAlgn="base">
                <a:spcBef>
                  <a:spcPts val="1200"/>
                </a:spcBef>
                <a:defRPr/>
              </a:pPr>
              <a:r>
                <a:rPr lang="en-US" sz="800" b="1" kern="0">
                  <a:solidFill>
                    <a:schemeClr val="bg1"/>
                  </a:solidFill>
                  <a:ea typeface="Open Sans" charset="0"/>
                  <a:cs typeface="Arial" panose="020B0604020202020204" pitchFamily="34" charset="0"/>
                </a:rPr>
                <a:t>KS</a:t>
              </a:r>
            </a:p>
          </p:txBody>
        </p:sp>
        <p:sp>
          <p:nvSpPr>
            <p:cNvPr id="106" name="MO" descr="MO">
              <a:extLst>
                <a:ext uri="{FF2B5EF4-FFF2-40B4-BE49-F238E27FC236}">
                  <a16:creationId xmlns:a16="http://schemas.microsoft.com/office/drawing/2014/main" id="{37F42C4E-169B-4564-9CAB-F37A5234FD62}"/>
                </a:ext>
              </a:extLst>
            </p:cNvPr>
            <p:cNvSpPr>
              <a:spLocks noChangeAspect="1"/>
            </p:cNvSpPr>
            <p:nvPr/>
          </p:nvSpPr>
          <p:spPr bwMode="auto">
            <a:xfrm>
              <a:off x="7412051" y="3174095"/>
              <a:ext cx="909585" cy="806272"/>
            </a:xfrm>
            <a:custGeom>
              <a:avLst/>
              <a:gdLst>
                <a:gd name="T0" fmla="*/ 27 w 549"/>
                <a:gd name="T1" fmla="*/ 54 h 487"/>
                <a:gd name="T2" fmla="*/ 42 w 549"/>
                <a:gd name="T3" fmla="*/ 65 h 487"/>
                <a:gd name="T4" fmla="*/ 49 w 549"/>
                <a:gd name="T5" fmla="*/ 63 h 487"/>
                <a:gd name="T6" fmla="*/ 58 w 549"/>
                <a:gd name="T7" fmla="*/ 75 h 487"/>
                <a:gd name="T8" fmla="*/ 51 w 549"/>
                <a:gd name="T9" fmla="*/ 75 h 487"/>
                <a:gd name="T10" fmla="*/ 42 w 549"/>
                <a:gd name="T11" fmla="*/ 93 h 487"/>
                <a:gd name="T12" fmla="*/ 63 w 549"/>
                <a:gd name="T13" fmla="*/ 119 h 487"/>
                <a:gd name="T14" fmla="*/ 79 w 549"/>
                <a:gd name="T15" fmla="*/ 124 h 487"/>
                <a:gd name="T16" fmla="*/ 76 w 549"/>
                <a:gd name="T17" fmla="*/ 298 h 487"/>
                <a:gd name="T18" fmla="*/ 79 w 549"/>
                <a:gd name="T19" fmla="*/ 339 h 487"/>
                <a:gd name="T20" fmla="*/ 387 w 549"/>
                <a:gd name="T21" fmla="*/ 331 h 487"/>
                <a:gd name="T22" fmla="*/ 390 w 549"/>
                <a:gd name="T23" fmla="*/ 356 h 487"/>
                <a:gd name="T24" fmla="*/ 379 w 549"/>
                <a:gd name="T25" fmla="*/ 372 h 487"/>
                <a:gd name="T26" fmla="*/ 425 w 549"/>
                <a:gd name="T27" fmla="*/ 370 h 487"/>
                <a:gd name="T28" fmla="*/ 433 w 549"/>
                <a:gd name="T29" fmla="*/ 356 h 487"/>
                <a:gd name="T30" fmla="*/ 434 w 549"/>
                <a:gd name="T31" fmla="*/ 339 h 487"/>
                <a:gd name="T32" fmla="*/ 446 w 549"/>
                <a:gd name="T33" fmla="*/ 328 h 487"/>
                <a:gd name="T34" fmla="*/ 449 w 549"/>
                <a:gd name="T35" fmla="*/ 316 h 487"/>
                <a:gd name="T36" fmla="*/ 461 w 549"/>
                <a:gd name="T37" fmla="*/ 314 h 487"/>
                <a:gd name="T38" fmla="*/ 464 w 549"/>
                <a:gd name="T39" fmla="*/ 290 h 487"/>
                <a:gd name="T40" fmla="*/ 447 w 549"/>
                <a:gd name="T41" fmla="*/ 286 h 487"/>
                <a:gd name="T42" fmla="*/ 436 w 549"/>
                <a:gd name="T43" fmla="*/ 267 h 487"/>
                <a:gd name="T44" fmla="*/ 419 w 549"/>
                <a:gd name="T45" fmla="*/ 223 h 487"/>
                <a:gd name="T46" fmla="*/ 400 w 549"/>
                <a:gd name="T47" fmla="*/ 216 h 487"/>
                <a:gd name="T48" fmla="*/ 377 w 549"/>
                <a:gd name="T49" fmla="*/ 200 h 487"/>
                <a:gd name="T50" fmla="*/ 370 w 549"/>
                <a:gd name="T51" fmla="*/ 177 h 487"/>
                <a:gd name="T52" fmla="*/ 383 w 549"/>
                <a:gd name="T53" fmla="*/ 141 h 487"/>
                <a:gd name="T54" fmla="*/ 371 w 549"/>
                <a:gd name="T55" fmla="*/ 134 h 487"/>
                <a:gd name="T56" fmla="*/ 345 w 549"/>
                <a:gd name="T57" fmla="*/ 134 h 487"/>
                <a:gd name="T58" fmla="*/ 339 w 549"/>
                <a:gd name="T59" fmla="*/ 112 h 487"/>
                <a:gd name="T60" fmla="*/ 295 w 549"/>
                <a:gd name="T61" fmla="*/ 69 h 487"/>
                <a:gd name="T62" fmla="*/ 284 w 549"/>
                <a:gd name="T63" fmla="*/ 33 h 487"/>
                <a:gd name="T64" fmla="*/ 289 w 549"/>
                <a:gd name="T65" fmla="*/ 19 h 487"/>
                <a:gd name="T66" fmla="*/ 269 w 549"/>
                <a:gd name="T67" fmla="*/ 0 h 487"/>
                <a:gd name="T68" fmla="*/ 0 w 549"/>
                <a:gd name="T69" fmla="*/ 5 h 487"/>
                <a:gd name="T70" fmla="*/ 27 w 549"/>
                <a:gd name="T71" fmla="*/ 54 h 48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549" h="487">
                  <a:moveTo>
                    <a:pt x="32" y="71"/>
                  </a:moveTo>
                  <a:lnTo>
                    <a:pt x="49" y="85"/>
                  </a:lnTo>
                  <a:lnTo>
                    <a:pt x="58" y="82"/>
                  </a:lnTo>
                  <a:lnTo>
                    <a:pt x="69" y="98"/>
                  </a:lnTo>
                  <a:lnTo>
                    <a:pt x="60" y="98"/>
                  </a:lnTo>
                  <a:lnTo>
                    <a:pt x="50" y="121"/>
                  </a:lnTo>
                  <a:lnTo>
                    <a:pt x="74" y="156"/>
                  </a:lnTo>
                  <a:lnTo>
                    <a:pt x="93" y="162"/>
                  </a:lnTo>
                  <a:lnTo>
                    <a:pt x="90" y="389"/>
                  </a:lnTo>
                  <a:lnTo>
                    <a:pt x="93" y="443"/>
                  </a:lnTo>
                  <a:lnTo>
                    <a:pt x="457" y="432"/>
                  </a:lnTo>
                  <a:lnTo>
                    <a:pt x="461" y="465"/>
                  </a:lnTo>
                  <a:lnTo>
                    <a:pt x="447" y="486"/>
                  </a:lnTo>
                  <a:lnTo>
                    <a:pt x="502" y="483"/>
                  </a:lnTo>
                  <a:lnTo>
                    <a:pt x="511" y="465"/>
                  </a:lnTo>
                  <a:lnTo>
                    <a:pt x="512" y="443"/>
                  </a:lnTo>
                  <a:lnTo>
                    <a:pt x="526" y="428"/>
                  </a:lnTo>
                  <a:lnTo>
                    <a:pt x="530" y="413"/>
                  </a:lnTo>
                  <a:lnTo>
                    <a:pt x="544" y="410"/>
                  </a:lnTo>
                  <a:lnTo>
                    <a:pt x="548" y="378"/>
                  </a:lnTo>
                  <a:lnTo>
                    <a:pt x="528" y="373"/>
                  </a:lnTo>
                  <a:lnTo>
                    <a:pt x="515" y="349"/>
                  </a:lnTo>
                  <a:lnTo>
                    <a:pt x="495" y="291"/>
                  </a:lnTo>
                  <a:lnTo>
                    <a:pt x="472" y="282"/>
                  </a:lnTo>
                  <a:lnTo>
                    <a:pt x="445" y="261"/>
                  </a:lnTo>
                  <a:lnTo>
                    <a:pt x="437" y="231"/>
                  </a:lnTo>
                  <a:lnTo>
                    <a:pt x="452" y="184"/>
                  </a:lnTo>
                  <a:lnTo>
                    <a:pt x="438" y="175"/>
                  </a:lnTo>
                  <a:lnTo>
                    <a:pt x="407" y="175"/>
                  </a:lnTo>
                  <a:lnTo>
                    <a:pt x="400" y="146"/>
                  </a:lnTo>
                  <a:lnTo>
                    <a:pt x="348" y="90"/>
                  </a:lnTo>
                  <a:lnTo>
                    <a:pt x="335" y="43"/>
                  </a:lnTo>
                  <a:lnTo>
                    <a:pt x="341" y="25"/>
                  </a:lnTo>
                  <a:lnTo>
                    <a:pt x="318" y="0"/>
                  </a:lnTo>
                  <a:lnTo>
                    <a:pt x="0" y="7"/>
                  </a:lnTo>
                  <a:lnTo>
                    <a:pt x="32" y="71"/>
                  </a:lnTo>
                </a:path>
              </a:pathLst>
            </a:custGeom>
            <a:solidFill>
              <a:srgbClr val="267AC0"/>
            </a:solidFill>
            <a:ln w="19050" cap="rnd" cmpd="sng">
              <a:solidFill>
                <a:schemeClr val="bg1"/>
              </a:solidFill>
              <a:prstDash val="solid"/>
              <a:round/>
              <a:headEnd type="none" w="sm" len="sm"/>
              <a:tailEnd type="none" w="sm" len="sm"/>
            </a:ln>
            <a:effectLst/>
          </p:spPr>
          <p:txBody>
            <a:bodyPr lIns="0" rIns="45720" anchor="ctr"/>
            <a:lstStyle/>
            <a:p>
              <a:pPr lvl="0" algn="ctr" defTabSz="456758" fontAlgn="base">
                <a:spcBef>
                  <a:spcPts val="1200"/>
                </a:spcBef>
                <a:defRPr/>
              </a:pPr>
              <a:r>
                <a:rPr lang="en-US" sz="800" b="1" kern="0">
                  <a:solidFill>
                    <a:schemeClr val="bg1"/>
                  </a:solidFill>
                  <a:ea typeface="Open Sans" charset="0"/>
                  <a:cs typeface="Arial" panose="020B0604020202020204" pitchFamily="34" charset="0"/>
                </a:rPr>
                <a:t>MO</a:t>
              </a:r>
            </a:p>
          </p:txBody>
        </p:sp>
        <p:sp>
          <p:nvSpPr>
            <p:cNvPr id="107" name="NM" descr="NM">
              <a:extLst>
                <a:ext uri="{FF2B5EF4-FFF2-40B4-BE49-F238E27FC236}">
                  <a16:creationId xmlns:a16="http://schemas.microsoft.com/office/drawing/2014/main" id="{93D8B706-BB89-4D08-BA09-4EB5229F40D3}"/>
                </a:ext>
              </a:extLst>
            </p:cNvPr>
            <p:cNvSpPr>
              <a:spLocks noChangeAspect="1"/>
            </p:cNvSpPr>
            <p:nvPr/>
          </p:nvSpPr>
          <p:spPr bwMode="auto">
            <a:xfrm>
              <a:off x="5457649" y="3692075"/>
              <a:ext cx="965329" cy="992535"/>
            </a:xfrm>
            <a:custGeom>
              <a:avLst/>
              <a:gdLst>
                <a:gd name="T0" fmla="*/ 82 w 582"/>
                <a:gd name="T1" fmla="*/ 608 h 604"/>
                <a:gd name="T2" fmla="*/ 89 w 582"/>
                <a:gd name="T3" fmla="*/ 562 h 604"/>
                <a:gd name="T4" fmla="*/ 252 w 582"/>
                <a:gd name="T5" fmla="*/ 582 h 604"/>
                <a:gd name="T6" fmla="*/ 245 w 582"/>
                <a:gd name="T7" fmla="*/ 558 h 604"/>
                <a:gd name="T8" fmla="*/ 596 w 582"/>
                <a:gd name="T9" fmla="*/ 589 h 604"/>
                <a:gd name="T10" fmla="*/ 650 w 582"/>
                <a:gd name="T11" fmla="*/ 54 h 604"/>
                <a:gd name="T12" fmla="*/ 374 w 582"/>
                <a:gd name="T13" fmla="*/ 32 h 604"/>
                <a:gd name="T14" fmla="*/ 94 w 582"/>
                <a:gd name="T15" fmla="*/ 0 h 604"/>
                <a:gd name="T16" fmla="*/ 0 w 582"/>
                <a:gd name="T17" fmla="*/ 597 h 604"/>
                <a:gd name="T18" fmla="*/ 82 w 582"/>
                <a:gd name="T19" fmla="*/ 608 h 60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582" h="604">
                  <a:moveTo>
                    <a:pt x="73" y="603"/>
                  </a:moveTo>
                  <a:lnTo>
                    <a:pt x="80" y="557"/>
                  </a:lnTo>
                  <a:lnTo>
                    <a:pt x="225" y="577"/>
                  </a:lnTo>
                  <a:lnTo>
                    <a:pt x="219" y="553"/>
                  </a:lnTo>
                  <a:lnTo>
                    <a:pt x="533" y="584"/>
                  </a:lnTo>
                  <a:lnTo>
                    <a:pt x="581" y="54"/>
                  </a:lnTo>
                  <a:lnTo>
                    <a:pt x="334" y="32"/>
                  </a:lnTo>
                  <a:lnTo>
                    <a:pt x="84" y="0"/>
                  </a:lnTo>
                  <a:lnTo>
                    <a:pt x="0" y="592"/>
                  </a:lnTo>
                  <a:lnTo>
                    <a:pt x="73" y="603"/>
                  </a:lnTo>
                </a:path>
              </a:pathLst>
            </a:custGeom>
            <a:solidFill>
              <a:srgbClr val="267AC0"/>
            </a:solidFill>
            <a:ln w="19050" cap="rnd" cmpd="sng">
              <a:solidFill>
                <a:schemeClr val="bg1"/>
              </a:solidFill>
              <a:prstDash val="solid"/>
              <a:round/>
              <a:headEnd type="none" w="sm" len="sm"/>
              <a:tailEnd type="none" w="sm" len="sm"/>
            </a:ln>
            <a:effectLst/>
          </p:spPr>
          <p:txBody>
            <a:bodyPr anchor="ctr"/>
            <a:lstStyle/>
            <a:p>
              <a:pPr lvl="0" algn="ctr" defTabSz="456758" fontAlgn="base">
                <a:spcBef>
                  <a:spcPts val="1200"/>
                </a:spcBef>
                <a:defRPr/>
              </a:pPr>
              <a:r>
                <a:rPr lang="en-US" sz="800" b="1" kern="0">
                  <a:solidFill>
                    <a:schemeClr val="bg1"/>
                  </a:solidFill>
                  <a:ea typeface="Open Sans" charset="0"/>
                  <a:cs typeface="Arial" panose="020B0604020202020204" pitchFamily="34" charset="0"/>
                </a:rPr>
                <a:t>NM</a:t>
              </a:r>
            </a:p>
          </p:txBody>
        </p:sp>
        <p:sp>
          <p:nvSpPr>
            <p:cNvPr id="108" name="OK" descr="OK">
              <a:extLst>
                <a:ext uri="{FF2B5EF4-FFF2-40B4-BE49-F238E27FC236}">
                  <a16:creationId xmlns:a16="http://schemas.microsoft.com/office/drawing/2014/main" id="{B3134E75-3D10-4807-9E12-3A68A9C2B4E5}"/>
                </a:ext>
              </a:extLst>
            </p:cNvPr>
            <p:cNvSpPr>
              <a:spLocks noChangeAspect="1"/>
            </p:cNvSpPr>
            <p:nvPr/>
          </p:nvSpPr>
          <p:spPr bwMode="auto">
            <a:xfrm>
              <a:off x="6410529" y="3779878"/>
              <a:ext cx="1185396" cy="625185"/>
            </a:xfrm>
            <a:custGeom>
              <a:avLst/>
              <a:gdLst>
                <a:gd name="T0" fmla="*/ 4 w 714"/>
                <a:gd name="T1" fmla="*/ 0 h 381"/>
                <a:gd name="T2" fmla="*/ 70 w 714"/>
                <a:gd name="T3" fmla="*/ 5 h 381"/>
                <a:gd name="T4" fmla="*/ 367 w 714"/>
                <a:gd name="T5" fmla="*/ 17 h 381"/>
                <a:gd name="T6" fmla="*/ 588 w 714"/>
                <a:gd name="T7" fmla="*/ 17 h 381"/>
                <a:gd name="T8" fmla="*/ 591 w 714"/>
                <a:gd name="T9" fmla="*/ 58 h 381"/>
                <a:gd name="T10" fmla="*/ 605 w 714"/>
                <a:gd name="T11" fmla="*/ 148 h 381"/>
                <a:gd name="T12" fmla="*/ 602 w 714"/>
                <a:gd name="T13" fmla="*/ 290 h 381"/>
                <a:gd name="T14" fmla="*/ 553 w 714"/>
                <a:gd name="T15" fmla="*/ 266 h 381"/>
                <a:gd name="T16" fmla="*/ 502 w 714"/>
                <a:gd name="T17" fmla="*/ 274 h 381"/>
                <a:gd name="T18" fmla="*/ 463 w 714"/>
                <a:gd name="T19" fmla="*/ 285 h 381"/>
                <a:gd name="T20" fmla="*/ 409 w 714"/>
                <a:gd name="T21" fmla="*/ 286 h 381"/>
                <a:gd name="T22" fmla="*/ 368 w 714"/>
                <a:gd name="T23" fmla="*/ 264 h 381"/>
                <a:gd name="T24" fmla="*/ 356 w 714"/>
                <a:gd name="T25" fmla="*/ 274 h 381"/>
                <a:gd name="T26" fmla="*/ 292 w 714"/>
                <a:gd name="T27" fmla="*/ 249 h 381"/>
                <a:gd name="T28" fmla="*/ 261 w 714"/>
                <a:gd name="T29" fmla="*/ 241 h 381"/>
                <a:gd name="T30" fmla="*/ 245 w 714"/>
                <a:gd name="T31" fmla="*/ 228 h 381"/>
                <a:gd name="T32" fmla="*/ 225 w 714"/>
                <a:gd name="T33" fmla="*/ 226 h 381"/>
                <a:gd name="T34" fmla="*/ 205 w 714"/>
                <a:gd name="T35" fmla="*/ 210 h 381"/>
                <a:gd name="T36" fmla="*/ 211 w 714"/>
                <a:gd name="T37" fmla="*/ 53 h 381"/>
                <a:gd name="T38" fmla="*/ 0 w 714"/>
                <a:gd name="T39" fmla="*/ 42 h 381"/>
                <a:gd name="T40" fmla="*/ 4 w 714"/>
                <a:gd name="T41" fmla="*/ 0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714" h="381">
                  <a:moveTo>
                    <a:pt x="5" y="0"/>
                  </a:moveTo>
                  <a:lnTo>
                    <a:pt x="83" y="6"/>
                  </a:lnTo>
                  <a:lnTo>
                    <a:pt x="432" y="22"/>
                  </a:lnTo>
                  <a:lnTo>
                    <a:pt x="693" y="22"/>
                  </a:lnTo>
                  <a:lnTo>
                    <a:pt x="696" y="76"/>
                  </a:lnTo>
                  <a:lnTo>
                    <a:pt x="713" y="194"/>
                  </a:lnTo>
                  <a:lnTo>
                    <a:pt x="709" y="380"/>
                  </a:lnTo>
                  <a:lnTo>
                    <a:pt x="652" y="348"/>
                  </a:lnTo>
                  <a:lnTo>
                    <a:pt x="591" y="359"/>
                  </a:lnTo>
                  <a:lnTo>
                    <a:pt x="546" y="373"/>
                  </a:lnTo>
                  <a:lnTo>
                    <a:pt x="482" y="374"/>
                  </a:lnTo>
                  <a:lnTo>
                    <a:pt x="433" y="345"/>
                  </a:lnTo>
                  <a:lnTo>
                    <a:pt x="420" y="359"/>
                  </a:lnTo>
                  <a:lnTo>
                    <a:pt x="344" y="326"/>
                  </a:lnTo>
                  <a:lnTo>
                    <a:pt x="307" y="315"/>
                  </a:lnTo>
                  <a:lnTo>
                    <a:pt x="289" y="298"/>
                  </a:lnTo>
                  <a:lnTo>
                    <a:pt x="265" y="296"/>
                  </a:lnTo>
                  <a:lnTo>
                    <a:pt x="241" y="275"/>
                  </a:lnTo>
                  <a:lnTo>
                    <a:pt x="249" y="70"/>
                  </a:lnTo>
                  <a:lnTo>
                    <a:pt x="0" y="55"/>
                  </a:lnTo>
                  <a:lnTo>
                    <a:pt x="5" y="0"/>
                  </a:lnTo>
                </a:path>
              </a:pathLst>
            </a:custGeom>
            <a:solidFill>
              <a:srgbClr val="267AC0"/>
            </a:solidFill>
            <a:ln w="19050" cap="rnd" cmpd="sng">
              <a:solidFill>
                <a:schemeClr val="bg1"/>
              </a:solidFill>
              <a:prstDash val="solid"/>
              <a:round/>
              <a:headEnd type="none" w="sm" len="sm"/>
              <a:tailEnd type="none" w="sm" len="sm"/>
            </a:ln>
            <a:effectLst/>
          </p:spPr>
          <p:txBody>
            <a:bodyPr lIns="457200" anchor="ctr"/>
            <a:lstStyle/>
            <a:p>
              <a:pPr lvl="0" algn="ctr" defTabSz="456758" fontAlgn="base">
                <a:spcBef>
                  <a:spcPts val="1200"/>
                </a:spcBef>
                <a:defRPr/>
              </a:pPr>
              <a:r>
                <a:rPr lang="en-US" sz="800" b="1" kern="0">
                  <a:solidFill>
                    <a:schemeClr val="bg1"/>
                  </a:solidFill>
                  <a:ea typeface="Open Sans" charset="0"/>
                  <a:cs typeface="Arial" panose="020B0604020202020204" pitchFamily="34" charset="0"/>
                </a:rPr>
                <a:t>OK</a:t>
              </a:r>
            </a:p>
          </p:txBody>
        </p:sp>
        <p:sp>
          <p:nvSpPr>
            <p:cNvPr id="109" name="TX" descr="TX">
              <a:extLst>
                <a:ext uri="{FF2B5EF4-FFF2-40B4-BE49-F238E27FC236}">
                  <a16:creationId xmlns:a16="http://schemas.microsoft.com/office/drawing/2014/main" id="{E21C9E1B-442B-472F-9FAF-9020438012A6}"/>
                </a:ext>
              </a:extLst>
            </p:cNvPr>
            <p:cNvSpPr>
              <a:spLocks noChangeAspect="1"/>
            </p:cNvSpPr>
            <p:nvPr/>
          </p:nvSpPr>
          <p:spPr bwMode="auto">
            <a:xfrm>
              <a:off x="5821744" y="3872577"/>
              <a:ext cx="1913063" cy="1877710"/>
            </a:xfrm>
            <a:custGeom>
              <a:avLst/>
              <a:gdLst>
                <a:gd name="T0" fmla="*/ 0 w 1153"/>
                <a:gd name="T1" fmla="*/ 339 h 1138"/>
                <a:gd name="T2" fmla="*/ 265 w 1153"/>
                <a:gd name="T3" fmla="*/ 363 h 1138"/>
                <a:gd name="T4" fmla="*/ 302 w 1153"/>
                <a:gd name="T5" fmla="*/ 0 h 1138"/>
                <a:gd name="T6" fmla="*/ 513 w 1153"/>
                <a:gd name="T7" fmla="*/ 11 h 1138"/>
                <a:gd name="T8" fmla="*/ 506 w 1153"/>
                <a:gd name="T9" fmla="*/ 168 h 1138"/>
                <a:gd name="T10" fmla="*/ 527 w 1153"/>
                <a:gd name="T11" fmla="*/ 183 h 1138"/>
                <a:gd name="T12" fmla="*/ 547 w 1153"/>
                <a:gd name="T13" fmla="*/ 184 h 1138"/>
                <a:gd name="T14" fmla="*/ 563 w 1153"/>
                <a:gd name="T15" fmla="*/ 198 h 1138"/>
                <a:gd name="T16" fmla="*/ 594 w 1153"/>
                <a:gd name="T17" fmla="*/ 206 h 1138"/>
                <a:gd name="T18" fmla="*/ 658 w 1153"/>
                <a:gd name="T19" fmla="*/ 232 h 1138"/>
                <a:gd name="T20" fmla="*/ 669 w 1153"/>
                <a:gd name="T21" fmla="*/ 221 h 1138"/>
                <a:gd name="T22" fmla="*/ 711 w 1153"/>
                <a:gd name="T23" fmla="*/ 243 h 1138"/>
                <a:gd name="T24" fmla="*/ 765 w 1153"/>
                <a:gd name="T25" fmla="*/ 243 h 1138"/>
                <a:gd name="T26" fmla="*/ 803 w 1153"/>
                <a:gd name="T27" fmla="*/ 232 h 1138"/>
                <a:gd name="T28" fmla="*/ 855 w 1153"/>
                <a:gd name="T29" fmla="*/ 223 h 1138"/>
                <a:gd name="T30" fmla="*/ 903 w 1153"/>
                <a:gd name="T31" fmla="*/ 247 h 1138"/>
                <a:gd name="T32" fmla="*/ 911 w 1153"/>
                <a:gd name="T33" fmla="*/ 255 h 1138"/>
                <a:gd name="T34" fmla="*/ 936 w 1153"/>
                <a:gd name="T35" fmla="*/ 255 h 1138"/>
                <a:gd name="T36" fmla="*/ 942 w 1153"/>
                <a:gd name="T37" fmla="*/ 383 h 1138"/>
                <a:gd name="T38" fmla="*/ 977 w 1153"/>
                <a:gd name="T39" fmla="*/ 446 h 1138"/>
                <a:gd name="T40" fmla="*/ 964 w 1153"/>
                <a:gd name="T41" fmla="*/ 496 h 1138"/>
                <a:gd name="T42" fmla="*/ 966 w 1153"/>
                <a:gd name="T43" fmla="*/ 537 h 1138"/>
                <a:gd name="T44" fmla="*/ 950 w 1153"/>
                <a:gd name="T45" fmla="*/ 558 h 1138"/>
                <a:gd name="T46" fmla="*/ 957 w 1153"/>
                <a:gd name="T47" fmla="*/ 565 h 1138"/>
                <a:gd name="T48" fmla="*/ 917 w 1153"/>
                <a:gd name="T49" fmla="*/ 576 h 1138"/>
                <a:gd name="T50" fmla="*/ 885 w 1153"/>
                <a:gd name="T51" fmla="*/ 580 h 1138"/>
                <a:gd name="T52" fmla="*/ 891 w 1153"/>
                <a:gd name="T53" fmla="*/ 557 h 1138"/>
                <a:gd name="T54" fmla="*/ 874 w 1153"/>
                <a:gd name="T55" fmla="*/ 570 h 1138"/>
                <a:gd name="T56" fmla="*/ 875 w 1153"/>
                <a:gd name="T57" fmla="*/ 596 h 1138"/>
                <a:gd name="T58" fmla="*/ 853 w 1153"/>
                <a:gd name="T59" fmla="*/ 621 h 1138"/>
                <a:gd name="T60" fmla="*/ 738 w 1153"/>
                <a:gd name="T61" fmla="*/ 678 h 1138"/>
                <a:gd name="T62" fmla="*/ 701 w 1153"/>
                <a:gd name="T63" fmla="*/ 713 h 1138"/>
                <a:gd name="T64" fmla="*/ 667 w 1153"/>
                <a:gd name="T65" fmla="*/ 789 h 1138"/>
                <a:gd name="T66" fmla="*/ 696 w 1153"/>
                <a:gd name="T67" fmla="*/ 869 h 1138"/>
                <a:gd name="T68" fmla="*/ 668 w 1153"/>
                <a:gd name="T69" fmla="*/ 870 h 1138"/>
                <a:gd name="T70" fmla="*/ 544 w 1153"/>
                <a:gd name="T71" fmla="*/ 828 h 1138"/>
                <a:gd name="T72" fmla="*/ 530 w 1153"/>
                <a:gd name="T73" fmla="*/ 793 h 1138"/>
                <a:gd name="T74" fmla="*/ 517 w 1153"/>
                <a:gd name="T75" fmla="*/ 778 h 1138"/>
                <a:gd name="T76" fmla="*/ 511 w 1153"/>
                <a:gd name="T77" fmla="*/ 732 h 1138"/>
                <a:gd name="T78" fmla="*/ 489 w 1153"/>
                <a:gd name="T79" fmla="*/ 716 h 1138"/>
                <a:gd name="T80" fmla="*/ 421 w 1153"/>
                <a:gd name="T81" fmla="*/ 595 h 1138"/>
                <a:gd name="T82" fmla="*/ 388 w 1153"/>
                <a:gd name="T83" fmla="*/ 573 h 1138"/>
                <a:gd name="T84" fmla="*/ 378 w 1153"/>
                <a:gd name="T85" fmla="*/ 553 h 1138"/>
                <a:gd name="T86" fmla="*/ 281 w 1153"/>
                <a:gd name="T87" fmla="*/ 547 h 1138"/>
                <a:gd name="T88" fmla="*/ 228 w 1153"/>
                <a:gd name="T89" fmla="*/ 605 h 1138"/>
                <a:gd name="T90" fmla="*/ 138 w 1153"/>
                <a:gd name="T91" fmla="*/ 546 h 1138"/>
                <a:gd name="T92" fmla="*/ 113 w 1153"/>
                <a:gd name="T93" fmla="*/ 463 h 1138"/>
                <a:gd name="T94" fmla="*/ 26 w 1153"/>
                <a:gd name="T95" fmla="*/ 386 h 1138"/>
                <a:gd name="T96" fmla="*/ 17 w 1153"/>
                <a:gd name="T97" fmla="*/ 360 h 1138"/>
                <a:gd name="T98" fmla="*/ 5 w 1153"/>
                <a:gd name="T99" fmla="*/ 357 h 1138"/>
                <a:gd name="T100" fmla="*/ 0 w 1153"/>
                <a:gd name="T101" fmla="*/ 339 h 1138"/>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1153" h="1138">
                  <a:moveTo>
                    <a:pt x="0" y="443"/>
                  </a:moveTo>
                  <a:lnTo>
                    <a:pt x="313" y="474"/>
                  </a:lnTo>
                  <a:lnTo>
                    <a:pt x="356" y="0"/>
                  </a:lnTo>
                  <a:lnTo>
                    <a:pt x="605" y="14"/>
                  </a:lnTo>
                  <a:lnTo>
                    <a:pt x="597" y="219"/>
                  </a:lnTo>
                  <a:lnTo>
                    <a:pt x="621" y="239"/>
                  </a:lnTo>
                  <a:lnTo>
                    <a:pt x="645" y="240"/>
                  </a:lnTo>
                  <a:lnTo>
                    <a:pt x="664" y="259"/>
                  </a:lnTo>
                  <a:lnTo>
                    <a:pt x="700" y="269"/>
                  </a:lnTo>
                  <a:lnTo>
                    <a:pt x="776" y="303"/>
                  </a:lnTo>
                  <a:lnTo>
                    <a:pt x="789" y="289"/>
                  </a:lnTo>
                  <a:lnTo>
                    <a:pt x="838" y="318"/>
                  </a:lnTo>
                  <a:lnTo>
                    <a:pt x="902" y="317"/>
                  </a:lnTo>
                  <a:lnTo>
                    <a:pt x="947" y="303"/>
                  </a:lnTo>
                  <a:lnTo>
                    <a:pt x="1008" y="291"/>
                  </a:lnTo>
                  <a:lnTo>
                    <a:pt x="1065" y="323"/>
                  </a:lnTo>
                  <a:lnTo>
                    <a:pt x="1074" y="333"/>
                  </a:lnTo>
                  <a:lnTo>
                    <a:pt x="1103" y="333"/>
                  </a:lnTo>
                  <a:lnTo>
                    <a:pt x="1110" y="501"/>
                  </a:lnTo>
                  <a:lnTo>
                    <a:pt x="1152" y="583"/>
                  </a:lnTo>
                  <a:lnTo>
                    <a:pt x="1136" y="648"/>
                  </a:lnTo>
                  <a:lnTo>
                    <a:pt x="1139" y="702"/>
                  </a:lnTo>
                  <a:lnTo>
                    <a:pt x="1120" y="729"/>
                  </a:lnTo>
                  <a:lnTo>
                    <a:pt x="1128" y="738"/>
                  </a:lnTo>
                  <a:lnTo>
                    <a:pt x="1081" y="753"/>
                  </a:lnTo>
                  <a:lnTo>
                    <a:pt x="1043" y="758"/>
                  </a:lnTo>
                  <a:lnTo>
                    <a:pt x="1050" y="728"/>
                  </a:lnTo>
                  <a:lnTo>
                    <a:pt x="1030" y="745"/>
                  </a:lnTo>
                  <a:lnTo>
                    <a:pt x="1031" y="779"/>
                  </a:lnTo>
                  <a:lnTo>
                    <a:pt x="1006" y="812"/>
                  </a:lnTo>
                  <a:lnTo>
                    <a:pt x="870" y="886"/>
                  </a:lnTo>
                  <a:lnTo>
                    <a:pt x="826" y="932"/>
                  </a:lnTo>
                  <a:lnTo>
                    <a:pt x="786" y="1031"/>
                  </a:lnTo>
                  <a:lnTo>
                    <a:pt x="820" y="1135"/>
                  </a:lnTo>
                  <a:lnTo>
                    <a:pt x="787" y="1137"/>
                  </a:lnTo>
                  <a:lnTo>
                    <a:pt x="641" y="1082"/>
                  </a:lnTo>
                  <a:lnTo>
                    <a:pt x="625" y="1036"/>
                  </a:lnTo>
                  <a:lnTo>
                    <a:pt x="609" y="1016"/>
                  </a:lnTo>
                  <a:lnTo>
                    <a:pt x="603" y="957"/>
                  </a:lnTo>
                  <a:lnTo>
                    <a:pt x="576" y="935"/>
                  </a:lnTo>
                  <a:lnTo>
                    <a:pt x="496" y="778"/>
                  </a:lnTo>
                  <a:lnTo>
                    <a:pt x="458" y="748"/>
                  </a:lnTo>
                  <a:lnTo>
                    <a:pt x="446" y="722"/>
                  </a:lnTo>
                  <a:lnTo>
                    <a:pt x="331" y="715"/>
                  </a:lnTo>
                  <a:lnTo>
                    <a:pt x="269" y="790"/>
                  </a:lnTo>
                  <a:lnTo>
                    <a:pt x="163" y="713"/>
                  </a:lnTo>
                  <a:lnTo>
                    <a:pt x="133" y="605"/>
                  </a:lnTo>
                  <a:lnTo>
                    <a:pt x="31" y="504"/>
                  </a:lnTo>
                  <a:lnTo>
                    <a:pt x="20" y="471"/>
                  </a:lnTo>
                  <a:lnTo>
                    <a:pt x="6" y="467"/>
                  </a:lnTo>
                  <a:lnTo>
                    <a:pt x="0" y="443"/>
                  </a:lnTo>
                </a:path>
              </a:pathLst>
            </a:custGeom>
            <a:solidFill>
              <a:srgbClr val="267AC0"/>
            </a:solidFill>
            <a:ln w="19050" cap="rnd" cmpd="sng">
              <a:solidFill>
                <a:schemeClr val="bg1"/>
              </a:solidFill>
              <a:prstDash val="solid"/>
              <a:round/>
              <a:headEnd type="none" w="sm" len="sm"/>
              <a:tailEnd type="none" w="sm" len="sm"/>
            </a:ln>
            <a:effectLst/>
          </p:spPr>
          <p:txBody>
            <a:bodyPr lIns="365760" anchor="ctr"/>
            <a:lstStyle/>
            <a:p>
              <a:pPr lvl="0" algn="ctr" defTabSz="456758" fontAlgn="base">
                <a:spcBef>
                  <a:spcPts val="1200"/>
                </a:spcBef>
                <a:defRPr/>
              </a:pPr>
              <a:r>
                <a:rPr lang="en-US" sz="800" b="1" kern="0">
                  <a:solidFill>
                    <a:schemeClr val="bg1"/>
                  </a:solidFill>
                  <a:ea typeface="Open Sans" charset="0"/>
                  <a:cs typeface="Arial" panose="020B0604020202020204" pitchFamily="34" charset="0"/>
                </a:rPr>
                <a:t>TX</a:t>
              </a:r>
            </a:p>
          </p:txBody>
        </p:sp>
        <p:sp>
          <p:nvSpPr>
            <p:cNvPr id="110" name="MN" descr="MN">
              <a:extLst>
                <a:ext uri="{FF2B5EF4-FFF2-40B4-BE49-F238E27FC236}">
                  <a16:creationId xmlns:a16="http://schemas.microsoft.com/office/drawing/2014/main" id="{F3D37462-E376-4233-9CFA-146BF2996350}"/>
                </a:ext>
              </a:extLst>
            </p:cNvPr>
            <p:cNvSpPr>
              <a:spLocks noChangeAspect="1"/>
            </p:cNvSpPr>
            <p:nvPr/>
          </p:nvSpPr>
          <p:spPr bwMode="auto">
            <a:xfrm>
              <a:off x="7247739" y="1673652"/>
              <a:ext cx="891981" cy="1006763"/>
            </a:xfrm>
            <a:custGeom>
              <a:avLst/>
              <a:gdLst>
                <a:gd name="T0" fmla="*/ 3 w 538"/>
                <a:gd name="T1" fmla="*/ 89 h 613"/>
                <a:gd name="T2" fmla="*/ 21 w 538"/>
                <a:gd name="T3" fmla="*/ 142 h 613"/>
                <a:gd name="T4" fmla="*/ 23 w 538"/>
                <a:gd name="T5" fmla="*/ 212 h 613"/>
                <a:gd name="T6" fmla="*/ 36 w 538"/>
                <a:gd name="T7" fmla="*/ 268 h 613"/>
                <a:gd name="T8" fmla="*/ 19 w 538"/>
                <a:gd name="T9" fmla="*/ 296 h 613"/>
                <a:gd name="T10" fmla="*/ 43 w 538"/>
                <a:gd name="T11" fmla="*/ 318 h 613"/>
                <a:gd name="T12" fmla="*/ 42 w 538"/>
                <a:gd name="T13" fmla="*/ 467 h 613"/>
                <a:gd name="T14" fmla="*/ 373 w 538"/>
                <a:gd name="T15" fmla="*/ 461 h 613"/>
                <a:gd name="T16" fmla="*/ 367 w 538"/>
                <a:gd name="T17" fmla="*/ 432 h 613"/>
                <a:gd name="T18" fmla="*/ 332 w 538"/>
                <a:gd name="T19" fmla="*/ 405 h 613"/>
                <a:gd name="T20" fmla="*/ 314 w 538"/>
                <a:gd name="T21" fmla="*/ 387 h 613"/>
                <a:gd name="T22" fmla="*/ 270 w 538"/>
                <a:gd name="T23" fmla="*/ 362 h 613"/>
                <a:gd name="T24" fmla="*/ 271 w 538"/>
                <a:gd name="T25" fmla="*/ 318 h 613"/>
                <a:gd name="T26" fmla="*/ 261 w 538"/>
                <a:gd name="T27" fmla="*/ 290 h 613"/>
                <a:gd name="T28" fmla="*/ 298 w 538"/>
                <a:gd name="T29" fmla="*/ 249 h 613"/>
                <a:gd name="T30" fmla="*/ 296 w 538"/>
                <a:gd name="T31" fmla="*/ 208 h 613"/>
                <a:gd name="T32" fmla="*/ 357 w 538"/>
                <a:gd name="T33" fmla="*/ 165 h 613"/>
                <a:gd name="T34" fmla="*/ 371 w 538"/>
                <a:gd name="T35" fmla="*/ 141 h 613"/>
                <a:gd name="T36" fmla="*/ 455 w 538"/>
                <a:gd name="T37" fmla="*/ 99 h 613"/>
                <a:gd name="T38" fmla="*/ 417 w 538"/>
                <a:gd name="T39" fmla="*/ 85 h 613"/>
                <a:gd name="T40" fmla="*/ 385 w 538"/>
                <a:gd name="T41" fmla="*/ 87 h 613"/>
                <a:gd name="T42" fmla="*/ 377 w 538"/>
                <a:gd name="T43" fmla="*/ 76 h 613"/>
                <a:gd name="T44" fmla="*/ 316 w 538"/>
                <a:gd name="T45" fmla="*/ 74 h 613"/>
                <a:gd name="T46" fmla="*/ 276 w 538"/>
                <a:gd name="T47" fmla="*/ 63 h 613"/>
                <a:gd name="T48" fmla="*/ 192 w 538"/>
                <a:gd name="T49" fmla="*/ 56 h 613"/>
                <a:gd name="T50" fmla="*/ 180 w 538"/>
                <a:gd name="T51" fmla="*/ 41 h 613"/>
                <a:gd name="T52" fmla="*/ 146 w 538"/>
                <a:gd name="T53" fmla="*/ 28 h 613"/>
                <a:gd name="T54" fmla="*/ 140 w 538"/>
                <a:gd name="T55" fmla="*/ 0 h 613"/>
                <a:gd name="T56" fmla="*/ 119 w 538"/>
                <a:gd name="T57" fmla="*/ 0 h 613"/>
                <a:gd name="T58" fmla="*/ 119 w 538"/>
                <a:gd name="T59" fmla="*/ 21 h 613"/>
                <a:gd name="T60" fmla="*/ 0 w 538"/>
                <a:gd name="T61" fmla="*/ 21 h 613"/>
                <a:gd name="T62" fmla="*/ 3 w 538"/>
                <a:gd name="T63" fmla="*/ 89 h 613"/>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538" h="613">
                  <a:moveTo>
                    <a:pt x="3" y="116"/>
                  </a:moveTo>
                  <a:lnTo>
                    <a:pt x="25" y="186"/>
                  </a:lnTo>
                  <a:lnTo>
                    <a:pt x="27" y="278"/>
                  </a:lnTo>
                  <a:lnTo>
                    <a:pt x="42" y="351"/>
                  </a:lnTo>
                  <a:lnTo>
                    <a:pt x="23" y="388"/>
                  </a:lnTo>
                  <a:lnTo>
                    <a:pt x="51" y="417"/>
                  </a:lnTo>
                  <a:lnTo>
                    <a:pt x="49" y="612"/>
                  </a:lnTo>
                  <a:lnTo>
                    <a:pt x="440" y="604"/>
                  </a:lnTo>
                  <a:lnTo>
                    <a:pt x="433" y="566"/>
                  </a:lnTo>
                  <a:lnTo>
                    <a:pt x="392" y="531"/>
                  </a:lnTo>
                  <a:lnTo>
                    <a:pt x="371" y="507"/>
                  </a:lnTo>
                  <a:lnTo>
                    <a:pt x="318" y="474"/>
                  </a:lnTo>
                  <a:lnTo>
                    <a:pt x="320" y="417"/>
                  </a:lnTo>
                  <a:lnTo>
                    <a:pt x="308" y="380"/>
                  </a:lnTo>
                  <a:lnTo>
                    <a:pt x="351" y="326"/>
                  </a:lnTo>
                  <a:lnTo>
                    <a:pt x="349" y="272"/>
                  </a:lnTo>
                  <a:lnTo>
                    <a:pt x="421" y="216"/>
                  </a:lnTo>
                  <a:lnTo>
                    <a:pt x="438" y="185"/>
                  </a:lnTo>
                  <a:lnTo>
                    <a:pt x="537" y="130"/>
                  </a:lnTo>
                  <a:lnTo>
                    <a:pt x="492" y="111"/>
                  </a:lnTo>
                  <a:lnTo>
                    <a:pt x="454" y="114"/>
                  </a:lnTo>
                  <a:lnTo>
                    <a:pt x="445" y="99"/>
                  </a:lnTo>
                  <a:lnTo>
                    <a:pt x="373" y="97"/>
                  </a:lnTo>
                  <a:lnTo>
                    <a:pt x="326" y="83"/>
                  </a:lnTo>
                  <a:lnTo>
                    <a:pt x="227" y="74"/>
                  </a:lnTo>
                  <a:lnTo>
                    <a:pt x="212" y="54"/>
                  </a:lnTo>
                  <a:lnTo>
                    <a:pt x="172" y="37"/>
                  </a:lnTo>
                  <a:lnTo>
                    <a:pt x="165" y="0"/>
                  </a:lnTo>
                  <a:lnTo>
                    <a:pt x="140" y="0"/>
                  </a:lnTo>
                  <a:lnTo>
                    <a:pt x="140" y="28"/>
                  </a:lnTo>
                  <a:lnTo>
                    <a:pt x="0" y="28"/>
                  </a:lnTo>
                  <a:lnTo>
                    <a:pt x="3" y="116"/>
                  </a:lnTo>
                </a:path>
              </a:pathLst>
            </a:custGeom>
            <a:solidFill>
              <a:srgbClr val="00787E"/>
            </a:solidFill>
            <a:ln w="19050" cap="rnd" cmpd="sng">
              <a:solidFill>
                <a:schemeClr val="bg1"/>
              </a:solidFill>
              <a:prstDash val="solid"/>
              <a:round/>
              <a:headEnd type="none" w="sm" len="sm"/>
              <a:tailEnd type="none" w="sm" len="sm"/>
            </a:ln>
            <a:effectLst/>
          </p:spPr>
          <p:txBody>
            <a:bodyPr lIns="0" rIns="228600" anchor="ctr"/>
            <a:lstStyle/>
            <a:p>
              <a:pPr lvl="0" algn="ctr" defTabSz="456758" fontAlgn="base">
                <a:spcBef>
                  <a:spcPts val="1200"/>
                </a:spcBef>
                <a:defRPr/>
              </a:pPr>
              <a:r>
                <a:rPr lang="en-US" sz="800" b="1" kern="0">
                  <a:solidFill>
                    <a:srgbClr val="FFFFFF"/>
                  </a:solidFill>
                  <a:ea typeface="Open Sans" charset="0"/>
                  <a:cs typeface="Arial" panose="020B0604020202020204" pitchFamily="34" charset="0"/>
                </a:rPr>
                <a:t>MN</a:t>
              </a:r>
            </a:p>
          </p:txBody>
        </p:sp>
        <p:sp>
          <p:nvSpPr>
            <p:cNvPr id="111" name="WI" descr="WI">
              <a:extLst>
                <a:ext uri="{FF2B5EF4-FFF2-40B4-BE49-F238E27FC236}">
                  <a16:creationId xmlns:a16="http://schemas.microsoft.com/office/drawing/2014/main" id="{0E34B4E6-3C22-41BD-B5F4-AFE65AD85D25}"/>
                </a:ext>
              </a:extLst>
            </p:cNvPr>
            <p:cNvSpPr>
              <a:spLocks noChangeAspect="1"/>
            </p:cNvSpPr>
            <p:nvPr/>
          </p:nvSpPr>
          <p:spPr bwMode="auto">
            <a:xfrm>
              <a:off x="7754369" y="2068166"/>
              <a:ext cx="727669" cy="771779"/>
            </a:xfrm>
            <a:custGeom>
              <a:avLst/>
              <a:gdLst>
                <a:gd name="T0" fmla="*/ 9 w 437"/>
                <a:gd name="T1" fmla="*/ 135 h 468"/>
                <a:gd name="T2" fmla="*/ 9 w 437"/>
                <a:gd name="T3" fmla="*/ 179 h 468"/>
                <a:gd name="T4" fmla="*/ 53 w 437"/>
                <a:gd name="T5" fmla="*/ 204 h 468"/>
                <a:gd name="T6" fmla="*/ 71 w 437"/>
                <a:gd name="T7" fmla="*/ 223 h 468"/>
                <a:gd name="T8" fmla="*/ 106 w 437"/>
                <a:gd name="T9" fmla="*/ 249 h 468"/>
                <a:gd name="T10" fmla="*/ 112 w 437"/>
                <a:gd name="T11" fmla="*/ 278 h 468"/>
                <a:gd name="T12" fmla="*/ 118 w 437"/>
                <a:gd name="T13" fmla="*/ 318 h 468"/>
                <a:gd name="T14" fmla="*/ 153 w 437"/>
                <a:gd name="T15" fmla="*/ 357 h 468"/>
                <a:gd name="T16" fmla="*/ 338 w 437"/>
                <a:gd name="T17" fmla="*/ 346 h 468"/>
                <a:gd name="T18" fmla="*/ 327 w 437"/>
                <a:gd name="T19" fmla="*/ 291 h 468"/>
                <a:gd name="T20" fmla="*/ 344 w 437"/>
                <a:gd name="T21" fmla="*/ 208 h 468"/>
                <a:gd name="T22" fmla="*/ 343 w 437"/>
                <a:gd name="T23" fmla="*/ 184 h 468"/>
                <a:gd name="T24" fmla="*/ 371 w 437"/>
                <a:gd name="T25" fmla="*/ 119 h 468"/>
                <a:gd name="T26" fmla="*/ 363 w 437"/>
                <a:gd name="T27" fmla="*/ 116 h 468"/>
                <a:gd name="T28" fmla="*/ 346 w 437"/>
                <a:gd name="T29" fmla="*/ 154 h 468"/>
                <a:gd name="T30" fmla="*/ 331 w 437"/>
                <a:gd name="T31" fmla="*/ 156 h 468"/>
                <a:gd name="T32" fmla="*/ 325 w 437"/>
                <a:gd name="T33" fmla="*/ 172 h 468"/>
                <a:gd name="T34" fmla="*/ 310 w 437"/>
                <a:gd name="T35" fmla="*/ 183 h 468"/>
                <a:gd name="T36" fmla="*/ 321 w 437"/>
                <a:gd name="T37" fmla="*/ 148 h 468"/>
                <a:gd name="T38" fmla="*/ 331 w 437"/>
                <a:gd name="T39" fmla="*/ 135 h 468"/>
                <a:gd name="T40" fmla="*/ 312 w 437"/>
                <a:gd name="T41" fmla="*/ 86 h 468"/>
                <a:gd name="T42" fmla="*/ 298 w 437"/>
                <a:gd name="T43" fmla="*/ 82 h 468"/>
                <a:gd name="T44" fmla="*/ 293 w 437"/>
                <a:gd name="T45" fmla="*/ 70 h 468"/>
                <a:gd name="T46" fmla="*/ 149 w 437"/>
                <a:gd name="T47" fmla="*/ 28 h 468"/>
                <a:gd name="T48" fmla="*/ 132 w 437"/>
                <a:gd name="T49" fmla="*/ 21 h 468"/>
                <a:gd name="T50" fmla="*/ 122 w 437"/>
                <a:gd name="T51" fmla="*/ 28 h 468"/>
                <a:gd name="T52" fmla="*/ 117 w 437"/>
                <a:gd name="T53" fmla="*/ 26 h 468"/>
                <a:gd name="T54" fmla="*/ 123 w 437"/>
                <a:gd name="T55" fmla="*/ 11 h 468"/>
                <a:gd name="T56" fmla="*/ 127 w 437"/>
                <a:gd name="T57" fmla="*/ 2 h 468"/>
                <a:gd name="T58" fmla="*/ 122 w 437"/>
                <a:gd name="T59" fmla="*/ 0 h 468"/>
                <a:gd name="T60" fmla="*/ 63 w 437"/>
                <a:gd name="T61" fmla="*/ 22 h 468"/>
                <a:gd name="T62" fmla="*/ 56 w 437"/>
                <a:gd name="T63" fmla="*/ 23 h 468"/>
                <a:gd name="T64" fmla="*/ 45 w 437"/>
                <a:gd name="T65" fmla="*/ 18 h 468"/>
                <a:gd name="T66" fmla="*/ 35 w 437"/>
                <a:gd name="T67" fmla="*/ 25 h 468"/>
                <a:gd name="T68" fmla="*/ 37 w 437"/>
                <a:gd name="T69" fmla="*/ 66 h 468"/>
                <a:gd name="T70" fmla="*/ 0 w 437"/>
                <a:gd name="T71" fmla="*/ 108 h 468"/>
                <a:gd name="T72" fmla="*/ 9 w 437"/>
                <a:gd name="T73" fmla="*/ 135 h 468"/>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437" h="468">
                  <a:moveTo>
                    <a:pt x="11" y="177"/>
                  </a:moveTo>
                  <a:lnTo>
                    <a:pt x="10" y="234"/>
                  </a:lnTo>
                  <a:lnTo>
                    <a:pt x="62" y="267"/>
                  </a:lnTo>
                  <a:lnTo>
                    <a:pt x="83" y="291"/>
                  </a:lnTo>
                  <a:lnTo>
                    <a:pt x="125" y="325"/>
                  </a:lnTo>
                  <a:lnTo>
                    <a:pt x="132" y="363"/>
                  </a:lnTo>
                  <a:lnTo>
                    <a:pt x="139" y="416"/>
                  </a:lnTo>
                  <a:lnTo>
                    <a:pt x="180" y="467"/>
                  </a:lnTo>
                  <a:lnTo>
                    <a:pt x="397" y="452"/>
                  </a:lnTo>
                  <a:lnTo>
                    <a:pt x="384" y="380"/>
                  </a:lnTo>
                  <a:lnTo>
                    <a:pt x="404" y="272"/>
                  </a:lnTo>
                  <a:lnTo>
                    <a:pt x="403" y="241"/>
                  </a:lnTo>
                  <a:lnTo>
                    <a:pt x="436" y="156"/>
                  </a:lnTo>
                  <a:lnTo>
                    <a:pt x="427" y="152"/>
                  </a:lnTo>
                  <a:lnTo>
                    <a:pt x="407" y="201"/>
                  </a:lnTo>
                  <a:lnTo>
                    <a:pt x="389" y="204"/>
                  </a:lnTo>
                  <a:lnTo>
                    <a:pt x="382" y="225"/>
                  </a:lnTo>
                  <a:lnTo>
                    <a:pt x="364" y="239"/>
                  </a:lnTo>
                  <a:lnTo>
                    <a:pt x="377" y="193"/>
                  </a:lnTo>
                  <a:lnTo>
                    <a:pt x="389" y="177"/>
                  </a:lnTo>
                  <a:lnTo>
                    <a:pt x="367" y="112"/>
                  </a:lnTo>
                  <a:lnTo>
                    <a:pt x="350" y="107"/>
                  </a:lnTo>
                  <a:lnTo>
                    <a:pt x="344" y="92"/>
                  </a:lnTo>
                  <a:lnTo>
                    <a:pt x="175" y="37"/>
                  </a:lnTo>
                  <a:lnTo>
                    <a:pt x="155" y="27"/>
                  </a:lnTo>
                  <a:lnTo>
                    <a:pt x="143" y="36"/>
                  </a:lnTo>
                  <a:lnTo>
                    <a:pt x="138" y="34"/>
                  </a:lnTo>
                  <a:lnTo>
                    <a:pt x="145" y="15"/>
                  </a:lnTo>
                  <a:lnTo>
                    <a:pt x="149" y="2"/>
                  </a:lnTo>
                  <a:lnTo>
                    <a:pt x="143" y="0"/>
                  </a:lnTo>
                  <a:lnTo>
                    <a:pt x="74" y="29"/>
                  </a:lnTo>
                  <a:lnTo>
                    <a:pt x="66" y="30"/>
                  </a:lnTo>
                  <a:lnTo>
                    <a:pt x="53" y="23"/>
                  </a:lnTo>
                  <a:lnTo>
                    <a:pt x="41" y="33"/>
                  </a:lnTo>
                  <a:lnTo>
                    <a:pt x="43" y="86"/>
                  </a:lnTo>
                  <a:lnTo>
                    <a:pt x="0" y="141"/>
                  </a:lnTo>
                  <a:lnTo>
                    <a:pt x="11" y="177"/>
                  </a:lnTo>
                </a:path>
              </a:pathLst>
            </a:custGeom>
            <a:solidFill>
              <a:srgbClr val="00787E"/>
            </a:solidFill>
            <a:ln w="19050" cap="rnd" cmpd="sng">
              <a:solidFill>
                <a:schemeClr val="bg1"/>
              </a:solidFill>
              <a:prstDash val="solid"/>
              <a:round/>
              <a:headEnd type="none" w="sm" len="sm"/>
              <a:tailEnd type="none" w="sm" len="sm"/>
            </a:ln>
            <a:effectLst/>
          </p:spPr>
          <p:txBody>
            <a:bodyPr anchor="ctr"/>
            <a:lstStyle/>
            <a:p>
              <a:pPr lvl="0" algn="ctr" defTabSz="456758" fontAlgn="base">
                <a:spcBef>
                  <a:spcPts val="1200"/>
                </a:spcBef>
                <a:defRPr/>
              </a:pPr>
              <a:r>
                <a:rPr lang="en-US" sz="800" b="1" kern="0">
                  <a:solidFill>
                    <a:srgbClr val="FFFFFF"/>
                  </a:solidFill>
                  <a:ea typeface="Open Sans" charset="0"/>
                  <a:cs typeface="Arial" panose="020B0604020202020204" pitchFamily="34" charset="0"/>
                </a:rPr>
                <a:t>WI</a:t>
              </a:r>
            </a:p>
          </p:txBody>
        </p:sp>
        <p:sp>
          <p:nvSpPr>
            <p:cNvPr id="112" name="MI" descr="MI">
              <a:extLst>
                <a:ext uri="{FF2B5EF4-FFF2-40B4-BE49-F238E27FC236}">
                  <a16:creationId xmlns:a16="http://schemas.microsoft.com/office/drawing/2014/main" id="{A6FFA356-93EC-4158-91DA-06CDD69C54A9}"/>
                </a:ext>
              </a:extLst>
            </p:cNvPr>
            <p:cNvSpPr>
              <a:spLocks noChangeAspect="1"/>
            </p:cNvSpPr>
            <p:nvPr/>
          </p:nvSpPr>
          <p:spPr bwMode="auto">
            <a:xfrm>
              <a:off x="8051695" y="1953908"/>
              <a:ext cx="1025291" cy="983551"/>
            </a:xfrm>
            <a:custGeom>
              <a:avLst/>
              <a:gdLst>
                <a:gd name="connsiteX0" fmla="*/ 684819 w 1025291"/>
                <a:gd name="connsiteY0" fmla="*/ 252230 h 983551"/>
                <a:gd name="connsiteX1" fmla="*/ 842599 w 1025291"/>
                <a:gd name="connsiteY1" fmla="*/ 308486 h 983551"/>
                <a:gd name="connsiteX2" fmla="*/ 857546 w 1025291"/>
                <a:gd name="connsiteY2" fmla="*/ 358123 h 983551"/>
                <a:gd name="connsiteX3" fmla="*/ 877476 w 1025291"/>
                <a:gd name="connsiteY3" fmla="*/ 401142 h 983551"/>
                <a:gd name="connsiteX4" fmla="*/ 882459 w 1025291"/>
                <a:gd name="connsiteY4" fmla="*/ 482216 h 983551"/>
                <a:gd name="connsiteX5" fmla="*/ 829312 w 1025291"/>
                <a:gd name="connsiteY5" fmla="*/ 550053 h 983551"/>
                <a:gd name="connsiteX6" fmla="*/ 825990 w 1025291"/>
                <a:gd name="connsiteY6" fmla="*/ 602999 h 983551"/>
                <a:gd name="connsiteX7" fmla="*/ 857546 w 1025291"/>
                <a:gd name="connsiteY7" fmla="*/ 619545 h 983551"/>
                <a:gd name="connsiteX8" fmla="*/ 899067 w 1025291"/>
                <a:gd name="connsiteY8" fmla="*/ 548398 h 983551"/>
                <a:gd name="connsiteX9" fmla="*/ 940588 w 1025291"/>
                <a:gd name="connsiteY9" fmla="*/ 521925 h 983551"/>
                <a:gd name="connsiteX10" fmla="*/ 972144 w 1025291"/>
                <a:gd name="connsiteY10" fmla="*/ 540126 h 983551"/>
                <a:gd name="connsiteX11" fmla="*/ 1025291 w 1025291"/>
                <a:gd name="connsiteY11" fmla="*/ 700619 h 983551"/>
                <a:gd name="connsiteX12" fmla="*/ 987092 w 1025291"/>
                <a:gd name="connsiteY12" fmla="*/ 768456 h 983551"/>
                <a:gd name="connsiteX13" fmla="*/ 978788 w 1025291"/>
                <a:gd name="connsiteY13" fmla="*/ 818093 h 983551"/>
                <a:gd name="connsiteX14" fmla="*/ 957197 w 1025291"/>
                <a:gd name="connsiteY14" fmla="*/ 834639 h 983551"/>
                <a:gd name="connsiteX15" fmla="*/ 955536 w 1025291"/>
                <a:gd name="connsiteY15" fmla="*/ 880967 h 983551"/>
                <a:gd name="connsiteX16" fmla="*/ 927302 w 1025291"/>
                <a:gd name="connsiteY16" fmla="*/ 937223 h 983551"/>
                <a:gd name="connsiteX17" fmla="*/ 754574 w 1025291"/>
                <a:gd name="connsiteY17" fmla="*/ 963696 h 983551"/>
                <a:gd name="connsiteX18" fmla="*/ 751253 w 1025291"/>
                <a:gd name="connsiteY18" fmla="*/ 953768 h 983551"/>
                <a:gd name="connsiteX19" fmla="*/ 498805 w 1025291"/>
                <a:gd name="connsiteY19" fmla="*/ 983551 h 983551"/>
                <a:gd name="connsiteX20" fmla="*/ 556934 w 1025291"/>
                <a:gd name="connsiteY20" fmla="*/ 861112 h 983551"/>
                <a:gd name="connsiteX21" fmla="*/ 548630 w 1025291"/>
                <a:gd name="connsiteY21" fmla="*/ 738674 h 983551"/>
                <a:gd name="connsiteX22" fmla="*/ 505448 w 1025291"/>
                <a:gd name="connsiteY22" fmla="*/ 646018 h 983551"/>
                <a:gd name="connsiteX23" fmla="*/ 523718 w 1025291"/>
                <a:gd name="connsiteY23" fmla="*/ 460706 h 983551"/>
                <a:gd name="connsiteX24" fmla="*/ 600116 w 1025291"/>
                <a:gd name="connsiteY24" fmla="*/ 363086 h 983551"/>
                <a:gd name="connsiteX25" fmla="*/ 596795 w 1025291"/>
                <a:gd name="connsiteY25" fmla="*/ 437542 h 983551"/>
                <a:gd name="connsiteX26" fmla="*/ 618385 w 1025291"/>
                <a:gd name="connsiteY26" fmla="*/ 420996 h 983551"/>
                <a:gd name="connsiteX27" fmla="*/ 618385 w 1025291"/>
                <a:gd name="connsiteY27" fmla="*/ 361432 h 983551"/>
                <a:gd name="connsiteX28" fmla="*/ 648281 w 1025291"/>
                <a:gd name="connsiteY28" fmla="*/ 325031 h 983551"/>
                <a:gd name="connsiteX29" fmla="*/ 656585 w 1025291"/>
                <a:gd name="connsiteY29" fmla="*/ 262158 h 983551"/>
                <a:gd name="connsiteX30" fmla="*/ 271656 w 1025291"/>
                <a:gd name="connsiteY30" fmla="*/ 0 h 983551"/>
                <a:gd name="connsiteX31" fmla="*/ 308098 w 1025291"/>
                <a:gd name="connsiteY31" fmla="*/ 18123 h 983551"/>
                <a:gd name="connsiteX32" fmla="*/ 271656 w 1025291"/>
                <a:gd name="connsiteY32" fmla="*/ 23065 h 983551"/>
                <a:gd name="connsiteX33" fmla="*/ 226933 w 1025291"/>
                <a:gd name="connsiteY33" fmla="*/ 72491 h 983551"/>
                <a:gd name="connsiteX34" fmla="*/ 238528 w 1025291"/>
                <a:gd name="connsiteY34" fmla="*/ 92262 h 983551"/>
                <a:gd name="connsiteX35" fmla="*/ 339570 w 1025291"/>
                <a:gd name="connsiteY35" fmla="*/ 98852 h 983551"/>
                <a:gd name="connsiteX36" fmla="*/ 356135 w 1025291"/>
                <a:gd name="connsiteY36" fmla="*/ 146630 h 983551"/>
                <a:gd name="connsiteX37" fmla="*/ 404171 w 1025291"/>
                <a:gd name="connsiteY37" fmla="*/ 141688 h 983551"/>
                <a:gd name="connsiteX38" fmla="*/ 450552 w 1025291"/>
                <a:gd name="connsiteY38" fmla="*/ 169696 h 983551"/>
                <a:gd name="connsiteX39" fmla="*/ 478711 w 1025291"/>
                <a:gd name="connsiteY39" fmla="*/ 123565 h 983551"/>
                <a:gd name="connsiteX40" fmla="*/ 569815 w 1025291"/>
                <a:gd name="connsiteY40" fmla="*/ 123565 h 983551"/>
                <a:gd name="connsiteX41" fmla="*/ 639386 w 1025291"/>
                <a:gd name="connsiteY41" fmla="*/ 131802 h 983551"/>
                <a:gd name="connsiteX42" fmla="*/ 730490 w 1025291"/>
                <a:gd name="connsiteY42" fmla="*/ 130155 h 983551"/>
                <a:gd name="connsiteX43" fmla="*/ 776871 w 1025291"/>
                <a:gd name="connsiteY43" fmla="*/ 187818 h 983551"/>
                <a:gd name="connsiteX44" fmla="*/ 748711 w 1025291"/>
                <a:gd name="connsiteY44" fmla="*/ 210884 h 983551"/>
                <a:gd name="connsiteX45" fmla="*/ 604601 w 1025291"/>
                <a:gd name="connsiteY45" fmla="*/ 204294 h 983551"/>
                <a:gd name="connsiteX46" fmla="*/ 578098 w 1025291"/>
                <a:gd name="connsiteY46" fmla="*/ 238892 h 983551"/>
                <a:gd name="connsiteX47" fmla="*/ 503558 w 1025291"/>
                <a:gd name="connsiteY47" fmla="*/ 238892 h 983551"/>
                <a:gd name="connsiteX48" fmla="*/ 458834 w 1025291"/>
                <a:gd name="connsiteY48" fmla="*/ 261957 h 983551"/>
                <a:gd name="connsiteX49" fmla="*/ 422392 w 1025291"/>
                <a:gd name="connsiteY49" fmla="*/ 257015 h 983551"/>
                <a:gd name="connsiteX50" fmla="*/ 354478 w 1025291"/>
                <a:gd name="connsiteY50" fmla="*/ 403645 h 983551"/>
                <a:gd name="connsiteX51" fmla="*/ 316380 w 1025291"/>
                <a:gd name="connsiteY51" fmla="*/ 296555 h 983551"/>
                <a:gd name="connsiteX52" fmla="*/ 289877 w 1025291"/>
                <a:gd name="connsiteY52" fmla="*/ 286670 h 983551"/>
                <a:gd name="connsiteX53" fmla="*/ 279939 w 1025291"/>
                <a:gd name="connsiteY53" fmla="*/ 261957 h 983551"/>
                <a:gd name="connsiteX54" fmla="*/ 0 w 1025291"/>
                <a:gd name="connsiteY54" fmla="*/ 172991 h 983551"/>
                <a:gd name="connsiteX55" fmla="*/ 71227 w 1025291"/>
                <a:gd name="connsiteY55" fmla="*/ 121917 h 983551"/>
                <a:gd name="connsiteX56" fmla="*/ 119264 w 1025291"/>
                <a:gd name="connsiteY56" fmla="*/ 113680 h 983551"/>
                <a:gd name="connsiteX57" fmla="*/ 215337 w 1025291"/>
                <a:gd name="connsiteY57" fmla="*/ 13180 h 983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1025291" h="983551">
                  <a:moveTo>
                    <a:pt x="684819" y="252230"/>
                  </a:moveTo>
                  <a:lnTo>
                    <a:pt x="842599" y="308486"/>
                  </a:lnTo>
                  <a:lnTo>
                    <a:pt x="857546" y="358123"/>
                  </a:lnTo>
                  <a:lnTo>
                    <a:pt x="877476" y="401142"/>
                  </a:lnTo>
                  <a:lnTo>
                    <a:pt x="882459" y="482216"/>
                  </a:lnTo>
                  <a:lnTo>
                    <a:pt x="829312" y="550053"/>
                  </a:lnTo>
                  <a:lnTo>
                    <a:pt x="825990" y="602999"/>
                  </a:lnTo>
                  <a:lnTo>
                    <a:pt x="857546" y="619545"/>
                  </a:lnTo>
                  <a:lnTo>
                    <a:pt x="899067" y="548398"/>
                  </a:lnTo>
                  <a:lnTo>
                    <a:pt x="940588" y="521925"/>
                  </a:lnTo>
                  <a:lnTo>
                    <a:pt x="972144" y="540126"/>
                  </a:lnTo>
                  <a:lnTo>
                    <a:pt x="1025291" y="700619"/>
                  </a:lnTo>
                  <a:lnTo>
                    <a:pt x="987092" y="768456"/>
                  </a:lnTo>
                  <a:lnTo>
                    <a:pt x="978788" y="818093"/>
                  </a:lnTo>
                  <a:lnTo>
                    <a:pt x="957197" y="834639"/>
                  </a:lnTo>
                  <a:lnTo>
                    <a:pt x="955536" y="880967"/>
                  </a:lnTo>
                  <a:lnTo>
                    <a:pt x="927302" y="937223"/>
                  </a:lnTo>
                  <a:lnTo>
                    <a:pt x="754574" y="963696"/>
                  </a:lnTo>
                  <a:lnTo>
                    <a:pt x="751253" y="953768"/>
                  </a:lnTo>
                  <a:lnTo>
                    <a:pt x="498805" y="983551"/>
                  </a:lnTo>
                  <a:lnTo>
                    <a:pt x="556934" y="861112"/>
                  </a:lnTo>
                  <a:lnTo>
                    <a:pt x="548630" y="738674"/>
                  </a:lnTo>
                  <a:lnTo>
                    <a:pt x="505448" y="646018"/>
                  </a:lnTo>
                  <a:lnTo>
                    <a:pt x="523718" y="460706"/>
                  </a:lnTo>
                  <a:lnTo>
                    <a:pt x="600116" y="363086"/>
                  </a:lnTo>
                  <a:lnTo>
                    <a:pt x="596795" y="437542"/>
                  </a:lnTo>
                  <a:lnTo>
                    <a:pt x="618385" y="420996"/>
                  </a:lnTo>
                  <a:lnTo>
                    <a:pt x="618385" y="361432"/>
                  </a:lnTo>
                  <a:lnTo>
                    <a:pt x="648281" y="325031"/>
                  </a:lnTo>
                  <a:lnTo>
                    <a:pt x="656585" y="262158"/>
                  </a:lnTo>
                  <a:close/>
                  <a:moveTo>
                    <a:pt x="271656" y="0"/>
                  </a:moveTo>
                  <a:lnTo>
                    <a:pt x="308098" y="18123"/>
                  </a:lnTo>
                  <a:lnTo>
                    <a:pt x="271656" y="23065"/>
                  </a:lnTo>
                  <a:lnTo>
                    <a:pt x="226933" y="72491"/>
                  </a:lnTo>
                  <a:lnTo>
                    <a:pt x="238528" y="92262"/>
                  </a:lnTo>
                  <a:lnTo>
                    <a:pt x="339570" y="98852"/>
                  </a:lnTo>
                  <a:lnTo>
                    <a:pt x="356135" y="146630"/>
                  </a:lnTo>
                  <a:lnTo>
                    <a:pt x="404171" y="141688"/>
                  </a:lnTo>
                  <a:lnTo>
                    <a:pt x="450552" y="169696"/>
                  </a:lnTo>
                  <a:lnTo>
                    <a:pt x="478711" y="123565"/>
                  </a:lnTo>
                  <a:lnTo>
                    <a:pt x="569815" y="123565"/>
                  </a:lnTo>
                  <a:lnTo>
                    <a:pt x="639386" y="131802"/>
                  </a:lnTo>
                  <a:lnTo>
                    <a:pt x="730490" y="130155"/>
                  </a:lnTo>
                  <a:lnTo>
                    <a:pt x="776871" y="187818"/>
                  </a:lnTo>
                  <a:lnTo>
                    <a:pt x="748711" y="210884"/>
                  </a:lnTo>
                  <a:lnTo>
                    <a:pt x="604601" y="204294"/>
                  </a:lnTo>
                  <a:lnTo>
                    <a:pt x="578098" y="238892"/>
                  </a:lnTo>
                  <a:lnTo>
                    <a:pt x="503558" y="238892"/>
                  </a:lnTo>
                  <a:lnTo>
                    <a:pt x="458834" y="261957"/>
                  </a:lnTo>
                  <a:lnTo>
                    <a:pt x="422392" y="257015"/>
                  </a:lnTo>
                  <a:lnTo>
                    <a:pt x="354478" y="403645"/>
                  </a:lnTo>
                  <a:lnTo>
                    <a:pt x="316380" y="296555"/>
                  </a:lnTo>
                  <a:lnTo>
                    <a:pt x="289877" y="286670"/>
                  </a:lnTo>
                  <a:lnTo>
                    <a:pt x="279939" y="261957"/>
                  </a:lnTo>
                  <a:lnTo>
                    <a:pt x="0" y="172991"/>
                  </a:lnTo>
                  <a:lnTo>
                    <a:pt x="71227" y="121917"/>
                  </a:lnTo>
                  <a:lnTo>
                    <a:pt x="119264" y="113680"/>
                  </a:lnTo>
                  <a:lnTo>
                    <a:pt x="215337" y="13180"/>
                  </a:lnTo>
                  <a:close/>
                </a:path>
              </a:pathLst>
            </a:custGeom>
            <a:solidFill>
              <a:srgbClr val="00787E"/>
            </a:solidFill>
            <a:ln w="19050" cap="rnd" cmpd="sng">
              <a:solidFill>
                <a:schemeClr val="bg1"/>
              </a:solidFill>
              <a:prstDash val="solid"/>
              <a:round/>
              <a:headEnd type="none" w="sm" len="sm"/>
              <a:tailEnd type="none" w="sm" len="sm"/>
            </a:ln>
            <a:effectLst/>
          </p:spPr>
          <p:txBody>
            <a:bodyPr wrap="square" lIns="457200" tIns="365760" anchor="ctr">
              <a:noAutofit/>
            </a:bodyPr>
            <a:lstStyle/>
            <a:p>
              <a:pPr lvl="0" algn="ctr" defTabSz="456758" fontAlgn="base">
                <a:spcBef>
                  <a:spcPts val="1200"/>
                </a:spcBef>
                <a:defRPr/>
              </a:pPr>
              <a:r>
                <a:rPr lang="en-US" sz="800" b="1" kern="0">
                  <a:solidFill>
                    <a:srgbClr val="FFFFFF"/>
                  </a:solidFill>
                  <a:ea typeface="Open Sans" charset="0"/>
                  <a:cs typeface="Arial" panose="020B0604020202020204" pitchFamily="34" charset="0"/>
                </a:rPr>
                <a:t>MI</a:t>
              </a:r>
            </a:p>
          </p:txBody>
        </p:sp>
        <p:sp>
          <p:nvSpPr>
            <p:cNvPr id="113" name="IL" descr="IL">
              <a:extLst>
                <a:ext uri="{FF2B5EF4-FFF2-40B4-BE49-F238E27FC236}">
                  <a16:creationId xmlns:a16="http://schemas.microsoft.com/office/drawing/2014/main" id="{1037AA60-AC4D-46F6-AE56-A232D4FF0AE4}"/>
                </a:ext>
              </a:extLst>
            </p:cNvPr>
            <p:cNvSpPr>
              <a:spLocks noChangeAspect="1"/>
            </p:cNvSpPr>
            <p:nvPr/>
          </p:nvSpPr>
          <p:spPr bwMode="auto">
            <a:xfrm>
              <a:off x="7965627" y="2816231"/>
              <a:ext cx="543796" cy="980893"/>
            </a:xfrm>
            <a:custGeom>
              <a:avLst/>
              <a:gdLst>
                <a:gd name="T0" fmla="*/ 4 w 325"/>
                <a:gd name="T1" fmla="*/ 185 h 595"/>
                <a:gd name="T2" fmla="*/ 33 w 325"/>
                <a:gd name="T3" fmla="*/ 128 h 595"/>
                <a:gd name="T4" fmla="*/ 24 w 325"/>
                <a:gd name="T5" fmla="*/ 105 h 595"/>
                <a:gd name="T6" fmla="*/ 71 w 325"/>
                <a:gd name="T7" fmla="*/ 72 h 595"/>
                <a:gd name="T8" fmla="*/ 81 w 325"/>
                <a:gd name="T9" fmla="*/ 47 h 595"/>
                <a:gd name="T10" fmla="*/ 46 w 325"/>
                <a:gd name="T11" fmla="*/ 11 h 595"/>
                <a:gd name="T12" fmla="*/ 231 w 325"/>
                <a:gd name="T13" fmla="*/ 0 h 595"/>
                <a:gd name="T14" fmla="*/ 235 w 325"/>
                <a:gd name="T15" fmla="*/ 27 h 595"/>
                <a:gd name="T16" fmla="*/ 254 w 325"/>
                <a:gd name="T17" fmla="*/ 60 h 595"/>
                <a:gd name="T18" fmla="*/ 270 w 325"/>
                <a:gd name="T19" fmla="*/ 233 h 595"/>
                <a:gd name="T20" fmla="*/ 267 w 325"/>
                <a:gd name="T21" fmla="*/ 269 h 595"/>
                <a:gd name="T22" fmla="*/ 276 w 325"/>
                <a:gd name="T23" fmla="*/ 290 h 595"/>
                <a:gd name="T24" fmla="*/ 265 w 325"/>
                <a:gd name="T25" fmla="*/ 329 h 595"/>
                <a:gd name="T26" fmla="*/ 251 w 325"/>
                <a:gd name="T27" fmla="*/ 346 h 595"/>
                <a:gd name="T28" fmla="*/ 243 w 325"/>
                <a:gd name="T29" fmla="*/ 374 h 595"/>
                <a:gd name="T30" fmla="*/ 251 w 325"/>
                <a:gd name="T31" fmla="*/ 383 h 595"/>
                <a:gd name="T32" fmla="*/ 245 w 325"/>
                <a:gd name="T33" fmla="*/ 399 h 595"/>
                <a:gd name="T34" fmla="*/ 248 w 325"/>
                <a:gd name="T35" fmla="*/ 406 h 595"/>
                <a:gd name="T36" fmla="*/ 226 w 325"/>
                <a:gd name="T37" fmla="*/ 414 h 595"/>
                <a:gd name="T38" fmla="*/ 222 w 325"/>
                <a:gd name="T39" fmla="*/ 442 h 595"/>
                <a:gd name="T40" fmla="*/ 190 w 325"/>
                <a:gd name="T41" fmla="*/ 433 h 595"/>
                <a:gd name="T42" fmla="*/ 173 w 325"/>
                <a:gd name="T43" fmla="*/ 453 h 595"/>
                <a:gd name="T44" fmla="*/ 164 w 325"/>
                <a:gd name="T45" fmla="*/ 451 h 595"/>
                <a:gd name="T46" fmla="*/ 153 w 325"/>
                <a:gd name="T47" fmla="*/ 433 h 595"/>
                <a:gd name="T48" fmla="*/ 136 w 325"/>
                <a:gd name="T49" fmla="*/ 388 h 595"/>
                <a:gd name="T50" fmla="*/ 93 w 325"/>
                <a:gd name="T51" fmla="*/ 365 h 595"/>
                <a:gd name="T52" fmla="*/ 86 w 325"/>
                <a:gd name="T53" fmla="*/ 343 h 595"/>
                <a:gd name="T54" fmla="*/ 99 w 325"/>
                <a:gd name="T55" fmla="*/ 307 h 595"/>
                <a:gd name="T56" fmla="*/ 88 w 325"/>
                <a:gd name="T57" fmla="*/ 300 h 595"/>
                <a:gd name="T58" fmla="*/ 61 w 325"/>
                <a:gd name="T59" fmla="*/ 300 h 595"/>
                <a:gd name="T60" fmla="*/ 55 w 325"/>
                <a:gd name="T61" fmla="*/ 278 h 595"/>
                <a:gd name="T62" fmla="*/ 10 w 325"/>
                <a:gd name="T63" fmla="*/ 235 h 595"/>
                <a:gd name="T64" fmla="*/ 0 w 325"/>
                <a:gd name="T65" fmla="*/ 199 h 595"/>
                <a:gd name="T66" fmla="*/ 4 w 325"/>
                <a:gd name="T67" fmla="*/ 185 h 595"/>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325" h="595">
                  <a:moveTo>
                    <a:pt x="5" y="243"/>
                  </a:moveTo>
                  <a:lnTo>
                    <a:pt x="39" y="168"/>
                  </a:lnTo>
                  <a:lnTo>
                    <a:pt x="28" y="138"/>
                  </a:lnTo>
                  <a:lnTo>
                    <a:pt x="83" y="94"/>
                  </a:lnTo>
                  <a:lnTo>
                    <a:pt x="95" y="62"/>
                  </a:lnTo>
                  <a:lnTo>
                    <a:pt x="54" y="14"/>
                  </a:lnTo>
                  <a:lnTo>
                    <a:pt x="271" y="0"/>
                  </a:lnTo>
                  <a:lnTo>
                    <a:pt x="276" y="36"/>
                  </a:lnTo>
                  <a:lnTo>
                    <a:pt x="298" y="79"/>
                  </a:lnTo>
                  <a:lnTo>
                    <a:pt x="317" y="305"/>
                  </a:lnTo>
                  <a:lnTo>
                    <a:pt x="313" y="352"/>
                  </a:lnTo>
                  <a:lnTo>
                    <a:pt x="324" y="380"/>
                  </a:lnTo>
                  <a:lnTo>
                    <a:pt x="311" y="431"/>
                  </a:lnTo>
                  <a:lnTo>
                    <a:pt x="294" y="454"/>
                  </a:lnTo>
                  <a:lnTo>
                    <a:pt x="285" y="490"/>
                  </a:lnTo>
                  <a:lnTo>
                    <a:pt x="295" y="502"/>
                  </a:lnTo>
                  <a:lnTo>
                    <a:pt x="287" y="523"/>
                  </a:lnTo>
                  <a:lnTo>
                    <a:pt x="291" y="532"/>
                  </a:lnTo>
                  <a:lnTo>
                    <a:pt x="265" y="542"/>
                  </a:lnTo>
                  <a:lnTo>
                    <a:pt x="260" y="579"/>
                  </a:lnTo>
                  <a:lnTo>
                    <a:pt x="223" y="567"/>
                  </a:lnTo>
                  <a:lnTo>
                    <a:pt x="203" y="594"/>
                  </a:lnTo>
                  <a:lnTo>
                    <a:pt x="193" y="591"/>
                  </a:lnTo>
                  <a:lnTo>
                    <a:pt x="179" y="567"/>
                  </a:lnTo>
                  <a:lnTo>
                    <a:pt x="159" y="509"/>
                  </a:lnTo>
                  <a:lnTo>
                    <a:pt x="109" y="478"/>
                  </a:lnTo>
                  <a:lnTo>
                    <a:pt x="101" y="449"/>
                  </a:lnTo>
                  <a:lnTo>
                    <a:pt x="116" y="402"/>
                  </a:lnTo>
                  <a:lnTo>
                    <a:pt x="103" y="393"/>
                  </a:lnTo>
                  <a:lnTo>
                    <a:pt x="71" y="393"/>
                  </a:lnTo>
                  <a:lnTo>
                    <a:pt x="64" y="364"/>
                  </a:lnTo>
                  <a:lnTo>
                    <a:pt x="12" y="308"/>
                  </a:lnTo>
                  <a:lnTo>
                    <a:pt x="0" y="261"/>
                  </a:lnTo>
                  <a:lnTo>
                    <a:pt x="5" y="243"/>
                  </a:lnTo>
                </a:path>
              </a:pathLst>
            </a:custGeom>
            <a:solidFill>
              <a:srgbClr val="00787E"/>
            </a:solidFill>
            <a:ln w="19050" cap="rnd" cmpd="sng">
              <a:solidFill>
                <a:schemeClr val="bg1"/>
              </a:solidFill>
              <a:prstDash val="solid"/>
              <a:round/>
              <a:headEnd type="none" w="sm" len="sm"/>
              <a:tailEnd type="none" w="sm" len="sm"/>
            </a:ln>
            <a:effectLst/>
          </p:spPr>
          <p:txBody>
            <a:bodyPr lIns="182880" tIns="0" anchor="ctr"/>
            <a:lstStyle/>
            <a:p>
              <a:pPr lvl="0" algn="ctr" defTabSz="456758" fontAlgn="base">
                <a:spcBef>
                  <a:spcPts val="1200"/>
                </a:spcBef>
                <a:defRPr/>
              </a:pPr>
              <a:r>
                <a:rPr lang="en-US" sz="800" b="1" kern="0">
                  <a:solidFill>
                    <a:srgbClr val="FFFFFF"/>
                  </a:solidFill>
                  <a:ea typeface="Open Sans" charset="0"/>
                  <a:cs typeface="Arial" panose="020B0604020202020204" pitchFamily="34" charset="0"/>
                </a:rPr>
                <a:t>IL</a:t>
              </a:r>
            </a:p>
          </p:txBody>
        </p:sp>
        <p:sp>
          <p:nvSpPr>
            <p:cNvPr id="114" name="IN" descr="IN">
              <a:extLst>
                <a:ext uri="{FF2B5EF4-FFF2-40B4-BE49-F238E27FC236}">
                  <a16:creationId xmlns:a16="http://schemas.microsoft.com/office/drawing/2014/main" id="{7CB00199-C5EF-445F-B34E-213B160C6166}"/>
                </a:ext>
              </a:extLst>
            </p:cNvPr>
            <p:cNvSpPr>
              <a:spLocks noChangeAspect="1"/>
            </p:cNvSpPr>
            <p:nvPr/>
          </p:nvSpPr>
          <p:spPr bwMode="auto">
            <a:xfrm>
              <a:off x="8440959" y="2904620"/>
              <a:ext cx="426429" cy="739442"/>
            </a:xfrm>
            <a:custGeom>
              <a:avLst/>
              <a:gdLst>
                <a:gd name="T0" fmla="*/ 7 w 257"/>
                <a:gd name="T1" fmla="*/ 341 h 448"/>
                <a:gd name="T2" fmla="*/ 13 w 257"/>
                <a:gd name="T3" fmla="*/ 331 h 448"/>
                <a:gd name="T4" fmla="*/ 55 w 257"/>
                <a:gd name="T5" fmla="*/ 329 h 448"/>
                <a:gd name="T6" fmla="*/ 89 w 257"/>
                <a:gd name="T7" fmla="*/ 318 h 448"/>
                <a:gd name="T8" fmla="*/ 123 w 257"/>
                <a:gd name="T9" fmla="*/ 298 h 448"/>
                <a:gd name="T10" fmla="*/ 151 w 257"/>
                <a:gd name="T11" fmla="*/ 298 h 448"/>
                <a:gd name="T12" fmla="*/ 183 w 257"/>
                <a:gd name="T13" fmla="*/ 249 h 448"/>
                <a:gd name="T14" fmla="*/ 193 w 257"/>
                <a:gd name="T15" fmla="*/ 251 h 448"/>
                <a:gd name="T16" fmla="*/ 218 w 257"/>
                <a:gd name="T17" fmla="*/ 235 h 448"/>
                <a:gd name="T18" fmla="*/ 211 w 257"/>
                <a:gd name="T19" fmla="*/ 222 h 448"/>
                <a:gd name="T20" fmla="*/ 214 w 257"/>
                <a:gd name="T21" fmla="*/ 215 h 448"/>
                <a:gd name="T22" fmla="*/ 190 w 257"/>
                <a:gd name="T23" fmla="*/ 5 h 448"/>
                <a:gd name="T24" fmla="*/ 187 w 257"/>
                <a:gd name="T25" fmla="*/ 0 h 448"/>
                <a:gd name="T26" fmla="*/ 57 w 257"/>
                <a:gd name="T27" fmla="*/ 13 h 448"/>
                <a:gd name="T28" fmla="*/ 32 w 257"/>
                <a:gd name="T29" fmla="*/ 25 h 448"/>
                <a:gd name="T30" fmla="*/ 11 w 257"/>
                <a:gd name="T31" fmla="*/ 19 h 448"/>
                <a:gd name="T32" fmla="*/ 26 w 257"/>
                <a:gd name="T33" fmla="*/ 192 h 448"/>
                <a:gd name="T34" fmla="*/ 24 w 257"/>
                <a:gd name="T35" fmla="*/ 227 h 448"/>
                <a:gd name="T36" fmla="*/ 32 w 257"/>
                <a:gd name="T37" fmla="*/ 249 h 448"/>
                <a:gd name="T38" fmla="*/ 22 w 257"/>
                <a:gd name="T39" fmla="*/ 288 h 448"/>
                <a:gd name="T40" fmla="*/ 8 w 257"/>
                <a:gd name="T41" fmla="*/ 305 h 448"/>
                <a:gd name="T42" fmla="*/ 0 w 257"/>
                <a:gd name="T43" fmla="*/ 333 h 448"/>
                <a:gd name="T44" fmla="*/ 7 w 257"/>
                <a:gd name="T45" fmla="*/ 341 h 448"/>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257" h="448">
                  <a:moveTo>
                    <a:pt x="8" y="447"/>
                  </a:moveTo>
                  <a:lnTo>
                    <a:pt x="15" y="434"/>
                  </a:lnTo>
                  <a:lnTo>
                    <a:pt x="65" y="431"/>
                  </a:lnTo>
                  <a:lnTo>
                    <a:pt x="104" y="417"/>
                  </a:lnTo>
                  <a:lnTo>
                    <a:pt x="144" y="391"/>
                  </a:lnTo>
                  <a:lnTo>
                    <a:pt x="177" y="391"/>
                  </a:lnTo>
                  <a:lnTo>
                    <a:pt x="215" y="326"/>
                  </a:lnTo>
                  <a:lnTo>
                    <a:pt x="227" y="329"/>
                  </a:lnTo>
                  <a:lnTo>
                    <a:pt x="256" y="308"/>
                  </a:lnTo>
                  <a:lnTo>
                    <a:pt x="248" y="291"/>
                  </a:lnTo>
                  <a:lnTo>
                    <a:pt x="251" y="281"/>
                  </a:lnTo>
                  <a:lnTo>
                    <a:pt x="223" y="6"/>
                  </a:lnTo>
                  <a:lnTo>
                    <a:pt x="220" y="0"/>
                  </a:lnTo>
                  <a:lnTo>
                    <a:pt x="67" y="17"/>
                  </a:lnTo>
                  <a:lnTo>
                    <a:pt x="38" y="33"/>
                  </a:lnTo>
                  <a:lnTo>
                    <a:pt x="13" y="25"/>
                  </a:lnTo>
                  <a:lnTo>
                    <a:pt x="31" y="251"/>
                  </a:lnTo>
                  <a:lnTo>
                    <a:pt x="28" y="298"/>
                  </a:lnTo>
                  <a:lnTo>
                    <a:pt x="38" y="326"/>
                  </a:lnTo>
                  <a:lnTo>
                    <a:pt x="26" y="377"/>
                  </a:lnTo>
                  <a:lnTo>
                    <a:pt x="9" y="400"/>
                  </a:lnTo>
                  <a:lnTo>
                    <a:pt x="0" y="436"/>
                  </a:lnTo>
                  <a:lnTo>
                    <a:pt x="8" y="447"/>
                  </a:lnTo>
                </a:path>
              </a:pathLst>
            </a:custGeom>
            <a:solidFill>
              <a:srgbClr val="00787E"/>
            </a:solidFill>
            <a:ln w="19050" cap="rnd" cmpd="sng">
              <a:solidFill>
                <a:schemeClr val="bg1"/>
              </a:solidFill>
              <a:prstDash val="solid"/>
              <a:round/>
              <a:headEnd type="none" w="sm" len="sm"/>
              <a:tailEnd type="none" w="sm" len="sm"/>
            </a:ln>
            <a:effectLst/>
          </p:spPr>
          <p:txBody>
            <a:bodyPr anchor="ctr"/>
            <a:lstStyle/>
            <a:p>
              <a:pPr lvl="0" algn="ctr" defTabSz="456758" fontAlgn="base">
                <a:spcBef>
                  <a:spcPts val="1200"/>
                </a:spcBef>
                <a:defRPr/>
              </a:pPr>
              <a:r>
                <a:rPr lang="en-US" sz="800" b="1" kern="0">
                  <a:solidFill>
                    <a:srgbClr val="FFFFFF"/>
                  </a:solidFill>
                  <a:ea typeface="Open Sans" charset="0"/>
                  <a:cs typeface="Arial" panose="020B0604020202020204" pitchFamily="34" charset="0"/>
                </a:rPr>
                <a:t>IN</a:t>
              </a:r>
            </a:p>
          </p:txBody>
        </p:sp>
        <p:sp>
          <p:nvSpPr>
            <p:cNvPr id="115" name="NY" descr="NY">
              <a:extLst>
                <a:ext uri="{FF2B5EF4-FFF2-40B4-BE49-F238E27FC236}">
                  <a16:creationId xmlns:a16="http://schemas.microsoft.com/office/drawing/2014/main" id="{64EDF33F-C3E1-49CA-80BE-9722EE253636}"/>
                </a:ext>
              </a:extLst>
            </p:cNvPr>
            <p:cNvSpPr>
              <a:spLocks noChangeAspect="1"/>
            </p:cNvSpPr>
            <p:nvPr/>
          </p:nvSpPr>
          <p:spPr bwMode="auto">
            <a:xfrm>
              <a:off x="9358369" y="2012114"/>
              <a:ext cx="1111230" cy="886342"/>
            </a:xfrm>
            <a:custGeom>
              <a:avLst/>
              <a:gdLst>
                <a:gd name="connsiteX0" fmla="*/ 1050374 w 1111230"/>
                <a:gd name="connsiteY0" fmla="*/ 717884 h 886342"/>
                <a:gd name="connsiteX1" fmla="*/ 1016366 w 1111230"/>
                <a:gd name="connsiteY1" fmla="*/ 773420 h 886342"/>
                <a:gd name="connsiteX2" fmla="*/ 1030685 w 1111230"/>
                <a:gd name="connsiteY2" fmla="*/ 773420 h 886342"/>
                <a:gd name="connsiteX3" fmla="*/ 1052164 w 1111230"/>
                <a:gd name="connsiteY3" fmla="*/ 743801 h 886342"/>
                <a:gd name="connsiteX4" fmla="*/ 1057533 w 1111230"/>
                <a:gd name="connsiteY4" fmla="*/ 745652 h 886342"/>
                <a:gd name="connsiteX5" fmla="*/ 1104071 w 1111230"/>
                <a:gd name="connsiteY5" fmla="*/ 717884 h 886342"/>
                <a:gd name="connsiteX6" fmla="*/ 1111230 w 1111230"/>
                <a:gd name="connsiteY6" fmla="*/ 727140 h 886342"/>
                <a:gd name="connsiteX7" fmla="*/ 1057533 w 1111230"/>
                <a:gd name="connsiteY7" fmla="*/ 773420 h 886342"/>
                <a:gd name="connsiteX8" fmla="*/ 955509 w 1111230"/>
                <a:gd name="connsiteY8" fmla="*/ 851169 h 886342"/>
                <a:gd name="connsiteX9" fmla="*/ 950140 w 1111230"/>
                <a:gd name="connsiteY9" fmla="*/ 847467 h 886342"/>
                <a:gd name="connsiteX10" fmla="*/ 1018156 w 1111230"/>
                <a:gd name="connsiteY10" fmla="*/ 795634 h 886342"/>
                <a:gd name="connsiteX11" fmla="*/ 953719 w 1111230"/>
                <a:gd name="connsiteY11" fmla="*/ 827104 h 886342"/>
                <a:gd name="connsiteX12" fmla="*/ 857065 w 1111230"/>
                <a:gd name="connsiteY12" fmla="*/ 886342 h 886342"/>
                <a:gd name="connsiteX13" fmla="*/ 839166 w 1111230"/>
                <a:gd name="connsiteY13" fmla="*/ 869681 h 886342"/>
                <a:gd name="connsiteX14" fmla="*/ 848115 w 1111230"/>
                <a:gd name="connsiteY14" fmla="*/ 847467 h 886342"/>
                <a:gd name="connsiteX15" fmla="*/ 867804 w 1111230"/>
                <a:gd name="connsiteY15" fmla="*/ 838211 h 886342"/>
                <a:gd name="connsiteX16" fmla="*/ 891073 w 1111230"/>
                <a:gd name="connsiteY16" fmla="*/ 806741 h 886342"/>
                <a:gd name="connsiteX17" fmla="*/ 1014576 w 1111230"/>
                <a:gd name="connsiteY17" fmla="*/ 760461 h 886342"/>
                <a:gd name="connsiteX18" fmla="*/ 742200 w 1111230"/>
                <a:gd name="connsiteY18" fmla="*/ 0 h 886342"/>
                <a:gd name="connsiteX19" fmla="*/ 779757 w 1111230"/>
                <a:gd name="connsiteY19" fmla="*/ 141747 h 886342"/>
                <a:gd name="connsiteX20" fmla="*/ 790487 w 1111230"/>
                <a:gd name="connsiteY20" fmla="*/ 234355 h 886342"/>
                <a:gd name="connsiteX21" fmla="*/ 849505 w 1111230"/>
                <a:gd name="connsiteY21" fmla="*/ 440360 h 886342"/>
                <a:gd name="connsiteX22" fmla="*/ 851294 w 1111230"/>
                <a:gd name="connsiteY22" fmla="*/ 582107 h 886342"/>
                <a:gd name="connsiteX23" fmla="*/ 874544 w 1111230"/>
                <a:gd name="connsiteY23" fmla="*/ 716294 h 886342"/>
                <a:gd name="connsiteX24" fmla="*/ 870967 w 1111230"/>
                <a:gd name="connsiteY24" fmla="*/ 788112 h 886342"/>
                <a:gd name="connsiteX25" fmla="*/ 851294 w 1111230"/>
                <a:gd name="connsiteY25" fmla="*/ 841031 h 886342"/>
                <a:gd name="connsiteX26" fmla="*/ 840563 w 1111230"/>
                <a:gd name="connsiteY26" fmla="*/ 803232 h 886342"/>
                <a:gd name="connsiteX27" fmla="*/ 715373 w 1111230"/>
                <a:gd name="connsiteY27" fmla="*/ 757873 h 886342"/>
                <a:gd name="connsiteX28" fmla="*/ 659932 w 1111230"/>
                <a:gd name="connsiteY28" fmla="*/ 723854 h 886342"/>
                <a:gd name="connsiteX29" fmla="*/ 597337 w 1111230"/>
                <a:gd name="connsiteY29" fmla="*/ 653925 h 886342"/>
                <a:gd name="connsiteX30" fmla="*/ 28615 w 1111230"/>
                <a:gd name="connsiteY30" fmla="*/ 771103 h 886342"/>
                <a:gd name="connsiteX31" fmla="*/ 0 w 1111230"/>
                <a:gd name="connsiteY31" fmla="*/ 723854 h 886342"/>
                <a:gd name="connsiteX32" fmla="*/ 76903 w 1111230"/>
                <a:gd name="connsiteY32" fmla="*/ 644476 h 886342"/>
                <a:gd name="connsiteX33" fmla="*/ 85845 w 1111230"/>
                <a:gd name="connsiteY33" fmla="*/ 616126 h 886342"/>
                <a:gd name="connsiteX34" fmla="*/ 103729 w 1111230"/>
                <a:gd name="connsiteY34" fmla="*/ 601007 h 886342"/>
                <a:gd name="connsiteX35" fmla="*/ 94787 w 1111230"/>
                <a:gd name="connsiteY35" fmla="*/ 566987 h 886342"/>
                <a:gd name="connsiteX36" fmla="*/ 84056 w 1111230"/>
                <a:gd name="connsiteY36" fmla="*/ 566987 h 886342"/>
                <a:gd name="connsiteX37" fmla="*/ 69749 w 1111230"/>
                <a:gd name="connsiteY37" fmla="*/ 540528 h 886342"/>
                <a:gd name="connsiteX38" fmla="*/ 69749 w 1111230"/>
                <a:gd name="connsiteY38" fmla="*/ 502729 h 886342"/>
                <a:gd name="connsiteX39" fmla="*/ 139498 w 1111230"/>
                <a:gd name="connsiteY39" fmla="*/ 470600 h 886342"/>
                <a:gd name="connsiteX40" fmla="*/ 234285 w 1111230"/>
                <a:gd name="connsiteY40" fmla="*/ 461150 h 886342"/>
                <a:gd name="connsiteX41" fmla="*/ 266476 w 1111230"/>
                <a:gd name="connsiteY41" fmla="*/ 474379 h 886342"/>
                <a:gd name="connsiteX42" fmla="*/ 287938 w 1111230"/>
                <a:gd name="connsiteY42" fmla="*/ 457370 h 886342"/>
                <a:gd name="connsiteX43" fmla="*/ 371994 w 1111230"/>
                <a:gd name="connsiteY43" fmla="*/ 430910 h 886342"/>
                <a:gd name="connsiteX44" fmla="*/ 427435 w 1111230"/>
                <a:gd name="connsiteY44" fmla="*/ 370432 h 886342"/>
                <a:gd name="connsiteX45" fmla="*/ 425647 w 1111230"/>
                <a:gd name="connsiteY45" fmla="*/ 347752 h 886342"/>
                <a:gd name="connsiteX46" fmla="*/ 407763 w 1111230"/>
                <a:gd name="connsiteY46" fmla="*/ 319403 h 886342"/>
                <a:gd name="connsiteX47" fmla="*/ 416705 w 1111230"/>
                <a:gd name="connsiteY47" fmla="*/ 313733 h 886342"/>
                <a:gd name="connsiteX48" fmla="*/ 405974 w 1111230"/>
                <a:gd name="connsiteY48" fmla="*/ 292944 h 886342"/>
                <a:gd name="connsiteX49" fmla="*/ 389878 w 1111230"/>
                <a:gd name="connsiteY49" fmla="*/ 268374 h 886342"/>
                <a:gd name="connsiteX50" fmla="*/ 448897 w 1111230"/>
                <a:gd name="connsiteY50" fmla="*/ 196556 h 886342"/>
                <a:gd name="connsiteX51" fmla="*/ 452473 w 1111230"/>
                <a:gd name="connsiteY51" fmla="*/ 164426 h 886342"/>
                <a:gd name="connsiteX52" fmla="*/ 556203 w 1111230"/>
                <a:gd name="connsiteY52" fmla="*/ 45359 h 886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1111230" h="886342">
                  <a:moveTo>
                    <a:pt x="1050374" y="717884"/>
                  </a:moveTo>
                  <a:lnTo>
                    <a:pt x="1016366" y="773420"/>
                  </a:lnTo>
                  <a:lnTo>
                    <a:pt x="1030685" y="773420"/>
                  </a:lnTo>
                  <a:lnTo>
                    <a:pt x="1052164" y="743801"/>
                  </a:lnTo>
                  <a:lnTo>
                    <a:pt x="1057533" y="745652"/>
                  </a:lnTo>
                  <a:lnTo>
                    <a:pt x="1104071" y="717884"/>
                  </a:lnTo>
                  <a:lnTo>
                    <a:pt x="1111230" y="727140"/>
                  </a:lnTo>
                  <a:lnTo>
                    <a:pt x="1057533" y="773420"/>
                  </a:lnTo>
                  <a:lnTo>
                    <a:pt x="955509" y="851169"/>
                  </a:lnTo>
                  <a:lnTo>
                    <a:pt x="950140" y="847467"/>
                  </a:lnTo>
                  <a:lnTo>
                    <a:pt x="1018156" y="795634"/>
                  </a:lnTo>
                  <a:lnTo>
                    <a:pt x="953719" y="827104"/>
                  </a:lnTo>
                  <a:lnTo>
                    <a:pt x="857065" y="886342"/>
                  </a:lnTo>
                  <a:lnTo>
                    <a:pt x="839166" y="869681"/>
                  </a:lnTo>
                  <a:lnTo>
                    <a:pt x="848115" y="847467"/>
                  </a:lnTo>
                  <a:lnTo>
                    <a:pt x="867804" y="838211"/>
                  </a:lnTo>
                  <a:lnTo>
                    <a:pt x="891073" y="806741"/>
                  </a:lnTo>
                  <a:lnTo>
                    <a:pt x="1014576" y="760461"/>
                  </a:lnTo>
                  <a:close/>
                  <a:moveTo>
                    <a:pt x="742200" y="0"/>
                  </a:moveTo>
                  <a:lnTo>
                    <a:pt x="779757" y="141747"/>
                  </a:lnTo>
                  <a:lnTo>
                    <a:pt x="790487" y="234355"/>
                  </a:lnTo>
                  <a:lnTo>
                    <a:pt x="849505" y="440360"/>
                  </a:lnTo>
                  <a:lnTo>
                    <a:pt x="851294" y="582107"/>
                  </a:lnTo>
                  <a:lnTo>
                    <a:pt x="874544" y="716294"/>
                  </a:lnTo>
                  <a:lnTo>
                    <a:pt x="870967" y="788112"/>
                  </a:lnTo>
                  <a:lnTo>
                    <a:pt x="851294" y="841031"/>
                  </a:lnTo>
                  <a:lnTo>
                    <a:pt x="840563" y="803232"/>
                  </a:lnTo>
                  <a:lnTo>
                    <a:pt x="715373" y="757873"/>
                  </a:lnTo>
                  <a:lnTo>
                    <a:pt x="659932" y="723854"/>
                  </a:lnTo>
                  <a:lnTo>
                    <a:pt x="597337" y="653925"/>
                  </a:lnTo>
                  <a:lnTo>
                    <a:pt x="28615" y="771103"/>
                  </a:lnTo>
                  <a:lnTo>
                    <a:pt x="0" y="723854"/>
                  </a:lnTo>
                  <a:lnTo>
                    <a:pt x="76903" y="644476"/>
                  </a:lnTo>
                  <a:lnTo>
                    <a:pt x="85845" y="616126"/>
                  </a:lnTo>
                  <a:lnTo>
                    <a:pt x="103729" y="601007"/>
                  </a:lnTo>
                  <a:lnTo>
                    <a:pt x="94787" y="566987"/>
                  </a:lnTo>
                  <a:lnTo>
                    <a:pt x="84056" y="566987"/>
                  </a:lnTo>
                  <a:lnTo>
                    <a:pt x="69749" y="540528"/>
                  </a:lnTo>
                  <a:lnTo>
                    <a:pt x="69749" y="502729"/>
                  </a:lnTo>
                  <a:lnTo>
                    <a:pt x="139498" y="470600"/>
                  </a:lnTo>
                  <a:lnTo>
                    <a:pt x="234285" y="461150"/>
                  </a:lnTo>
                  <a:lnTo>
                    <a:pt x="266476" y="474379"/>
                  </a:lnTo>
                  <a:lnTo>
                    <a:pt x="287938" y="457370"/>
                  </a:lnTo>
                  <a:lnTo>
                    <a:pt x="371994" y="430910"/>
                  </a:lnTo>
                  <a:lnTo>
                    <a:pt x="427435" y="370432"/>
                  </a:lnTo>
                  <a:lnTo>
                    <a:pt x="425647" y="347752"/>
                  </a:lnTo>
                  <a:lnTo>
                    <a:pt x="407763" y="319403"/>
                  </a:lnTo>
                  <a:lnTo>
                    <a:pt x="416705" y="313733"/>
                  </a:lnTo>
                  <a:lnTo>
                    <a:pt x="405974" y="292944"/>
                  </a:lnTo>
                  <a:lnTo>
                    <a:pt x="389878" y="268374"/>
                  </a:lnTo>
                  <a:lnTo>
                    <a:pt x="448897" y="196556"/>
                  </a:lnTo>
                  <a:lnTo>
                    <a:pt x="452473" y="164426"/>
                  </a:lnTo>
                  <a:lnTo>
                    <a:pt x="556203" y="45359"/>
                  </a:lnTo>
                  <a:close/>
                </a:path>
              </a:pathLst>
            </a:custGeom>
            <a:solidFill>
              <a:srgbClr val="00787E"/>
            </a:solidFill>
            <a:ln w="19050" cap="rnd" cmpd="sng">
              <a:solidFill>
                <a:schemeClr val="bg1"/>
              </a:solidFill>
              <a:prstDash val="solid"/>
              <a:round/>
              <a:headEnd type="none" w="sm" len="sm"/>
              <a:tailEnd type="none" w="sm" len="sm"/>
            </a:ln>
            <a:effectLst/>
          </p:spPr>
          <p:txBody>
            <a:bodyPr wrap="square" lIns="91440" bIns="0" anchor="ctr">
              <a:noAutofit/>
            </a:bodyPr>
            <a:lstStyle/>
            <a:p>
              <a:pPr lvl="0" algn="ctr" defTabSz="456758" fontAlgn="base">
                <a:spcBef>
                  <a:spcPts val="1200"/>
                </a:spcBef>
                <a:defRPr/>
              </a:pPr>
              <a:r>
                <a:rPr lang="en-US" sz="800" b="1" kern="0">
                  <a:solidFill>
                    <a:srgbClr val="FFFFFF"/>
                  </a:solidFill>
                  <a:ea typeface="Open Sans" charset="0"/>
                  <a:cs typeface="Arial" panose="020B0604020202020204" pitchFamily="34" charset="0"/>
                </a:rPr>
                <a:t>NY</a:t>
              </a:r>
            </a:p>
          </p:txBody>
        </p:sp>
        <p:sp>
          <p:nvSpPr>
            <p:cNvPr id="116" name="VT" descr="VT">
              <a:extLst>
                <a:ext uri="{FF2B5EF4-FFF2-40B4-BE49-F238E27FC236}">
                  <a16:creationId xmlns:a16="http://schemas.microsoft.com/office/drawing/2014/main" id="{75A2509A-65F4-400C-8945-3CD472FF5C4A}"/>
                </a:ext>
              </a:extLst>
            </p:cNvPr>
            <p:cNvSpPr>
              <a:spLocks noChangeAspect="1"/>
            </p:cNvSpPr>
            <p:nvPr/>
          </p:nvSpPr>
          <p:spPr bwMode="auto">
            <a:xfrm>
              <a:off x="10099730" y="1951752"/>
              <a:ext cx="240600" cy="504459"/>
            </a:xfrm>
            <a:custGeom>
              <a:avLst/>
              <a:gdLst>
                <a:gd name="T0" fmla="*/ 18 w 133"/>
                <a:gd name="T1" fmla="*/ 95 h 268"/>
                <a:gd name="T2" fmla="*/ 24 w 133"/>
                <a:gd name="T3" fmla="*/ 137 h 268"/>
                <a:gd name="T4" fmla="*/ 55 w 133"/>
                <a:gd name="T5" fmla="*/ 233 h 268"/>
                <a:gd name="T6" fmla="*/ 109 w 133"/>
                <a:gd name="T7" fmla="*/ 221 h 268"/>
                <a:gd name="T8" fmla="*/ 105 w 133"/>
                <a:gd name="T9" fmla="*/ 84 h 268"/>
                <a:gd name="T10" fmla="*/ 119 w 133"/>
                <a:gd name="T11" fmla="*/ 58 h 268"/>
                <a:gd name="T12" fmla="*/ 121 w 133"/>
                <a:gd name="T13" fmla="*/ 0 h 268"/>
                <a:gd name="T14" fmla="*/ 0 w 133"/>
                <a:gd name="T15" fmla="*/ 29 h 268"/>
                <a:gd name="T16" fmla="*/ 18 w 133"/>
                <a:gd name="T17" fmla="*/ 95 h 26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33" h="268">
                  <a:moveTo>
                    <a:pt x="20" y="109"/>
                  </a:moveTo>
                  <a:lnTo>
                    <a:pt x="26" y="157"/>
                  </a:lnTo>
                  <a:lnTo>
                    <a:pt x="60" y="267"/>
                  </a:lnTo>
                  <a:lnTo>
                    <a:pt x="119" y="253"/>
                  </a:lnTo>
                  <a:lnTo>
                    <a:pt x="115" y="96"/>
                  </a:lnTo>
                  <a:lnTo>
                    <a:pt x="130" y="66"/>
                  </a:lnTo>
                  <a:lnTo>
                    <a:pt x="132" y="0"/>
                  </a:lnTo>
                  <a:lnTo>
                    <a:pt x="0" y="33"/>
                  </a:lnTo>
                  <a:lnTo>
                    <a:pt x="20" y="109"/>
                  </a:lnTo>
                </a:path>
              </a:pathLst>
            </a:custGeom>
            <a:solidFill>
              <a:srgbClr val="00787E"/>
            </a:solidFill>
            <a:ln w="19050" cap="rnd" cmpd="sng">
              <a:solidFill>
                <a:schemeClr val="bg1"/>
              </a:solidFill>
              <a:prstDash val="solid"/>
              <a:round/>
              <a:headEnd type="none" w="sm" len="sm"/>
              <a:tailEnd type="none" w="sm" len="sm"/>
            </a:ln>
            <a:effectLst/>
          </p:spPr>
          <p:txBody>
            <a:bodyPr lIns="0" tIns="182880" rIns="0" bIns="91440"/>
            <a:lstStyle/>
            <a:p>
              <a:pPr lvl="0" algn="ctr" defTabSz="456758" fontAlgn="base">
                <a:spcBef>
                  <a:spcPts val="1200"/>
                </a:spcBef>
                <a:defRPr/>
              </a:pPr>
              <a:r>
                <a:rPr lang="en-US" sz="800" b="1" kern="0">
                  <a:solidFill>
                    <a:srgbClr val="FFFFFF"/>
                  </a:solidFill>
                  <a:ea typeface="Open Sans" charset="0"/>
                  <a:cs typeface="Arial" panose="020B0604020202020204" pitchFamily="34" charset="0"/>
                </a:rPr>
                <a:t>VT</a:t>
              </a:r>
            </a:p>
          </p:txBody>
        </p:sp>
        <p:sp>
          <p:nvSpPr>
            <p:cNvPr id="117" name="NH" descr="NH">
              <a:extLst>
                <a:ext uri="{FF2B5EF4-FFF2-40B4-BE49-F238E27FC236}">
                  <a16:creationId xmlns:a16="http://schemas.microsoft.com/office/drawing/2014/main" id="{161078B7-902C-4B2E-9E1D-BAF90B369E5F}"/>
                </a:ext>
              </a:extLst>
            </p:cNvPr>
            <p:cNvSpPr>
              <a:spLocks noChangeAspect="1"/>
            </p:cNvSpPr>
            <p:nvPr/>
          </p:nvSpPr>
          <p:spPr bwMode="auto">
            <a:xfrm>
              <a:off x="10307076" y="1876299"/>
              <a:ext cx="222996" cy="556199"/>
            </a:xfrm>
            <a:custGeom>
              <a:avLst/>
              <a:gdLst>
                <a:gd name="T0" fmla="*/ 0 w 125"/>
                <a:gd name="T1" fmla="*/ 118 h 294"/>
                <a:gd name="T2" fmla="*/ 14 w 125"/>
                <a:gd name="T3" fmla="*/ 92 h 294"/>
                <a:gd name="T4" fmla="*/ 15 w 125"/>
                <a:gd name="T5" fmla="*/ 33 h 294"/>
                <a:gd name="T6" fmla="*/ 14 w 125"/>
                <a:gd name="T7" fmla="*/ 11 h 294"/>
                <a:gd name="T8" fmla="*/ 36 w 125"/>
                <a:gd name="T9" fmla="*/ 0 h 294"/>
                <a:gd name="T10" fmla="*/ 88 w 125"/>
                <a:gd name="T11" fmla="*/ 159 h 294"/>
                <a:gd name="T12" fmla="*/ 113 w 125"/>
                <a:gd name="T13" fmla="*/ 193 h 294"/>
                <a:gd name="T14" fmla="*/ 111 w 125"/>
                <a:gd name="T15" fmla="*/ 216 h 294"/>
                <a:gd name="T16" fmla="*/ 88 w 125"/>
                <a:gd name="T17" fmla="*/ 234 h 294"/>
                <a:gd name="T18" fmla="*/ 4 w 125"/>
                <a:gd name="T19" fmla="*/ 256 h 294"/>
                <a:gd name="T20" fmla="*/ 0 w 125"/>
                <a:gd name="T21" fmla="*/ 118 h 29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25" h="294">
                  <a:moveTo>
                    <a:pt x="0" y="135"/>
                  </a:moveTo>
                  <a:lnTo>
                    <a:pt x="15" y="105"/>
                  </a:lnTo>
                  <a:lnTo>
                    <a:pt x="16" y="38"/>
                  </a:lnTo>
                  <a:lnTo>
                    <a:pt x="15" y="13"/>
                  </a:lnTo>
                  <a:lnTo>
                    <a:pt x="39" y="0"/>
                  </a:lnTo>
                  <a:lnTo>
                    <a:pt x="96" y="182"/>
                  </a:lnTo>
                  <a:lnTo>
                    <a:pt x="124" y="221"/>
                  </a:lnTo>
                  <a:lnTo>
                    <a:pt x="122" y="247"/>
                  </a:lnTo>
                  <a:lnTo>
                    <a:pt x="96" y="268"/>
                  </a:lnTo>
                  <a:lnTo>
                    <a:pt x="4" y="293"/>
                  </a:lnTo>
                  <a:lnTo>
                    <a:pt x="0" y="135"/>
                  </a:lnTo>
                </a:path>
              </a:pathLst>
            </a:custGeom>
            <a:solidFill>
              <a:srgbClr val="00787E"/>
            </a:solidFill>
            <a:ln w="19050" cap="rnd" cmpd="sng">
              <a:solidFill>
                <a:schemeClr val="bg1"/>
              </a:solidFill>
              <a:prstDash val="solid"/>
              <a:round/>
              <a:headEnd type="none" w="sm" len="sm"/>
              <a:tailEnd type="none" w="sm" len="sm"/>
            </a:ln>
            <a:effectLst/>
          </p:spPr>
          <p:txBody>
            <a:bodyPr lIns="0" tIns="320040" rIns="45720" bIns="0"/>
            <a:lstStyle/>
            <a:p>
              <a:pPr lvl="0" algn="ctr" defTabSz="456758" fontAlgn="base">
                <a:spcBef>
                  <a:spcPts val="1200"/>
                </a:spcBef>
                <a:defRPr/>
              </a:pPr>
              <a:r>
                <a:rPr lang="en-US" sz="800" b="1" kern="0">
                  <a:solidFill>
                    <a:srgbClr val="FFFFFF"/>
                  </a:solidFill>
                  <a:ea typeface="Open Sans" charset="0"/>
                  <a:cs typeface="Arial" panose="020B0604020202020204" pitchFamily="34" charset="0"/>
                </a:rPr>
                <a:t>NH</a:t>
              </a:r>
            </a:p>
          </p:txBody>
        </p:sp>
        <p:sp>
          <p:nvSpPr>
            <p:cNvPr id="186" name="ME" descr="ME">
              <a:extLst>
                <a:ext uri="{FF2B5EF4-FFF2-40B4-BE49-F238E27FC236}">
                  <a16:creationId xmlns:a16="http://schemas.microsoft.com/office/drawing/2014/main" id="{CA36F794-238C-40CB-BF42-5A2751F66BCC}"/>
                </a:ext>
              </a:extLst>
            </p:cNvPr>
            <p:cNvSpPr>
              <a:spLocks noChangeAspect="1"/>
            </p:cNvSpPr>
            <p:nvPr/>
          </p:nvSpPr>
          <p:spPr bwMode="auto">
            <a:xfrm>
              <a:off x="10379452" y="1389086"/>
              <a:ext cx="539883" cy="907595"/>
            </a:xfrm>
            <a:custGeom>
              <a:avLst/>
              <a:gdLst>
                <a:gd name="T0" fmla="*/ 0 w 303"/>
                <a:gd name="T1" fmla="*/ 227 h 483"/>
                <a:gd name="T2" fmla="*/ 16 w 303"/>
                <a:gd name="T3" fmla="*/ 227 h 483"/>
                <a:gd name="T4" fmla="*/ 17 w 303"/>
                <a:gd name="T5" fmla="*/ 200 h 483"/>
                <a:gd name="T6" fmla="*/ 37 w 303"/>
                <a:gd name="T7" fmla="*/ 163 h 483"/>
                <a:gd name="T8" fmla="*/ 28 w 303"/>
                <a:gd name="T9" fmla="*/ 135 h 483"/>
                <a:gd name="T10" fmla="*/ 67 w 303"/>
                <a:gd name="T11" fmla="*/ 3 h 483"/>
                <a:gd name="T12" fmla="*/ 76 w 303"/>
                <a:gd name="T13" fmla="*/ 3 h 483"/>
                <a:gd name="T14" fmla="*/ 80 w 303"/>
                <a:gd name="T15" fmla="*/ 20 h 483"/>
                <a:gd name="T16" fmla="*/ 119 w 303"/>
                <a:gd name="T17" fmla="*/ 6 h 483"/>
                <a:gd name="T18" fmla="*/ 119 w 303"/>
                <a:gd name="T19" fmla="*/ 0 h 483"/>
                <a:gd name="T20" fmla="*/ 151 w 303"/>
                <a:gd name="T21" fmla="*/ 6 h 483"/>
                <a:gd name="T22" fmla="*/ 203 w 303"/>
                <a:gd name="T23" fmla="*/ 137 h 483"/>
                <a:gd name="T24" fmla="*/ 226 w 303"/>
                <a:gd name="T25" fmla="*/ 138 h 483"/>
                <a:gd name="T26" fmla="*/ 268 w 303"/>
                <a:gd name="T27" fmla="*/ 187 h 483"/>
                <a:gd name="T28" fmla="*/ 261 w 303"/>
                <a:gd name="T29" fmla="*/ 195 h 483"/>
                <a:gd name="T30" fmla="*/ 276 w 303"/>
                <a:gd name="T31" fmla="*/ 195 h 483"/>
                <a:gd name="T32" fmla="*/ 266 w 303"/>
                <a:gd name="T33" fmla="*/ 219 h 483"/>
                <a:gd name="T34" fmla="*/ 245 w 303"/>
                <a:gd name="T35" fmla="*/ 234 h 483"/>
                <a:gd name="T36" fmla="*/ 221 w 303"/>
                <a:gd name="T37" fmla="*/ 246 h 483"/>
                <a:gd name="T38" fmla="*/ 218 w 303"/>
                <a:gd name="T39" fmla="*/ 261 h 483"/>
                <a:gd name="T40" fmla="*/ 207 w 303"/>
                <a:gd name="T41" fmla="*/ 248 h 483"/>
                <a:gd name="T42" fmla="*/ 185 w 303"/>
                <a:gd name="T43" fmla="*/ 264 h 483"/>
                <a:gd name="T44" fmla="*/ 176 w 303"/>
                <a:gd name="T45" fmla="*/ 264 h 483"/>
                <a:gd name="T46" fmla="*/ 166 w 303"/>
                <a:gd name="T47" fmla="*/ 255 h 483"/>
                <a:gd name="T48" fmla="*/ 160 w 303"/>
                <a:gd name="T49" fmla="*/ 305 h 483"/>
                <a:gd name="T50" fmla="*/ 141 w 303"/>
                <a:gd name="T51" fmla="*/ 313 h 483"/>
                <a:gd name="T52" fmla="*/ 132 w 303"/>
                <a:gd name="T53" fmla="*/ 332 h 483"/>
                <a:gd name="T54" fmla="*/ 119 w 303"/>
                <a:gd name="T55" fmla="*/ 332 h 483"/>
                <a:gd name="T56" fmla="*/ 91 w 303"/>
                <a:gd name="T57" fmla="*/ 362 h 483"/>
                <a:gd name="T58" fmla="*/ 91 w 303"/>
                <a:gd name="T59" fmla="*/ 385 h 483"/>
                <a:gd name="T60" fmla="*/ 84 w 303"/>
                <a:gd name="T61" fmla="*/ 395 h 483"/>
                <a:gd name="T62" fmla="*/ 77 w 303"/>
                <a:gd name="T63" fmla="*/ 420 h 483"/>
                <a:gd name="T64" fmla="*/ 52 w 303"/>
                <a:gd name="T65" fmla="*/ 385 h 483"/>
                <a:gd name="T66" fmla="*/ 0 w 303"/>
                <a:gd name="T67" fmla="*/ 227 h 48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303" h="483">
                  <a:moveTo>
                    <a:pt x="0" y="260"/>
                  </a:moveTo>
                  <a:lnTo>
                    <a:pt x="18" y="261"/>
                  </a:lnTo>
                  <a:lnTo>
                    <a:pt x="19" y="230"/>
                  </a:lnTo>
                  <a:lnTo>
                    <a:pt x="41" y="187"/>
                  </a:lnTo>
                  <a:lnTo>
                    <a:pt x="31" y="155"/>
                  </a:lnTo>
                  <a:lnTo>
                    <a:pt x="73" y="4"/>
                  </a:lnTo>
                  <a:lnTo>
                    <a:pt x="83" y="4"/>
                  </a:lnTo>
                  <a:lnTo>
                    <a:pt x="87" y="23"/>
                  </a:lnTo>
                  <a:lnTo>
                    <a:pt x="130" y="7"/>
                  </a:lnTo>
                  <a:lnTo>
                    <a:pt x="130" y="0"/>
                  </a:lnTo>
                  <a:lnTo>
                    <a:pt x="165" y="7"/>
                  </a:lnTo>
                  <a:lnTo>
                    <a:pt x="222" y="157"/>
                  </a:lnTo>
                  <a:lnTo>
                    <a:pt x="247" y="158"/>
                  </a:lnTo>
                  <a:lnTo>
                    <a:pt x="293" y="214"/>
                  </a:lnTo>
                  <a:lnTo>
                    <a:pt x="286" y="224"/>
                  </a:lnTo>
                  <a:lnTo>
                    <a:pt x="302" y="224"/>
                  </a:lnTo>
                  <a:lnTo>
                    <a:pt x="291" y="251"/>
                  </a:lnTo>
                  <a:lnTo>
                    <a:pt x="268" y="268"/>
                  </a:lnTo>
                  <a:lnTo>
                    <a:pt x="242" y="282"/>
                  </a:lnTo>
                  <a:lnTo>
                    <a:pt x="239" y="300"/>
                  </a:lnTo>
                  <a:lnTo>
                    <a:pt x="226" y="284"/>
                  </a:lnTo>
                  <a:lnTo>
                    <a:pt x="202" y="303"/>
                  </a:lnTo>
                  <a:lnTo>
                    <a:pt x="192" y="303"/>
                  </a:lnTo>
                  <a:lnTo>
                    <a:pt x="182" y="292"/>
                  </a:lnTo>
                  <a:lnTo>
                    <a:pt x="175" y="350"/>
                  </a:lnTo>
                  <a:lnTo>
                    <a:pt x="154" y="359"/>
                  </a:lnTo>
                  <a:lnTo>
                    <a:pt x="144" y="381"/>
                  </a:lnTo>
                  <a:lnTo>
                    <a:pt x="130" y="381"/>
                  </a:lnTo>
                  <a:lnTo>
                    <a:pt x="100" y="415"/>
                  </a:lnTo>
                  <a:lnTo>
                    <a:pt x="100" y="442"/>
                  </a:lnTo>
                  <a:lnTo>
                    <a:pt x="92" y="453"/>
                  </a:lnTo>
                  <a:lnTo>
                    <a:pt x="84" y="482"/>
                  </a:lnTo>
                  <a:lnTo>
                    <a:pt x="57" y="442"/>
                  </a:lnTo>
                  <a:lnTo>
                    <a:pt x="0" y="260"/>
                  </a:lnTo>
                </a:path>
              </a:pathLst>
            </a:custGeom>
            <a:solidFill>
              <a:srgbClr val="00787E"/>
            </a:solidFill>
            <a:ln w="19050" cap="rnd" cmpd="sng">
              <a:solidFill>
                <a:schemeClr val="bg1"/>
              </a:solidFill>
              <a:prstDash val="solid"/>
              <a:round/>
              <a:headEnd type="none" w="sm" len="sm"/>
              <a:tailEnd type="none" w="sm" len="sm"/>
            </a:ln>
            <a:effectLst/>
          </p:spPr>
          <p:txBody>
            <a:bodyPr lIns="0" bIns="91440" anchor="ctr"/>
            <a:lstStyle/>
            <a:p>
              <a:pPr lvl="0" algn="ctr" defTabSz="456758" fontAlgn="base">
                <a:spcBef>
                  <a:spcPts val="1200"/>
                </a:spcBef>
                <a:defRPr/>
              </a:pPr>
              <a:r>
                <a:rPr lang="en-US" sz="800" b="1" kern="0">
                  <a:solidFill>
                    <a:srgbClr val="FFFFFF"/>
                  </a:solidFill>
                  <a:ea typeface="Open Sans" charset="0"/>
                  <a:cs typeface="Arial" panose="020B0604020202020204" pitchFamily="34" charset="0"/>
                </a:rPr>
                <a:t>ME</a:t>
              </a:r>
            </a:p>
          </p:txBody>
        </p:sp>
        <p:sp>
          <p:nvSpPr>
            <p:cNvPr id="187" name="MA" descr="MA">
              <a:extLst>
                <a:ext uri="{FF2B5EF4-FFF2-40B4-BE49-F238E27FC236}">
                  <a16:creationId xmlns:a16="http://schemas.microsoft.com/office/drawing/2014/main" id="{D8AD5383-5301-4C41-A457-7C6592F75D67}"/>
                </a:ext>
              </a:extLst>
            </p:cNvPr>
            <p:cNvSpPr>
              <a:spLocks noChangeAspect="1"/>
            </p:cNvSpPr>
            <p:nvPr/>
          </p:nvSpPr>
          <p:spPr bwMode="auto">
            <a:xfrm>
              <a:off x="10209272" y="2341953"/>
              <a:ext cx="491144" cy="306313"/>
            </a:xfrm>
            <a:custGeom>
              <a:avLst/>
              <a:gdLst>
                <a:gd name="connsiteX0" fmla="*/ 413127 w 491144"/>
                <a:gd name="connsiteY0" fmla="*/ 263009 h 306313"/>
                <a:gd name="connsiteX1" fmla="*/ 438321 w 491144"/>
                <a:gd name="connsiteY1" fmla="*/ 282693 h 306313"/>
                <a:gd name="connsiteX2" fmla="*/ 395131 w 491144"/>
                <a:gd name="connsiteY2" fmla="*/ 306313 h 306313"/>
                <a:gd name="connsiteX3" fmla="*/ 317272 w 491144"/>
                <a:gd name="connsiteY3" fmla="*/ 0 h 306313"/>
                <a:gd name="connsiteX4" fmla="*/ 345952 w 491144"/>
                <a:gd name="connsiteY4" fmla="*/ 45272 h 306313"/>
                <a:gd name="connsiteX5" fmla="*/ 329820 w 491144"/>
                <a:gd name="connsiteY5" fmla="*/ 71681 h 306313"/>
                <a:gd name="connsiteX6" fmla="*/ 311895 w 491144"/>
                <a:gd name="connsiteY6" fmla="*/ 101862 h 306313"/>
                <a:gd name="connsiteX7" fmla="*/ 335197 w 491144"/>
                <a:gd name="connsiteY7" fmla="*/ 124498 h 306313"/>
                <a:gd name="connsiteX8" fmla="*/ 335197 w 491144"/>
                <a:gd name="connsiteY8" fmla="*/ 113180 h 306313"/>
                <a:gd name="connsiteX9" fmla="*/ 360292 w 491144"/>
                <a:gd name="connsiteY9" fmla="*/ 124498 h 306313"/>
                <a:gd name="connsiteX10" fmla="*/ 378217 w 491144"/>
                <a:gd name="connsiteY10" fmla="*/ 165997 h 306313"/>
                <a:gd name="connsiteX11" fmla="*/ 426615 w 491144"/>
                <a:gd name="connsiteY11" fmla="*/ 201838 h 306313"/>
                <a:gd name="connsiteX12" fmla="*/ 464257 w 491144"/>
                <a:gd name="connsiteY12" fmla="*/ 182974 h 306313"/>
                <a:gd name="connsiteX13" fmla="*/ 457087 w 491144"/>
                <a:gd name="connsiteY13" fmla="*/ 137702 h 306313"/>
                <a:gd name="connsiteX14" fmla="*/ 435577 w 491144"/>
                <a:gd name="connsiteY14" fmla="*/ 137702 h 306313"/>
                <a:gd name="connsiteX15" fmla="*/ 433785 w 491144"/>
                <a:gd name="connsiteY15" fmla="*/ 126384 h 306313"/>
                <a:gd name="connsiteX16" fmla="*/ 448125 w 491144"/>
                <a:gd name="connsiteY16" fmla="*/ 124498 h 306313"/>
                <a:gd name="connsiteX17" fmla="*/ 462465 w 491144"/>
                <a:gd name="connsiteY17" fmla="*/ 130157 h 306313"/>
                <a:gd name="connsiteX18" fmla="*/ 487560 w 491144"/>
                <a:gd name="connsiteY18" fmla="*/ 177315 h 306313"/>
                <a:gd name="connsiteX19" fmla="*/ 491144 w 491144"/>
                <a:gd name="connsiteY19" fmla="*/ 215042 h 306313"/>
                <a:gd name="connsiteX20" fmla="*/ 401520 w 491144"/>
                <a:gd name="connsiteY20" fmla="*/ 245223 h 306313"/>
                <a:gd name="connsiteX21" fmla="*/ 383595 w 491144"/>
                <a:gd name="connsiteY21" fmla="*/ 211269 h 306313"/>
                <a:gd name="connsiteX22" fmla="*/ 378217 w 491144"/>
                <a:gd name="connsiteY22" fmla="*/ 237678 h 306313"/>
                <a:gd name="connsiteX23" fmla="*/ 358500 w 491144"/>
                <a:gd name="connsiteY23" fmla="*/ 269746 h 306313"/>
                <a:gd name="connsiteX24" fmla="*/ 342367 w 491144"/>
                <a:gd name="connsiteY24" fmla="*/ 267859 h 306313"/>
                <a:gd name="connsiteX25" fmla="*/ 328027 w 491144"/>
                <a:gd name="connsiteY25" fmla="*/ 235792 h 306313"/>
                <a:gd name="connsiteX26" fmla="*/ 302932 w 491144"/>
                <a:gd name="connsiteY26" fmla="*/ 228246 h 306313"/>
                <a:gd name="connsiteX27" fmla="*/ 285007 w 491144"/>
                <a:gd name="connsiteY27" fmla="*/ 188633 h 306313"/>
                <a:gd name="connsiteX28" fmla="*/ 270667 w 491144"/>
                <a:gd name="connsiteY28" fmla="*/ 184861 h 306313"/>
                <a:gd name="connsiteX29" fmla="*/ 229440 w 491144"/>
                <a:gd name="connsiteY29" fmla="*/ 198065 h 306313"/>
                <a:gd name="connsiteX30" fmla="*/ 0 w 491144"/>
                <a:gd name="connsiteY30" fmla="*/ 252769 h 306313"/>
                <a:gd name="connsiteX31" fmla="*/ 0 w 491144"/>
                <a:gd name="connsiteY31" fmla="*/ 109407 h 306313"/>
                <a:gd name="connsiteX32" fmla="*/ 105757 w 491144"/>
                <a:gd name="connsiteY32" fmla="*/ 84885 h 306313"/>
                <a:gd name="connsiteX33" fmla="*/ 270667 w 491144"/>
                <a:gd name="connsiteY33" fmla="*/ 37727 h 306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491144" h="306313">
                  <a:moveTo>
                    <a:pt x="413127" y="263009"/>
                  </a:moveTo>
                  <a:lnTo>
                    <a:pt x="438321" y="282693"/>
                  </a:lnTo>
                  <a:lnTo>
                    <a:pt x="395131" y="306313"/>
                  </a:lnTo>
                  <a:close/>
                  <a:moveTo>
                    <a:pt x="317272" y="0"/>
                  </a:moveTo>
                  <a:lnTo>
                    <a:pt x="345952" y="45272"/>
                  </a:lnTo>
                  <a:lnTo>
                    <a:pt x="329820" y="71681"/>
                  </a:lnTo>
                  <a:lnTo>
                    <a:pt x="311895" y="101862"/>
                  </a:lnTo>
                  <a:lnTo>
                    <a:pt x="335197" y="124498"/>
                  </a:lnTo>
                  <a:lnTo>
                    <a:pt x="335197" y="113180"/>
                  </a:lnTo>
                  <a:lnTo>
                    <a:pt x="360292" y="124498"/>
                  </a:lnTo>
                  <a:lnTo>
                    <a:pt x="378217" y="165997"/>
                  </a:lnTo>
                  <a:lnTo>
                    <a:pt x="426615" y="201838"/>
                  </a:lnTo>
                  <a:lnTo>
                    <a:pt x="464257" y="182974"/>
                  </a:lnTo>
                  <a:lnTo>
                    <a:pt x="457087" y="137702"/>
                  </a:lnTo>
                  <a:lnTo>
                    <a:pt x="435577" y="137702"/>
                  </a:lnTo>
                  <a:lnTo>
                    <a:pt x="433785" y="126384"/>
                  </a:lnTo>
                  <a:lnTo>
                    <a:pt x="448125" y="124498"/>
                  </a:lnTo>
                  <a:lnTo>
                    <a:pt x="462465" y="130157"/>
                  </a:lnTo>
                  <a:lnTo>
                    <a:pt x="487560" y="177315"/>
                  </a:lnTo>
                  <a:lnTo>
                    <a:pt x="491144" y="215042"/>
                  </a:lnTo>
                  <a:lnTo>
                    <a:pt x="401520" y="245223"/>
                  </a:lnTo>
                  <a:lnTo>
                    <a:pt x="383595" y="211269"/>
                  </a:lnTo>
                  <a:lnTo>
                    <a:pt x="378217" y="237678"/>
                  </a:lnTo>
                  <a:lnTo>
                    <a:pt x="358500" y="269746"/>
                  </a:lnTo>
                  <a:lnTo>
                    <a:pt x="342367" y="267859"/>
                  </a:lnTo>
                  <a:lnTo>
                    <a:pt x="328027" y="235792"/>
                  </a:lnTo>
                  <a:lnTo>
                    <a:pt x="302932" y="228246"/>
                  </a:lnTo>
                  <a:lnTo>
                    <a:pt x="285007" y="188633"/>
                  </a:lnTo>
                  <a:lnTo>
                    <a:pt x="270667" y="184861"/>
                  </a:lnTo>
                  <a:lnTo>
                    <a:pt x="229440" y="198065"/>
                  </a:lnTo>
                  <a:lnTo>
                    <a:pt x="0" y="252769"/>
                  </a:lnTo>
                  <a:lnTo>
                    <a:pt x="0" y="109407"/>
                  </a:lnTo>
                  <a:lnTo>
                    <a:pt x="105757" y="84885"/>
                  </a:lnTo>
                  <a:lnTo>
                    <a:pt x="270667" y="37727"/>
                  </a:lnTo>
                  <a:close/>
                </a:path>
              </a:pathLst>
            </a:custGeom>
            <a:solidFill>
              <a:srgbClr val="00787E"/>
            </a:solidFill>
            <a:ln w="19050" cap="rnd" cmpd="sng">
              <a:noFill/>
              <a:prstDash val="solid"/>
              <a:round/>
              <a:headEnd type="none" w="sm" len="sm"/>
              <a:tailEnd type="none" w="sm" len="sm"/>
            </a:ln>
            <a:effectLst/>
          </p:spPr>
          <p:txBody>
            <a:bodyPr wrap="square" lIns="0" tIns="91440" rIns="182880" bIns="0">
              <a:noAutofit/>
            </a:bodyPr>
            <a:lstStyle/>
            <a:p>
              <a:pPr lvl="0" algn="ctr" defTabSz="456758" fontAlgn="base">
                <a:spcBef>
                  <a:spcPts val="1200"/>
                </a:spcBef>
                <a:defRPr/>
              </a:pPr>
              <a:r>
                <a:rPr lang="en-US" sz="800" b="1" kern="0">
                  <a:solidFill>
                    <a:schemeClr val="bg1"/>
                  </a:solidFill>
                  <a:ea typeface="Open Sans" charset="0"/>
                  <a:cs typeface="Arial" panose="020B0604020202020204" pitchFamily="34" charset="0"/>
                </a:rPr>
                <a:t>MA</a:t>
              </a:r>
            </a:p>
          </p:txBody>
        </p:sp>
        <p:sp>
          <p:nvSpPr>
            <p:cNvPr id="188" name="CT" descr="CT">
              <a:extLst>
                <a:ext uri="{FF2B5EF4-FFF2-40B4-BE49-F238E27FC236}">
                  <a16:creationId xmlns:a16="http://schemas.microsoft.com/office/drawing/2014/main" id="{89BA8778-AFBC-4DFA-ABE1-22634F375277}"/>
                </a:ext>
              </a:extLst>
            </p:cNvPr>
            <p:cNvSpPr>
              <a:spLocks noChangeAspect="1"/>
            </p:cNvSpPr>
            <p:nvPr/>
          </p:nvSpPr>
          <p:spPr bwMode="auto">
            <a:xfrm>
              <a:off x="10211228" y="2544599"/>
              <a:ext cx="252337" cy="258697"/>
            </a:xfrm>
            <a:custGeom>
              <a:avLst/>
              <a:gdLst>
                <a:gd name="T0" fmla="*/ 11 w 142"/>
                <a:gd name="T1" fmla="*/ 86 h 138"/>
                <a:gd name="T2" fmla="*/ 9 w 142"/>
                <a:gd name="T3" fmla="*/ 119 h 138"/>
                <a:gd name="T4" fmla="*/ 20 w 142"/>
                <a:gd name="T5" fmla="*/ 117 h 138"/>
                <a:gd name="T6" fmla="*/ 45 w 142"/>
                <a:gd name="T7" fmla="*/ 99 h 138"/>
                <a:gd name="T8" fmla="*/ 53 w 142"/>
                <a:gd name="T9" fmla="*/ 83 h 138"/>
                <a:gd name="T10" fmla="*/ 59 w 142"/>
                <a:gd name="T11" fmla="*/ 86 h 138"/>
                <a:gd name="T12" fmla="*/ 92 w 142"/>
                <a:gd name="T13" fmla="*/ 77 h 138"/>
                <a:gd name="T14" fmla="*/ 92 w 142"/>
                <a:gd name="T15" fmla="*/ 70 h 138"/>
                <a:gd name="T16" fmla="*/ 99 w 142"/>
                <a:gd name="T17" fmla="*/ 74 h 138"/>
                <a:gd name="T18" fmla="*/ 105 w 142"/>
                <a:gd name="T19" fmla="*/ 69 h 138"/>
                <a:gd name="T20" fmla="*/ 115 w 142"/>
                <a:gd name="T21" fmla="*/ 68 h 138"/>
                <a:gd name="T22" fmla="*/ 129 w 142"/>
                <a:gd name="T23" fmla="*/ 61 h 138"/>
                <a:gd name="T24" fmla="*/ 116 w 142"/>
                <a:gd name="T25" fmla="*/ 0 h 138"/>
                <a:gd name="T26" fmla="*/ 0 w 142"/>
                <a:gd name="T27" fmla="*/ 24 h 138"/>
                <a:gd name="T28" fmla="*/ 11 w 142"/>
                <a:gd name="T29" fmla="*/ 86 h 13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42" h="138">
                  <a:moveTo>
                    <a:pt x="12" y="99"/>
                  </a:moveTo>
                  <a:lnTo>
                    <a:pt x="10" y="137"/>
                  </a:lnTo>
                  <a:lnTo>
                    <a:pt x="22" y="134"/>
                  </a:lnTo>
                  <a:lnTo>
                    <a:pt x="49" y="114"/>
                  </a:lnTo>
                  <a:lnTo>
                    <a:pt x="58" y="96"/>
                  </a:lnTo>
                  <a:lnTo>
                    <a:pt x="64" y="99"/>
                  </a:lnTo>
                  <a:lnTo>
                    <a:pt x="100" y="88"/>
                  </a:lnTo>
                  <a:lnTo>
                    <a:pt x="101" y="81"/>
                  </a:lnTo>
                  <a:lnTo>
                    <a:pt x="108" y="85"/>
                  </a:lnTo>
                  <a:lnTo>
                    <a:pt x="115" y="79"/>
                  </a:lnTo>
                  <a:lnTo>
                    <a:pt x="126" y="78"/>
                  </a:lnTo>
                  <a:lnTo>
                    <a:pt x="141" y="70"/>
                  </a:lnTo>
                  <a:lnTo>
                    <a:pt x="127" y="0"/>
                  </a:lnTo>
                  <a:lnTo>
                    <a:pt x="0" y="28"/>
                  </a:lnTo>
                  <a:lnTo>
                    <a:pt x="12" y="99"/>
                  </a:lnTo>
                </a:path>
              </a:pathLst>
            </a:custGeom>
            <a:solidFill>
              <a:srgbClr val="00787E"/>
            </a:solidFill>
            <a:ln w="19050" cap="rnd" cmpd="sng">
              <a:solidFill>
                <a:schemeClr val="bg1"/>
              </a:solidFill>
              <a:prstDash val="solid"/>
              <a:round/>
              <a:headEnd type="none" w="sm" len="sm"/>
              <a:tailEnd type="none" w="sm" len="sm"/>
            </a:ln>
            <a:effectLst/>
          </p:spPr>
          <p:txBody>
            <a:bodyPr lIns="0" rIns="0"/>
            <a:lstStyle/>
            <a:p>
              <a:pPr lvl="0" algn="ctr" defTabSz="456758" fontAlgn="base">
                <a:spcBef>
                  <a:spcPts val="1200"/>
                </a:spcBef>
                <a:defRPr/>
              </a:pPr>
              <a:r>
                <a:rPr lang="en-US" sz="800" b="1" kern="0">
                  <a:solidFill>
                    <a:srgbClr val="FFFFFF"/>
                  </a:solidFill>
                  <a:ea typeface="Open Sans" charset="0"/>
                  <a:cs typeface="Arial" panose="020B0604020202020204" pitchFamily="34" charset="0"/>
                </a:rPr>
                <a:t>CT</a:t>
              </a:r>
            </a:p>
          </p:txBody>
        </p:sp>
        <p:sp>
          <p:nvSpPr>
            <p:cNvPr id="189" name="RI">
              <a:extLst>
                <a:ext uri="{FF2B5EF4-FFF2-40B4-BE49-F238E27FC236}">
                  <a16:creationId xmlns:a16="http://schemas.microsoft.com/office/drawing/2014/main" id="{17941ABB-54D4-47B4-BEBB-358BB825BEF7}"/>
                </a:ext>
                <a:ext uri="{C183D7F6-B498-43B3-948B-1728B52AA6E4}">
                  <adec:decorative xmlns:adec="http://schemas.microsoft.com/office/drawing/2017/decorative" val="1"/>
                </a:ext>
              </a:extLst>
            </p:cNvPr>
            <p:cNvSpPr txBox="1"/>
            <p:nvPr/>
          </p:nvSpPr>
          <p:spPr>
            <a:xfrm>
              <a:off x="10448120" y="2652531"/>
              <a:ext cx="237698" cy="187549"/>
            </a:xfrm>
            <a:prstGeom prst="rect">
              <a:avLst/>
            </a:prstGeom>
            <a:noFill/>
          </p:spPr>
          <p:txBody>
            <a:bodyPr wrap="square" lIns="0" tIns="0" rIns="0" bIns="0" rtlCol="0">
              <a:noAutofit/>
            </a:bodyPr>
            <a:lstStyle/>
            <a:p>
              <a:pPr marL="0" marR="0" lvl="0" indent="0" algn="ctr" defTabSz="456758" eaLnBrk="1" fontAlgn="base" latinLnBrk="0" hangingPunct="1">
                <a:lnSpc>
                  <a:spcPct val="100000"/>
                </a:lnSpc>
                <a:spcBef>
                  <a:spcPts val="1200"/>
                </a:spcBef>
                <a:spcAft>
                  <a:spcPts val="0"/>
                </a:spcAft>
                <a:buClrTx/>
                <a:buSzTx/>
                <a:buFontTx/>
                <a:buNone/>
                <a:tabLst/>
                <a:defRPr/>
              </a:pPr>
              <a:r>
                <a:rPr kumimoji="0" lang="en-US" sz="800" b="1" i="0" u="none" strike="noStrike" kern="0" cap="none" spc="0" normalizeH="0" baseline="0" noProof="0">
                  <a:ln>
                    <a:noFill/>
                  </a:ln>
                  <a:effectLst/>
                  <a:uLnTx/>
                  <a:uFillTx/>
                  <a:ea typeface="Open Sans" charset="0"/>
                  <a:cs typeface="Arial" panose="020B0604020202020204" pitchFamily="34" charset="0"/>
                </a:rPr>
                <a:t>RI</a:t>
              </a:r>
            </a:p>
          </p:txBody>
        </p:sp>
        <p:sp>
          <p:nvSpPr>
            <p:cNvPr id="190" name="Rhode island shape" descr="RI">
              <a:extLst>
                <a:ext uri="{FF2B5EF4-FFF2-40B4-BE49-F238E27FC236}">
                  <a16:creationId xmlns:a16="http://schemas.microsoft.com/office/drawing/2014/main" id="{4E0506AD-BE56-4E2F-B763-86EBF1C514E5}"/>
                </a:ext>
              </a:extLst>
            </p:cNvPr>
            <p:cNvSpPr>
              <a:spLocks noChangeAspect="1"/>
            </p:cNvSpPr>
            <p:nvPr/>
          </p:nvSpPr>
          <p:spPr bwMode="auto">
            <a:xfrm>
              <a:off x="10440091" y="2529509"/>
              <a:ext cx="115410" cy="146595"/>
            </a:xfrm>
            <a:custGeom>
              <a:avLst/>
              <a:gdLst>
                <a:gd name="T0" fmla="*/ 12 w 64"/>
                <a:gd name="T1" fmla="*/ 67 h 77"/>
                <a:gd name="T2" fmla="*/ 37 w 64"/>
                <a:gd name="T3" fmla="*/ 57 h 77"/>
                <a:gd name="T4" fmla="*/ 38 w 64"/>
                <a:gd name="T5" fmla="*/ 31 h 77"/>
                <a:gd name="T6" fmla="*/ 43 w 64"/>
                <a:gd name="T7" fmla="*/ 37 h 77"/>
                <a:gd name="T8" fmla="*/ 46 w 64"/>
                <a:gd name="T9" fmla="*/ 50 h 77"/>
                <a:gd name="T10" fmla="*/ 51 w 64"/>
                <a:gd name="T11" fmla="*/ 49 h 77"/>
                <a:gd name="T12" fmla="*/ 58 w 64"/>
                <a:gd name="T13" fmla="*/ 37 h 77"/>
                <a:gd name="T14" fmla="*/ 51 w 64"/>
                <a:gd name="T15" fmla="*/ 22 h 77"/>
                <a:gd name="T16" fmla="*/ 38 w 64"/>
                <a:gd name="T17" fmla="*/ 19 h 77"/>
                <a:gd name="T18" fmla="*/ 29 w 64"/>
                <a:gd name="T19" fmla="*/ 1 h 77"/>
                <a:gd name="T20" fmla="*/ 20 w 64"/>
                <a:gd name="T21" fmla="*/ 0 h 77"/>
                <a:gd name="T22" fmla="*/ 0 w 64"/>
                <a:gd name="T23" fmla="*/ 5 h 77"/>
                <a:gd name="T24" fmla="*/ 12 w 64"/>
                <a:gd name="T25" fmla="*/ 67 h 7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64" h="77">
                  <a:moveTo>
                    <a:pt x="13" y="76"/>
                  </a:moveTo>
                  <a:lnTo>
                    <a:pt x="40" y="65"/>
                  </a:lnTo>
                  <a:lnTo>
                    <a:pt x="41" y="35"/>
                  </a:lnTo>
                  <a:lnTo>
                    <a:pt x="47" y="42"/>
                  </a:lnTo>
                  <a:lnTo>
                    <a:pt x="50" y="57"/>
                  </a:lnTo>
                  <a:lnTo>
                    <a:pt x="55" y="56"/>
                  </a:lnTo>
                  <a:lnTo>
                    <a:pt x="63" y="42"/>
                  </a:lnTo>
                  <a:lnTo>
                    <a:pt x="55" y="25"/>
                  </a:lnTo>
                  <a:lnTo>
                    <a:pt x="41" y="22"/>
                  </a:lnTo>
                  <a:lnTo>
                    <a:pt x="31" y="1"/>
                  </a:lnTo>
                  <a:lnTo>
                    <a:pt x="22" y="0"/>
                  </a:lnTo>
                  <a:lnTo>
                    <a:pt x="0" y="6"/>
                  </a:lnTo>
                  <a:lnTo>
                    <a:pt x="13" y="76"/>
                  </a:lnTo>
                </a:path>
              </a:pathLst>
            </a:custGeom>
            <a:solidFill>
              <a:srgbClr val="00787E"/>
            </a:solidFill>
            <a:ln w="19050" cap="rnd" cmpd="sng">
              <a:solidFill>
                <a:schemeClr val="bg1"/>
              </a:solidFill>
              <a:prstDash val="solid"/>
              <a:round/>
              <a:headEnd type="none" w="sm" len="sm"/>
              <a:tailEnd type="none" w="sm" len="sm"/>
            </a:ln>
            <a:effectLst/>
          </p:spPr>
          <p:txBody>
            <a:bodyPr/>
            <a:lstStyle/>
            <a:p>
              <a:endParaRPr lang="en-US">
                <a:cs typeface="Arial" panose="020B0604020202020204" pitchFamily="34" charset="0"/>
              </a:endParaRPr>
            </a:p>
          </p:txBody>
        </p:sp>
        <p:sp>
          <p:nvSpPr>
            <p:cNvPr id="191" name="OH" descr="OH">
              <a:extLst>
                <a:ext uri="{FF2B5EF4-FFF2-40B4-BE49-F238E27FC236}">
                  <a16:creationId xmlns:a16="http://schemas.microsoft.com/office/drawing/2014/main" id="{AC7D2BC0-A49E-422B-B8ED-E4BAA6B8E355}"/>
                </a:ext>
              </a:extLst>
            </p:cNvPr>
            <p:cNvSpPr>
              <a:spLocks noChangeAspect="1"/>
            </p:cNvSpPr>
            <p:nvPr/>
          </p:nvSpPr>
          <p:spPr bwMode="auto">
            <a:xfrm>
              <a:off x="8812617" y="2794673"/>
              <a:ext cx="573137" cy="657522"/>
            </a:xfrm>
            <a:custGeom>
              <a:avLst/>
              <a:gdLst>
                <a:gd name="T0" fmla="*/ 0 w 346"/>
                <a:gd name="T1" fmla="*/ 54 h 398"/>
                <a:gd name="T2" fmla="*/ 24 w 346"/>
                <a:gd name="T3" fmla="*/ 265 h 398"/>
                <a:gd name="T4" fmla="*/ 60 w 346"/>
                <a:gd name="T5" fmla="*/ 270 h 398"/>
                <a:gd name="T6" fmla="*/ 104 w 346"/>
                <a:gd name="T7" fmla="*/ 294 h 398"/>
                <a:gd name="T8" fmla="*/ 135 w 346"/>
                <a:gd name="T9" fmla="*/ 293 h 398"/>
                <a:gd name="T10" fmla="*/ 150 w 346"/>
                <a:gd name="T11" fmla="*/ 284 h 398"/>
                <a:gd name="T12" fmla="*/ 185 w 346"/>
                <a:gd name="T13" fmla="*/ 304 h 398"/>
                <a:gd name="T14" fmla="*/ 206 w 346"/>
                <a:gd name="T15" fmla="*/ 287 h 398"/>
                <a:gd name="T16" fmla="*/ 209 w 346"/>
                <a:gd name="T17" fmla="*/ 253 h 398"/>
                <a:gd name="T18" fmla="*/ 223 w 346"/>
                <a:gd name="T19" fmla="*/ 260 h 398"/>
                <a:gd name="T20" fmla="*/ 230 w 346"/>
                <a:gd name="T21" fmla="*/ 232 h 398"/>
                <a:gd name="T22" fmla="*/ 279 w 346"/>
                <a:gd name="T23" fmla="*/ 192 h 398"/>
                <a:gd name="T24" fmla="*/ 287 w 346"/>
                <a:gd name="T25" fmla="*/ 126 h 398"/>
                <a:gd name="T26" fmla="*/ 282 w 346"/>
                <a:gd name="T27" fmla="*/ 113 h 398"/>
                <a:gd name="T28" fmla="*/ 292 w 346"/>
                <a:gd name="T29" fmla="*/ 106 h 398"/>
                <a:gd name="T30" fmla="*/ 273 w 346"/>
                <a:gd name="T31" fmla="*/ 0 h 398"/>
                <a:gd name="T32" fmla="*/ 223 w 346"/>
                <a:gd name="T33" fmla="*/ 24 h 398"/>
                <a:gd name="T34" fmla="*/ 198 w 346"/>
                <a:gd name="T35" fmla="*/ 48 h 398"/>
                <a:gd name="T36" fmla="*/ 180 w 346"/>
                <a:gd name="T37" fmla="*/ 51 h 398"/>
                <a:gd name="T38" fmla="*/ 152 w 346"/>
                <a:gd name="T39" fmla="*/ 64 h 398"/>
                <a:gd name="T40" fmla="*/ 87 w 346"/>
                <a:gd name="T41" fmla="*/ 42 h 398"/>
                <a:gd name="T42" fmla="*/ 0 w 346"/>
                <a:gd name="T43" fmla="*/ 54 h 39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346" h="398">
                  <a:moveTo>
                    <a:pt x="0" y="71"/>
                  </a:moveTo>
                  <a:lnTo>
                    <a:pt x="28" y="346"/>
                  </a:lnTo>
                  <a:lnTo>
                    <a:pt x="71" y="352"/>
                  </a:lnTo>
                  <a:lnTo>
                    <a:pt x="123" y="383"/>
                  </a:lnTo>
                  <a:lnTo>
                    <a:pt x="159" y="382"/>
                  </a:lnTo>
                  <a:lnTo>
                    <a:pt x="177" y="370"/>
                  </a:lnTo>
                  <a:lnTo>
                    <a:pt x="218" y="397"/>
                  </a:lnTo>
                  <a:lnTo>
                    <a:pt x="243" y="374"/>
                  </a:lnTo>
                  <a:lnTo>
                    <a:pt x="247" y="330"/>
                  </a:lnTo>
                  <a:lnTo>
                    <a:pt x="263" y="339"/>
                  </a:lnTo>
                  <a:lnTo>
                    <a:pt x="272" y="303"/>
                  </a:lnTo>
                  <a:lnTo>
                    <a:pt x="329" y="250"/>
                  </a:lnTo>
                  <a:lnTo>
                    <a:pt x="339" y="165"/>
                  </a:lnTo>
                  <a:lnTo>
                    <a:pt x="333" y="147"/>
                  </a:lnTo>
                  <a:lnTo>
                    <a:pt x="345" y="138"/>
                  </a:lnTo>
                  <a:lnTo>
                    <a:pt x="322" y="0"/>
                  </a:lnTo>
                  <a:lnTo>
                    <a:pt x="263" y="31"/>
                  </a:lnTo>
                  <a:lnTo>
                    <a:pt x="234" y="63"/>
                  </a:lnTo>
                  <a:lnTo>
                    <a:pt x="213" y="66"/>
                  </a:lnTo>
                  <a:lnTo>
                    <a:pt x="179" y="83"/>
                  </a:lnTo>
                  <a:lnTo>
                    <a:pt x="103" y="55"/>
                  </a:lnTo>
                  <a:lnTo>
                    <a:pt x="0" y="71"/>
                  </a:lnTo>
                </a:path>
              </a:pathLst>
            </a:custGeom>
            <a:solidFill>
              <a:srgbClr val="00A78E"/>
            </a:solidFill>
            <a:ln w="19050" cap="rnd" cmpd="sng">
              <a:solidFill>
                <a:schemeClr val="bg1"/>
              </a:solidFill>
              <a:prstDash val="solid"/>
              <a:round/>
              <a:headEnd type="none" w="sm" len="sm"/>
              <a:tailEnd type="none" w="sm" len="sm"/>
            </a:ln>
            <a:effectLst/>
          </p:spPr>
          <p:txBody>
            <a:bodyPr anchor="ctr"/>
            <a:lstStyle/>
            <a:p>
              <a:pPr lvl="0" algn="ctr" defTabSz="456758" fontAlgn="base">
                <a:spcBef>
                  <a:spcPts val="1200"/>
                </a:spcBef>
                <a:defRPr/>
              </a:pPr>
              <a:r>
                <a:rPr lang="en-US" sz="800" b="1" kern="0">
                  <a:solidFill>
                    <a:schemeClr val="bg1"/>
                  </a:solidFill>
                  <a:ea typeface="Open Sans" charset="0"/>
                  <a:cs typeface="Arial" panose="020B0604020202020204" pitchFamily="34" charset="0"/>
                </a:rPr>
                <a:t>OH</a:t>
              </a:r>
            </a:p>
          </p:txBody>
        </p:sp>
        <p:sp>
          <p:nvSpPr>
            <p:cNvPr id="192" name="PA" descr="PA">
              <a:extLst>
                <a:ext uri="{FF2B5EF4-FFF2-40B4-BE49-F238E27FC236}">
                  <a16:creationId xmlns:a16="http://schemas.microsoft.com/office/drawing/2014/main" id="{65DC74AD-E0DC-4471-A5E7-5D0EB86825E7}"/>
                </a:ext>
              </a:extLst>
            </p:cNvPr>
            <p:cNvSpPr>
              <a:spLocks noChangeAspect="1"/>
            </p:cNvSpPr>
            <p:nvPr/>
          </p:nvSpPr>
          <p:spPr bwMode="auto">
            <a:xfrm>
              <a:off x="9346632" y="2665843"/>
              <a:ext cx="794460" cy="521680"/>
            </a:xfrm>
            <a:custGeom>
              <a:avLst/>
              <a:gdLst>
                <a:gd name="T0" fmla="*/ 31 w 481"/>
                <a:gd name="T1" fmla="*/ 239 h 314"/>
                <a:gd name="T2" fmla="*/ 99 w 481"/>
                <a:gd name="T3" fmla="*/ 228 h 314"/>
                <a:gd name="T4" fmla="*/ 344 w 481"/>
                <a:gd name="T5" fmla="*/ 186 h 314"/>
                <a:gd name="T6" fmla="*/ 355 w 481"/>
                <a:gd name="T7" fmla="*/ 175 h 314"/>
                <a:gd name="T8" fmla="*/ 368 w 481"/>
                <a:gd name="T9" fmla="*/ 175 h 314"/>
                <a:gd name="T10" fmla="*/ 384 w 481"/>
                <a:gd name="T11" fmla="*/ 164 h 314"/>
                <a:gd name="T12" fmla="*/ 407 w 481"/>
                <a:gd name="T13" fmla="*/ 137 h 314"/>
                <a:gd name="T14" fmla="*/ 367 w 481"/>
                <a:gd name="T15" fmla="*/ 107 h 314"/>
                <a:gd name="T16" fmla="*/ 366 w 481"/>
                <a:gd name="T17" fmla="*/ 79 h 314"/>
                <a:gd name="T18" fmla="*/ 384 w 481"/>
                <a:gd name="T19" fmla="*/ 41 h 314"/>
                <a:gd name="T20" fmla="*/ 357 w 481"/>
                <a:gd name="T21" fmla="*/ 28 h 314"/>
                <a:gd name="T22" fmla="*/ 328 w 481"/>
                <a:gd name="T23" fmla="*/ 0 h 314"/>
                <a:gd name="T24" fmla="*/ 58 w 481"/>
                <a:gd name="T25" fmla="*/ 47 h 314"/>
                <a:gd name="T26" fmla="*/ 44 w 481"/>
                <a:gd name="T27" fmla="*/ 28 h 314"/>
                <a:gd name="T28" fmla="*/ 0 w 481"/>
                <a:gd name="T29" fmla="*/ 59 h 314"/>
                <a:gd name="T30" fmla="*/ 31 w 481"/>
                <a:gd name="T31" fmla="*/ 239 h 314"/>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connsiteX0" fmla="*/ 769 w 9979"/>
                <a:gd name="connsiteY0" fmla="*/ 10041 h 10041"/>
                <a:gd name="connsiteX1" fmla="*/ 2432 w 9979"/>
                <a:gd name="connsiteY1" fmla="*/ 9563 h 10041"/>
                <a:gd name="connsiteX2" fmla="*/ 8441 w 9979"/>
                <a:gd name="connsiteY2" fmla="*/ 7812 h 10041"/>
                <a:gd name="connsiteX3" fmla="*/ 8690 w 9979"/>
                <a:gd name="connsiteY3" fmla="*/ 7366 h 10041"/>
                <a:gd name="connsiteX4" fmla="*/ 9023 w 9979"/>
                <a:gd name="connsiteY4" fmla="*/ 7366 h 10041"/>
                <a:gd name="connsiteX5" fmla="*/ 9418 w 9979"/>
                <a:gd name="connsiteY5" fmla="*/ 6920 h 10041"/>
                <a:gd name="connsiteX6" fmla="*/ 9979 w 9979"/>
                <a:gd name="connsiteY6" fmla="*/ 5774 h 10041"/>
                <a:gd name="connsiteX7" fmla="*/ 9002 w 9979"/>
                <a:gd name="connsiteY7" fmla="*/ 4532 h 10041"/>
                <a:gd name="connsiteX8" fmla="*/ 8960 w 9979"/>
                <a:gd name="connsiteY8" fmla="*/ 3385 h 10041"/>
                <a:gd name="connsiteX9" fmla="*/ 9418 w 9979"/>
                <a:gd name="connsiteY9" fmla="*/ 1793 h 10041"/>
                <a:gd name="connsiteX10" fmla="*/ 8753 w 9979"/>
                <a:gd name="connsiteY10" fmla="*/ 1219 h 10041"/>
                <a:gd name="connsiteX11" fmla="*/ 7639 w 9979"/>
                <a:gd name="connsiteY11" fmla="*/ 0 h 10041"/>
                <a:gd name="connsiteX12" fmla="*/ 1414 w 9979"/>
                <a:gd name="connsiteY12" fmla="*/ 2016 h 10041"/>
                <a:gd name="connsiteX13" fmla="*/ 1081 w 9979"/>
                <a:gd name="connsiteY13" fmla="*/ 1219 h 10041"/>
                <a:gd name="connsiteX14" fmla="*/ 0 w 9979"/>
                <a:gd name="connsiteY14" fmla="*/ 2525 h 10041"/>
                <a:gd name="connsiteX15" fmla="*/ 769 w 9979"/>
                <a:gd name="connsiteY15" fmla="*/ 10041 h 10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979" h="10041">
                  <a:moveTo>
                    <a:pt x="769" y="10041"/>
                  </a:moveTo>
                  <a:lnTo>
                    <a:pt x="2432" y="9563"/>
                  </a:lnTo>
                  <a:lnTo>
                    <a:pt x="8441" y="7812"/>
                  </a:lnTo>
                  <a:lnTo>
                    <a:pt x="8690" y="7366"/>
                  </a:lnTo>
                  <a:lnTo>
                    <a:pt x="9023" y="7366"/>
                  </a:lnTo>
                  <a:lnTo>
                    <a:pt x="9418" y="6920"/>
                  </a:lnTo>
                  <a:lnTo>
                    <a:pt x="9979" y="5774"/>
                  </a:lnTo>
                  <a:lnTo>
                    <a:pt x="9002" y="4532"/>
                  </a:lnTo>
                  <a:cubicBezTo>
                    <a:pt x="8988" y="4150"/>
                    <a:pt x="8974" y="3767"/>
                    <a:pt x="8960" y="3385"/>
                  </a:cubicBezTo>
                  <a:lnTo>
                    <a:pt x="9418" y="1793"/>
                  </a:lnTo>
                  <a:lnTo>
                    <a:pt x="8753" y="1219"/>
                  </a:lnTo>
                  <a:lnTo>
                    <a:pt x="7639" y="0"/>
                  </a:lnTo>
                  <a:lnTo>
                    <a:pt x="1414" y="2016"/>
                  </a:lnTo>
                  <a:lnTo>
                    <a:pt x="1081" y="1219"/>
                  </a:lnTo>
                  <a:lnTo>
                    <a:pt x="0" y="2525"/>
                  </a:lnTo>
                  <a:cubicBezTo>
                    <a:pt x="256" y="5030"/>
                    <a:pt x="513" y="7536"/>
                    <a:pt x="769" y="10041"/>
                  </a:cubicBezTo>
                </a:path>
              </a:pathLst>
            </a:custGeom>
            <a:solidFill>
              <a:srgbClr val="00A78E"/>
            </a:solidFill>
            <a:ln w="19050" cap="rnd" cmpd="sng">
              <a:solidFill>
                <a:schemeClr val="bg1"/>
              </a:solidFill>
              <a:prstDash val="solid"/>
              <a:round/>
              <a:headEnd type="none" w="sm" len="sm"/>
              <a:tailEnd type="none" w="sm" len="sm"/>
            </a:ln>
            <a:effectLst/>
          </p:spPr>
          <p:txBody>
            <a:bodyPr anchor="ctr"/>
            <a:lstStyle/>
            <a:p>
              <a:pPr lvl="0" algn="ctr" defTabSz="456758" fontAlgn="base">
                <a:spcBef>
                  <a:spcPts val="1200"/>
                </a:spcBef>
                <a:defRPr/>
              </a:pPr>
              <a:r>
                <a:rPr lang="en-US" sz="800" b="1" kern="0">
                  <a:solidFill>
                    <a:schemeClr val="bg1"/>
                  </a:solidFill>
                  <a:ea typeface="Open Sans" charset="0"/>
                  <a:cs typeface="Arial" panose="020B0604020202020204" pitchFamily="34" charset="0"/>
                </a:rPr>
                <a:t>PA</a:t>
              </a:r>
            </a:p>
          </p:txBody>
        </p:sp>
        <p:sp>
          <p:nvSpPr>
            <p:cNvPr id="193" name="NJ">
              <a:extLst>
                <a:ext uri="{FF2B5EF4-FFF2-40B4-BE49-F238E27FC236}">
                  <a16:creationId xmlns:a16="http://schemas.microsoft.com/office/drawing/2014/main" id="{88639803-C8F7-4964-8FD4-0DB2C883032C}"/>
                </a:ext>
                <a:ext uri="{C183D7F6-B498-43B3-948B-1728B52AA6E4}">
                  <adec:decorative xmlns:adec="http://schemas.microsoft.com/office/drawing/2017/decorative" val="1"/>
                </a:ext>
              </a:extLst>
            </p:cNvPr>
            <p:cNvSpPr txBox="1"/>
            <p:nvPr/>
          </p:nvSpPr>
          <p:spPr>
            <a:xfrm>
              <a:off x="10257608" y="2906003"/>
              <a:ext cx="237698" cy="187549"/>
            </a:xfrm>
            <a:prstGeom prst="rect">
              <a:avLst/>
            </a:prstGeom>
            <a:noFill/>
          </p:spPr>
          <p:txBody>
            <a:bodyPr wrap="square" lIns="0" tIns="0" rIns="0" bIns="0" rtlCol="0">
              <a:noAutofit/>
            </a:bodyPr>
            <a:lstStyle/>
            <a:p>
              <a:pPr marL="0" marR="0" lvl="0" indent="0" algn="ctr" defTabSz="456758" eaLnBrk="1" fontAlgn="base" latinLnBrk="0" hangingPunct="1">
                <a:lnSpc>
                  <a:spcPct val="100000"/>
                </a:lnSpc>
                <a:spcBef>
                  <a:spcPts val="1200"/>
                </a:spcBef>
                <a:spcAft>
                  <a:spcPts val="0"/>
                </a:spcAft>
                <a:buClrTx/>
                <a:buSzTx/>
                <a:buFontTx/>
                <a:buNone/>
                <a:tabLst/>
                <a:defRPr/>
              </a:pPr>
              <a:r>
                <a:rPr kumimoji="0" lang="en-US" sz="800" b="1" i="0" u="none" strike="noStrike" kern="0" cap="none" spc="0" normalizeH="0" baseline="0" noProof="0">
                  <a:ln>
                    <a:noFill/>
                  </a:ln>
                  <a:effectLst/>
                  <a:uLnTx/>
                  <a:uFillTx/>
                  <a:ea typeface="Open Sans" charset="0"/>
                  <a:cs typeface="Arial" panose="020B0604020202020204" pitchFamily="34" charset="0"/>
                </a:rPr>
                <a:t>NJ</a:t>
              </a:r>
            </a:p>
          </p:txBody>
        </p:sp>
        <p:sp>
          <p:nvSpPr>
            <p:cNvPr id="194" name="NJ Shape" descr="NJ">
              <a:extLst>
                <a:ext uri="{FF2B5EF4-FFF2-40B4-BE49-F238E27FC236}">
                  <a16:creationId xmlns:a16="http://schemas.microsoft.com/office/drawing/2014/main" id="{E7CC7934-9929-40D3-B1F4-B6B99D0F7B78}"/>
                </a:ext>
              </a:extLst>
            </p:cNvPr>
            <p:cNvSpPr>
              <a:spLocks noChangeAspect="1"/>
            </p:cNvSpPr>
            <p:nvPr/>
          </p:nvSpPr>
          <p:spPr bwMode="auto">
            <a:xfrm>
              <a:off x="10056695" y="2758024"/>
              <a:ext cx="224951" cy="420383"/>
            </a:xfrm>
            <a:custGeom>
              <a:avLst/>
              <a:gdLst>
                <a:gd name="T0" fmla="*/ 6 w 104"/>
                <a:gd name="T1" fmla="*/ 133 h 257"/>
                <a:gd name="T2" fmla="*/ 27 w 104"/>
                <a:gd name="T3" fmla="*/ 122 h 257"/>
                <a:gd name="T4" fmla="*/ 55 w 104"/>
                <a:gd name="T5" fmla="*/ 95 h 257"/>
                <a:gd name="T6" fmla="*/ 4 w 104"/>
                <a:gd name="T7" fmla="*/ 66 h 257"/>
                <a:gd name="T8" fmla="*/ 2 w 104"/>
                <a:gd name="T9" fmla="*/ 38 h 257"/>
                <a:gd name="T10" fmla="*/ 27 w 104"/>
                <a:gd name="T11" fmla="*/ 0 h 257"/>
                <a:gd name="T12" fmla="*/ 103 w 104"/>
                <a:gd name="T13" fmla="*/ 18 h 257"/>
                <a:gd name="T14" fmla="*/ 104 w 104"/>
                <a:gd name="T15" fmla="*/ 26 h 257"/>
                <a:gd name="T16" fmla="*/ 95 w 104"/>
                <a:gd name="T17" fmla="*/ 47 h 257"/>
                <a:gd name="T18" fmla="*/ 86 w 104"/>
                <a:gd name="T19" fmla="*/ 53 h 257"/>
                <a:gd name="T20" fmla="*/ 85 w 104"/>
                <a:gd name="T21" fmla="*/ 63 h 257"/>
                <a:gd name="T22" fmla="*/ 94 w 104"/>
                <a:gd name="T23" fmla="*/ 66 h 257"/>
                <a:gd name="T24" fmla="*/ 113 w 104"/>
                <a:gd name="T25" fmla="*/ 63 h 257"/>
                <a:gd name="T26" fmla="*/ 114 w 104"/>
                <a:gd name="T27" fmla="*/ 97 h 257"/>
                <a:gd name="T28" fmla="*/ 113 w 104"/>
                <a:gd name="T29" fmla="*/ 117 h 257"/>
                <a:gd name="T30" fmla="*/ 114 w 104"/>
                <a:gd name="T31" fmla="*/ 128 h 257"/>
                <a:gd name="T32" fmla="*/ 106 w 104"/>
                <a:gd name="T33" fmla="*/ 139 h 257"/>
                <a:gd name="T34" fmla="*/ 100 w 104"/>
                <a:gd name="T35" fmla="*/ 139 h 257"/>
                <a:gd name="T36" fmla="*/ 103 w 104"/>
                <a:gd name="T37" fmla="*/ 149 h 257"/>
                <a:gd name="T38" fmla="*/ 74 w 104"/>
                <a:gd name="T39" fmla="*/ 195 h 257"/>
                <a:gd name="T40" fmla="*/ 66 w 104"/>
                <a:gd name="T41" fmla="*/ 195 h 257"/>
                <a:gd name="T42" fmla="*/ 64 w 104"/>
                <a:gd name="T43" fmla="*/ 178 h 257"/>
                <a:gd name="T44" fmla="*/ 44 w 104"/>
                <a:gd name="T45" fmla="*/ 178 h 257"/>
                <a:gd name="T46" fmla="*/ 4 w 104"/>
                <a:gd name="T47" fmla="*/ 159 h 257"/>
                <a:gd name="T48" fmla="*/ 0 w 104"/>
                <a:gd name="T49" fmla="*/ 145 h 257"/>
                <a:gd name="T50" fmla="*/ 6 w 104"/>
                <a:gd name="T51" fmla="*/ 133 h 257"/>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04" h="257">
                  <a:moveTo>
                    <a:pt x="5" y="175"/>
                  </a:moveTo>
                  <a:lnTo>
                    <a:pt x="24" y="160"/>
                  </a:lnTo>
                  <a:lnTo>
                    <a:pt x="50" y="124"/>
                  </a:lnTo>
                  <a:lnTo>
                    <a:pt x="4" y="86"/>
                  </a:lnTo>
                  <a:lnTo>
                    <a:pt x="2" y="50"/>
                  </a:lnTo>
                  <a:lnTo>
                    <a:pt x="24" y="0"/>
                  </a:lnTo>
                  <a:lnTo>
                    <a:pt x="93" y="24"/>
                  </a:lnTo>
                  <a:lnTo>
                    <a:pt x="94" y="34"/>
                  </a:lnTo>
                  <a:lnTo>
                    <a:pt x="86" y="62"/>
                  </a:lnTo>
                  <a:lnTo>
                    <a:pt x="78" y="69"/>
                  </a:lnTo>
                  <a:lnTo>
                    <a:pt x="77" y="83"/>
                  </a:lnTo>
                  <a:lnTo>
                    <a:pt x="85" y="87"/>
                  </a:lnTo>
                  <a:lnTo>
                    <a:pt x="102" y="83"/>
                  </a:lnTo>
                  <a:lnTo>
                    <a:pt x="103" y="127"/>
                  </a:lnTo>
                  <a:lnTo>
                    <a:pt x="102" y="153"/>
                  </a:lnTo>
                  <a:lnTo>
                    <a:pt x="103" y="168"/>
                  </a:lnTo>
                  <a:lnTo>
                    <a:pt x="96" y="182"/>
                  </a:lnTo>
                  <a:lnTo>
                    <a:pt x="90" y="182"/>
                  </a:lnTo>
                  <a:lnTo>
                    <a:pt x="93" y="196"/>
                  </a:lnTo>
                  <a:lnTo>
                    <a:pt x="67" y="256"/>
                  </a:lnTo>
                  <a:lnTo>
                    <a:pt x="60" y="256"/>
                  </a:lnTo>
                  <a:lnTo>
                    <a:pt x="58" y="233"/>
                  </a:lnTo>
                  <a:lnTo>
                    <a:pt x="40" y="234"/>
                  </a:lnTo>
                  <a:lnTo>
                    <a:pt x="4" y="209"/>
                  </a:lnTo>
                  <a:lnTo>
                    <a:pt x="0" y="190"/>
                  </a:lnTo>
                  <a:lnTo>
                    <a:pt x="5" y="175"/>
                  </a:lnTo>
                </a:path>
              </a:pathLst>
            </a:custGeom>
            <a:solidFill>
              <a:srgbClr val="00A78E"/>
            </a:solidFill>
            <a:ln w="19050" cap="rnd" cmpd="sng">
              <a:solidFill>
                <a:schemeClr val="bg1"/>
              </a:solidFill>
              <a:prstDash val="solid"/>
              <a:round/>
              <a:headEnd type="none" w="sm" len="sm"/>
              <a:tailEnd type="none" w="sm" len="sm"/>
            </a:ln>
            <a:effectLst/>
          </p:spPr>
          <p:txBody>
            <a:bodyPr/>
            <a:lstStyle/>
            <a:p>
              <a:endParaRPr lang="en-US">
                <a:cs typeface="Arial" panose="020B0604020202020204" pitchFamily="34" charset="0"/>
              </a:endParaRPr>
            </a:p>
          </p:txBody>
        </p:sp>
        <p:sp>
          <p:nvSpPr>
            <p:cNvPr id="195" name="DE">
              <a:extLst>
                <a:ext uri="{FF2B5EF4-FFF2-40B4-BE49-F238E27FC236}">
                  <a16:creationId xmlns:a16="http://schemas.microsoft.com/office/drawing/2014/main" id="{50389A89-D89D-4AED-9900-8DE20EA71CF1}"/>
                </a:ext>
                <a:ext uri="{C183D7F6-B498-43B3-948B-1728B52AA6E4}">
                  <adec:decorative xmlns:adec="http://schemas.microsoft.com/office/drawing/2017/decorative" val="1"/>
                </a:ext>
              </a:extLst>
            </p:cNvPr>
            <p:cNvSpPr txBox="1"/>
            <p:nvPr/>
          </p:nvSpPr>
          <p:spPr>
            <a:xfrm>
              <a:off x="10187893" y="3164730"/>
              <a:ext cx="237698" cy="187549"/>
            </a:xfrm>
            <a:prstGeom prst="rect">
              <a:avLst/>
            </a:prstGeom>
            <a:noFill/>
          </p:spPr>
          <p:txBody>
            <a:bodyPr wrap="square" lIns="0" tIns="0" rIns="0" bIns="0" rtlCol="0">
              <a:noAutofit/>
            </a:bodyPr>
            <a:lstStyle/>
            <a:p>
              <a:pPr marL="0" marR="0" lvl="0" indent="0" algn="ctr" defTabSz="456758" eaLnBrk="1" fontAlgn="base" latinLnBrk="0" hangingPunct="1">
                <a:lnSpc>
                  <a:spcPct val="100000"/>
                </a:lnSpc>
                <a:spcBef>
                  <a:spcPts val="1200"/>
                </a:spcBef>
                <a:spcAft>
                  <a:spcPts val="0"/>
                </a:spcAft>
                <a:buClrTx/>
                <a:buSzTx/>
                <a:buFontTx/>
                <a:buNone/>
                <a:tabLst/>
                <a:defRPr/>
              </a:pPr>
              <a:r>
                <a:rPr kumimoji="0" lang="en-US" sz="800" b="1" i="0" u="none" strike="noStrike" kern="0" cap="none" spc="0" normalizeH="0" baseline="0" noProof="0">
                  <a:ln>
                    <a:noFill/>
                  </a:ln>
                  <a:effectLst/>
                  <a:uLnTx/>
                  <a:uFillTx/>
                  <a:ea typeface="Open Sans" charset="0"/>
                  <a:cs typeface="Arial" panose="020B0604020202020204" pitchFamily="34" charset="0"/>
                </a:rPr>
                <a:t>DE</a:t>
              </a:r>
            </a:p>
          </p:txBody>
        </p:sp>
        <p:sp>
          <p:nvSpPr>
            <p:cNvPr id="196" name="Delaware shape" descr="DE">
              <a:extLst>
                <a:ext uri="{FF2B5EF4-FFF2-40B4-BE49-F238E27FC236}">
                  <a16:creationId xmlns:a16="http://schemas.microsoft.com/office/drawing/2014/main" id="{1EA2FE25-071F-43E7-A5C6-77D25BF9BBFC}"/>
                </a:ext>
              </a:extLst>
            </p:cNvPr>
            <p:cNvSpPr>
              <a:spLocks noChangeAspect="1"/>
            </p:cNvSpPr>
            <p:nvPr/>
          </p:nvSpPr>
          <p:spPr bwMode="auto">
            <a:xfrm>
              <a:off x="10019530" y="3049059"/>
              <a:ext cx="146707" cy="241451"/>
            </a:xfrm>
            <a:custGeom>
              <a:avLst/>
              <a:gdLst>
                <a:gd name="T0" fmla="*/ 0 w 89"/>
                <a:gd name="T1" fmla="*/ 10 h 145"/>
                <a:gd name="T2" fmla="*/ 10 w 89"/>
                <a:gd name="T3" fmla="*/ 0 h 145"/>
                <a:gd name="T4" fmla="*/ 24 w 89"/>
                <a:gd name="T5" fmla="*/ 0 h 145"/>
                <a:gd name="T6" fmla="*/ 19 w 89"/>
                <a:gd name="T7" fmla="*/ 11 h 145"/>
                <a:gd name="T8" fmla="*/ 15 w 89"/>
                <a:gd name="T9" fmla="*/ 15 h 145"/>
                <a:gd name="T10" fmla="*/ 19 w 89"/>
                <a:gd name="T11" fmla="*/ 27 h 145"/>
                <a:gd name="T12" fmla="*/ 35 w 89"/>
                <a:gd name="T13" fmla="*/ 44 h 145"/>
                <a:gd name="T14" fmla="*/ 40 w 89"/>
                <a:gd name="T15" fmla="*/ 57 h 145"/>
                <a:gd name="T16" fmla="*/ 54 w 89"/>
                <a:gd name="T17" fmla="*/ 73 h 145"/>
                <a:gd name="T18" fmla="*/ 65 w 89"/>
                <a:gd name="T19" fmla="*/ 76 h 145"/>
                <a:gd name="T20" fmla="*/ 70 w 89"/>
                <a:gd name="T21" fmla="*/ 87 h 145"/>
                <a:gd name="T22" fmla="*/ 60 w 89"/>
                <a:gd name="T23" fmla="*/ 94 h 145"/>
                <a:gd name="T24" fmla="*/ 71 w 89"/>
                <a:gd name="T25" fmla="*/ 93 h 145"/>
                <a:gd name="T26" fmla="*/ 74 w 89"/>
                <a:gd name="T27" fmla="*/ 102 h 145"/>
                <a:gd name="T28" fmla="*/ 29 w 89"/>
                <a:gd name="T29" fmla="*/ 110 h 145"/>
                <a:gd name="T30" fmla="*/ 0 w 89"/>
                <a:gd name="T31" fmla="*/ 10 h 145"/>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89" h="145">
                  <a:moveTo>
                    <a:pt x="0" y="13"/>
                  </a:moveTo>
                  <a:lnTo>
                    <a:pt x="12" y="0"/>
                  </a:lnTo>
                  <a:lnTo>
                    <a:pt x="28" y="0"/>
                  </a:lnTo>
                  <a:lnTo>
                    <a:pt x="22" y="14"/>
                  </a:lnTo>
                  <a:lnTo>
                    <a:pt x="18" y="20"/>
                  </a:lnTo>
                  <a:lnTo>
                    <a:pt x="22" y="35"/>
                  </a:lnTo>
                  <a:lnTo>
                    <a:pt x="42" y="58"/>
                  </a:lnTo>
                  <a:lnTo>
                    <a:pt x="47" y="75"/>
                  </a:lnTo>
                  <a:lnTo>
                    <a:pt x="64" y="95"/>
                  </a:lnTo>
                  <a:lnTo>
                    <a:pt x="77" y="99"/>
                  </a:lnTo>
                  <a:lnTo>
                    <a:pt x="83" y="113"/>
                  </a:lnTo>
                  <a:lnTo>
                    <a:pt x="71" y="123"/>
                  </a:lnTo>
                  <a:lnTo>
                    <a:pt x="84" y="122"/>
                  </a:lnTo>
                  <a:lnTo>
                    <a:pt x="88" y="133"/>
                  </a:lnTo>
                  <a:lnTo>
                    <a:pt x="34" y="144"/>
                  </a:lnTo>
                  <a:lnTo>
                    <a:pt x="0" y="13"/>
                  </a:lnTo>
                </a:path>
              </a:pathLst>
            </a:custGeom>
            <a:solidFill>
              <a:srgbClr val="00A78E"/>
            </a:solidFill>
            <a:ln w="19050" cap="rnd" cmpd="sng">
              <a:solidFill>
                <a:schemeClr val="bg1"/>
              </a:solidFill>
              <a:prstDash val="solid"/>
              <a:round/>
              <a:headEnd type="none" w="sm" len="sm"/>
              <a:tailEnd type="none" w="sm" len="sm"/>
            </a:ln>
            <a:effectLst/>
          </p:spPr>
          <p:txBody>
            <a:bodyPr/>
            <a:lstStyle/>
            <a:p>
              <a:endParaRPr lang="en-US">
                <a:cs typeface="Arial" panose="020B0604020202020204" pitchFamily="34" charset="0"/>
              </a:endParaRPr>
            </a:p>
          </p:txBody>
        </p:sp>
        <p:sp>
          <p:nvSpPr>
            <p:cNvPr id="197" name="DC">
              <a:extLst>
                <a:ext uri="{FF2B5EF4-FFF2-40B4-BE49-F238E27FC236}">
                  <a16:creationId xmlns:a16="http://schemas.microsoft.com/office/drawing/2014/main" id="{7425F04C-8808-4822-9338-3BB88B52E01B}"/>
                </a:ext>
                <a:ext uri="{C183D7F6-B498-43B3-948B-1728B52AA6E4}">
                  <adec:decorative xmlns:adec="http://schemas.microsoft.com/office/drawing/2017/decorative" val="1"/>
                </a:ext>
              </a:extLst>
            </p:cNvPr>
            <p:cNvSpPr txBox="1"/>
            <p:nvPr/>
          </p:nvSpPr>
          <p:spPr>
            <a:xfrm>
              <a:off x="10136734" y="3264694"/>
              <a:ext cx="307494" cy="184853"/>
            </a:xfrm>
            <a:prstGeom prst="rect">
              <a:avLst/>
            </a:prstGeom>
            <a:noFill/>
          </p:spPr>
          <p:txBody>
            <a:bodyPr wrap="square" lIns="0" tIns="0" rIns="0" bIns="0" rtlCol="0">
              <a:noAutofit/>
            </a:bodyPr>
            <a:lstStyle/>
            <a:p>
              <a:pPr marL="0" marR="0" lvl="0" indent="0" algn="ctr" defTabSz="456758" eaLnBrk="1" fontAlgn="base" latinLnBrk="0" hangingPunct="1">
                <a:lnSpc>
                  <a:spcPct val="100000"/>
                </a:lnSpc>
                <a:spcBef>
                  <a:spcPts val="1200"/>
                </a:spcBef>
                <a:spcAft>
                  <a:spcPts val="0"/>
                </a:spcAft>
                <a:buClrTx/>
                <a:buSzTx/>
                <a:buFontTx/>
                <a:buNone/>
                <a:tabLst/>
                <a:defRPr/>
              </a:pPr>
              <a:r>
                <a:rPr kumimoji="0" lang="en-US" sz="800" b="1" i="0" u="none" strike="noStrike" kern="0" cap="none" spc="0" normalizeH="0" baseline="0" noProof="0">
                  <a:ln>
                    <a:noFill/>
                  </a:ln>
                  <a:solidFill>
                    <a:schemeClr val="tx2"/>
                  </a:solidFill>
                  <a:effectLst/>
                  <a:uLnTx/>
                  <a:uFillTx/>
                  <a:ea typeface="Open Sans" charset="0"/>
                  <a:cs typeface="Arial" panose="020B0604020202020204" pitchFamily="34" charset="0"/>
                </a:rPr>
                <a:t>D.C.</a:t>
              </a:r>
            </a:p>
          </p:txBody>
        </p:sp>
        <p:sp>
          <p:nvSpPr>
            <p:cNvPr id="198" name="MD">
              <a:extLst>
                <a:ext uri="{FF2B5EF4-FFF2-40B4-BE49-F238E27FC236}">
                  <a16:creationId xmlns:a16="http://schemas.microsoft.com/office/drawing/2014/main" id="{26B83E68-1CF1-4B94-A0A4-09C77B44B856}"/>
                </a:ext>
                <a:ext uri="{C183D7F6-B498-43B3-948B-1728B52AA6E4}">
                  <adec:decorative xmlns:adec="http://schemas.microsoft.com/office/drawing/2017/decorative" val="1"/>
                </a:ext>
              </a:extLst>
            </p:cNvPr>
            <p:cNvSpPr txBox="1"/>
            <p:nvPr/>
          </p:nvSpPr>
          <p:spPr>
            <a:xfrm>
              <a:off x="10056174" y="3384859"/>
              <a:ext cx="237698" cy="187549"/>
            </a:xfrm>
            <a:prstGeom prst="rect">
              <a:avLst/>
            </a:prstGeom>
            <a:noFill/>
          </p:spPr>
          <p:txBody>
            <a:bodyPr wrap="square" lIns="0" tIns="0" rIns="0" bIns="0" rtlCol="0">
              <a:noAutofit/>
            </a:bodyPr>
            <a:lstStyle/>
            <a:p>
              <a:pPr marL="0" marR="0" lvl="0" indent="0" algn="ctr" defTabSz="456758" eaLnBrk="1" fontAlgn="base" latinLnBrk="0" hangingPunct="1">
                <a:lnSpc>
                  <a:spcPct val="100000"/>
                </a:lnSpc>
                <a:spcBef>
                  <a:spcPts val="1200"/>
                </a:spcBef>
                <a:spcAft>
                  <a:spcPts val="0"/>
                </a:spcAft>
                <a:buClrTx/>
                <a:buSzTx/>
                <a:buFontTx/>
                <a:buNone/>
                <a:tabLst/>
                <a:defRPr/>
              </a:pPr>
              <a:r>
                <a:rPr kumimoji="0" lang="en-US" sz="800" b="1" i="0" u="none" strike="noStrike" kern="0" cap="none" spc="0" normalizeH="0" baseline="0" noProof="0">
                  <a:ln>
                    <a:noFill/>
                  </a:ln>
                  <a:effectLst/>
                  <a:uLnTx/>
                  <a:uFillTx/>
                  <a:ea typeface="Open Sans" charset="0"/>
                  <a:cs typeface="Arial" panose="020B0604020202020204" pitchFamily="34" charset="0"/>
                </a:rPr>
                <a:t>MD</a:t>
              </a:r>
            </a:p>
          </p:txBody>
        </p:sp>
        <p:sp>
          <p:nvSpPr>
            <p:cNvPr id="199" name="Maryland shape" descr="MD">
              <a:extLst>
                <a:ext uri="{FF2B5EF4-FFF2-40B4-BE49-F238E27FC236}">
                  <a16:creationId xmlns:a16="http://schemas.microsoft.com/office/drawing/2014/main" id="{D5E1DB23-1718-4063-9577-33C563CB853F}"/>
                </a:ext>
              </a:extLst>
            </p:cNvPr>
            <p:cNvSpPr>
              <a:spLocks noChangeAspect="1"/>
            </p:cNvSpPr>
            <p:nvPr/>
          </p:nvSpPr>
          <p:spPr bwMode="auto">
            <a:xfrm>
              <a:off x="9542242" y="3068461"/>
              <a:ext cx="625951" cy="310437"/>
            </a:xfrm>
            <a:custGeom>
              <a:avLst/>
              <a:gdLst>
                <a:gd name="T0" fmla="*/ 0 w 376"/>
                <a:gd name="T1" fmla="*/ 42 h 189"/>
                <a:gd name="T2" fmla="*/ 8 w 376"/>
                <a:gd name="T3" fmla="*/ 82 h 189"/>
                <a:gd name="T4" fmla="*/ 31 w 376"/>
                <a:gd name="T5" fmla="*/ 58 h 189"/>
                <a:gd name="T6" fmla="*/ 71 w 376"/>
                <a:gd name="T7" fmla="*/ 47 h 189"/>
                <a:gd name="T8" fmla="*/ 77 w 376"/>
                <a:gd name="T9" fmla="*/ 37 h 189"/>
                <a:gd name="T10" fmla="*/ 98 w 376"/>
                <a:gd name="T11" fmla="*/ 35 h 189"/>
                <a:gd name="T12" fmla="*/ 124 w 376"/>
                <a:gd name="T13" fmla="*/ 54 h 189"/>
                <a:gd name="T14" fmla="*/ 143 w 376"/>
                <a:gd name="T15" fmla="*/ 59 h 189"/>
                <a:gd name="T16" fmla="*/ 177 w 376"/>
                <a:gd name="T17" fmla="*/ 88 h 189"/>
                <a:gd name="T18" fmla="*/ 165 w 376"/>
                <a:gd name="T19" fmla="*/ 115 h 189"/>
                <a:gd name="T20" fmla="*/ 170 w 376"/>
                <a:gd name="T21" fmla="*/ 127 h 189"/>
                <a:gd name="T22" fmla="*/ 184 w 376"/>
                <a:gd name="T23" fmla="*/ 122 h 189"/>
                <a:gd name="T24" fmla="*/ 198 w 376"/>
                <a:gd name="T25" fmla="*/ 122 h 189"/>
                <a:gd name="T26" fmla="*/ 205 w 376"/>
                <a:gd name="T27" fmla="*/ 131 h 189"/>
                <a:gd name="T28" fmla="*/ 221 w 376"/>
                <a:gd name="T29" fmla="*/ 131 h 189"/>
                <a:gd name="T30" fmla="*/ 228 w 376"/>
                <a:gd name="T31" fmla="*/ 128 h 189"/>
                <a:gd name="T32" fmla="*/ 217 w 376"/>
                <a:gd name="T33" fmla="*/ 102 h 189"/>
                <a:gd name="T34" fmla="*/ 215 w 376"/>
                <a:gd name="T35" fmla="*/ 58 h 189"/>
                <a:gd name="T36" fmla="*/ 203 w 376"/>
                <a:gd name="T37" fmla="*/ 50 h 189"/>
                <a:gd name="T38" fmla="*/ 228 w 376"/>
                <a:gd name="T39" fmla="*/ 30 h 189"/>
                <a:gd name="T40" fmla="*/ 229 w 376"/>
                <a:gd name="T41" fmla="*/ 16 h 189"/>
                <a:gd name="T42" fmla="*/ 243 w 376"/>
                <a:gd name="T43" fmla="*/ 18 h 189"/>
                <a:gd name="T44" fmla="*/ 226 w 376"/>
                <a:gd name="T45" fmla="*/ 46 h 189"/>
                <a:gd name="T46" fmla="*/ 236 w 376"/>
                <a:gd name="T47" fmla="*/ 79 h 189"/>
                <a:gd name="T48" fmla="*/ 241 w 376"/>
                <a:gd name="T49" fmla="*/ 89 h 189"/>
                <a:gd name="T50" fmla="*/ 249 w 376"/>
                <a:gd name="T51" fmla="*/ 94 h 189"/>
                <a:gd name="T52" fmla="*/ 234 w 376"/>
                <a:gd name="T53" fmla="*/ 93 h 189"/>
                <a:gd name="T54" fmla="*/ 238 w 376"/>
                <a:gd name="T55" fmla="*/ 114 h 189"/>
                <a:gd name="T56" fmla="*/ 265 w 376"/>
                <a:gd name="T57" fmla="*/ 127 h 189"/>
                <a:gd name="T58" fmla="*/ 270 w 376"/>
                <a:gd name="T59" fmla="*/ 131 h 189"/>
                <a:gd name="T60" fmla="*/ 277 w 376"/>
                <a:gd name="T61" fmla="*/ 131 h 189"/>
                <a:gd name="T62" fmla="*/ 274 w 376"/>
                <a:gd name="T63" fmla="*/ 143 h 189"/>
                <a:gd name="T64" fmla="*/ 306 w 376"/>
                <a:gd name="T65" fmla="*/ 128 h 189"/>
                <a:gd name="T66" fmla="*/ 311 w 376"/>
                <a:gd name="T67" fmla="*/ 110 h 189"/>
                <a:gd name="T68" fmla="*/ 319 w 376"/>
                <a:gd name="T69" fmla="*/ 91 h 189"/>
                <a:gd name="T70" fmla="*/ 274 w 376"/>
                <a:gd name="T71" fmla="*/ 99 h 189"/>
                <a:gd name="T72" fmla="*/ 244 w 376"/>
                <a:gd name="T73" fmla="*/ 0 h 189"/>
                <a:gd name="T74" fmla="*/ 0 w 376"/>
                <a:gd name="T75" fmla="*/ 42 h 189"/>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376" h="189">
                  <a:moveTo>
                    <a:pt x="0" y="55"/>
                  </a:moveTo>
                  <a:lnTo>
                    <a:pt x="9" y="108"/>
                  </a:lnTo>
                  <a:lnTo>
                    <a:pt x="37" y="76"/>
                  </a:lnTo>
                  <a:lnTo>
                    <a:pt x="83" y="62"/>
                  </a:lnTo>
                  <a:lnTo>
                    <a:pt x="90" y="48"/>
                  </a:lnTo>
                  <a:lnTo>
                    <a:pt x="115" y="46"/>
                  </a:lnTo>
                  <a:lnTo>
                    <a:pt x="146" y="71"/>
                  </a:lnTo>
                  <a:lnTo>
                    <a:pt x="168" y="77"/>
                  </a:lnTo>
                  <a:lnTo>
                    <a:pt x="208" y="116"/>
                  </a:lnTo>
                  <a:lnTo>
                    <a:pt x="194" y="151"/>
                  </a:lnTo>
                  <a:lnTo>
                    <a:pt x="200" y="167"/>
                  </a:lnTo>
                  <a:lnTo>
                    <a:pt x="216" y="160"/>
                  </a:lnTo>
                  <a:lnTo>
                    <a:pt x="233" y="160"/>
                  </a:lnTo>
                  <a:lnTo>
                    <a:pt x="241" y="172"/>
                  </a:lnTo>
                  <a:lnTo>
                    <a:pt x="260" y="172"/>
                  </a:lnTo>
                  <a:lnTo>
                    <a:pt x="268" y="168"/>
                  </a:lnTo>
                  <a:lnTo>
                    <a:pt x="255" y="134"/>
                  </a:lnTo>
                  <a:lnTo>
                    <a:pt x="253" y="76"/>
                  </a:lnTo>
                  <a:lnTo>
                    <a:pt x="238" y="66"/>
                  </a:lnTo>
                  <a:lnTo>
                    <a:pt x="268" y="39"/>
                  </a:lnTo>
                  <a:lnTo>
                    <a:pt x="269" y="21"/>
                  </a:lnTo>
                  <a:lnTo>
                    <a:pt x="286" y="23"/>
                  </a:lnTo>
                  <a:lnTo>
                    <a:pt x="265" y="61"/>
                  </a:lnTo>
                  <a:lnTo>
                    <a:pt x="277" y="104"/>
                  </a:lnTo>
                  <a:lnTo>
                    <a:pt x="283" y="117"/>
                  </a:lnTo>
                  <a:lnTo>
                    <a:pt x="292" y="123"/>
                  </a:lnTo>
                  <a:lnTo>
                    <a:pt x="275" y="122"/>
                  </a:lnTo>
                  <a:lnTo>
                    <a:pt x="280" y="149"/>
                  </a:lnTo>
                  <a:lnTo>
                    <a:pt x="311" y="167"/>
                  </a:lnTo>
                  <a:lnTo>
                    <a:pt x="317" y="172"/>
                  </a:lnTo>
                  <a:lnTo>
                    <a:pt x="326" y="172"/>
                  </a:lnTo>
                  <a:lnTo>
                    <a:pt x="322" y="188"/>
                  </a:lnTo>
                  <a:lnTo>
                    <a:pt x="359" y="168"/>
                  </a:lnTo>
                  <a:lnTo>
                    <a:pt x="366" y="144"/>
                  </a:lnTo>
                  <a:lnTo>
                    <a:pt x="375" y="119"/>
                  </a:lnTo>
                  <a:lnTo>
                    <a:pt x="322" y="130"/>
                  </a:lnTo>
                  <a:lnTo>
                    <a:pt x="287" y="0"/>
                  </a:lnTo>
                  <a:lnTo>
                    <a:pt x="0" y="55"/>
                  </a:lnTo>
                </a:path>
              </a:pathLst>
            </a:custGeom>
            <a:solidFill>
              <a:srgbClr val="00A78E"/>
            </a:solidFill>
            <a:ln w="19050" cap="rnd" cmpd="sng">
              <a:solidFill>
                <a:schemeClr val="bg1"/>
              </a:solidFill>
              <a:prstDash val="solid"/>
              <a:round/>
              <a:headEnd type="none" w="sm" len="sm"/>
              <a:tailEnd type="none" w="sm" len="sm"/>
            </a:ln>
            <a:effectLst/>
          </p:spPr>
          <p:txBody>
            <a:bodyPr/>
            <a:lstStyle/>
            <a:p>
              <a:endParaRPr lang="en-US">
                <a:cs typeface="Arial" panose="020B0604020202020204" pitchFamily="34" charset="0"/>
              </a:endParaRPr>
            </a:p>
          </p:txBody>
        </p:sp>
        <p:sp>
          <p:nvSpPr>
            <p:cNvPr id="200" name="KY" descr="KY">
              <a:extLst>
                <a:ext uri="{FF2B5EF4-FFF2-40B4-BE49-F238E27FC236}">
                  <a16:creationId xmlns:a16="http://schemas.microsoft.com/office/drawing/2014/main" id="{4AF4016F-66F8-4BC2-8C51-374438AF5B13}"/>
                </a:ext>
              </a:extLst>
            </p:cNvPr>
            <p:cNvSpPr>
              <a:spLocks noChangeAspect="1"/>
            </p:cNvSpPr>
            <p:nvPr/>
          </p:nvSpPr>
          <p:spPr bwMode="auto">
            <a:xfrm>
              <a:off x="8284472" y="3365963"/>
              <a:ext cx="993697" cy="519550"/>
            </a:xfrm>
            <a:custGeom>
              <a:avLst/>
              <a:gdLst>
                <a:gd name="T0" fmla="*/ 3 w 598"/>
                <a:gd name="T1" fmla="*/ 227 h 314"/>
                <a:gd name="T2" fmla="*/ 15 w 598"/>
                <a:gd name="T3" fmla="*/ 225 h 314"/>
                <a:gd name="T4" fmla="*/ 18 w 598"/>
                <a:gd name="T5" fmla="*/ 200 h 314"/>
                <a:gd name="T6" fmla="*/ 10 w 598"/>
                <a:gd name="T7" fmla="*/ 199 h 314"/>
                <a:gd name="T8" fmla="*/ 27 w 598"/>
                <a:gd name="T9" fmla="*/ 178 h 314"/>
                <a:gd name="T10" fmla="*/ 59 w 598"/>
                <a:gd name="T11" fmla="*/ 188 h 314"/>
                <a:gd name="T12" fmla="*/ 63 w 598"/>
                <a:gd name="T13" fmla="*/ 159 h 314"/>
                <a:gd name="T14" fmla="*/ 85 w 598"/>
                <a:gd name="T15" fmla="*/ 151 h 314"/>
                <a:gd name="T16" fmla="*/ 81 w 598"/>
                <a:gd name="T17" fmla="*/ 144 h 314"/>
                <a:gd name="T18" fmla="*/ 93 w 598"/>
                <a:gd name="T19" fmla="*/ 118 h 314"/>
                <a:gd name="T20" fmla="*/ 135 w 598"/>
                <a:gd name="T21" fmla="*/ 115 h 314"/>
                <a:gd name="T22" fmla="*/ 169 w 598"/>
                <a:gd name="T23" fmla="*/ 105 h 314"/>
                <a:gd name="T24" fmla="*/ 192 w 598"/>
                <a:gd name="T25" fmla="*/ 92 h 314"/>
                <a:gd name="T26" fmla="*/ 202 w 598"/>
                <a:gd name="T27" fmla="*/ 85 h 314"/>
                <a:gd name="T28" fmla="*/ 231 w 598"/>
                <a:gd name="T29" fmla="*/ 85 h 314"/>
                <a:gd name="T30" fmla="*/ 262 w 598"/>
                <a:gd name="T31" fmla="*/ 35 h 314"/>
                <a:gd name="T32" fmla="*/ 272 w 598"/>
                <a:gd name="T33" fmla="*/ 38 h 314"/>
                <a:gd name="T34" fmla="*/ 296 w 598"/>
                <a:gd name="T35" fmla="*/ 22 h 314"/>
                <a:gd name="T36" fmla="*/ 290 w 598"/>
                <a:gd name="T37" fmla="*/ 8 h 314"/>
                <a:gd name="T38" fmla="*/ 293 w 598"/>
                <a:gd name="T39" fmla="*/ 1 h 314"/>
                <a:gd name="T40" fmla="*/ 315 w 598"/>
                <a:gd name="T41" fmla="*/ 0 h 314"/>
                <a:gd name="T42" fmla="*/ 329 w 598"/>
                <a:gd name="T43" fmla="*/ 5 h 314"/>
                <a:gd name="T44" fmla="*/ 374 w 598"/>
                <a:gd name="T45" fmla="*/ 29 h 314"/>
                <a:gd name="T46" fmla="*/ 404 w 598"/>
                <a:gd name="T47" fmla="*/ 28 h 314"/>
                <a:gd name="T48" fmla="*/ 419 w 598"/>
                <a:gd name="T49" fmla="*/ 19 h 314"/>
                <a:gd name="T50" fmla="*/ 454 w 598"/>
                <a:gd name="T51" fmla="*/ 39 h 314"/>
                <a:gd name="T52" fmla="*/ 465 w 598"/>
                <a:gd name="T53" fmla="*/ 78 h 314"/>
                <a:gd name="T54" fmla="*/ 506 w 598"/>
                <a:gd name="T55" fmla="*/ 106 h 314"/>
                <a:gd name="T56" fmla="*/ 486 w 598"/>
                <a:gd name="T57" fmla="*/ 128 h 314"/>
                <a:gd name="T58" fmla="*/ 451 w 598"/>
                <a:gd name="T59" fmla="*/ 158 h 314"/>
                <a:gd name="T60" fmla="*/ 451 w 598"/>
                <a:gd name="T61" fmla="*/ 166 h 314"/>
                <a:gd name="T62" fmla="*/ 401 w 598"/>
                <a:gd name="T63" fmla="*/ 196 h 314"/>
                <a:gd name="T64" fmla="*/ 121 w 598"/>
                <a:gd name="T65" fmla="*/ 221 h 314"/>
                <a:gd name="T66" fmla="*/ 92 w 598"/>
                <a:gd name="T67" fmla="*/ 219 h 314"/>
                <a:gd name="T68" fmla="*/ 92 w 598"/>
                <a:gd name="T69" fmla="*/ 233 h 314"/>
                <a:gd name="T70" fmla="*/ 0 w 598"/>
                <a:gd name="T71" fmla="*/ 239 h 314"/>
                <a:gd name="T72" fmla="*/ 3 w 598"/>
                <a:gd name="T73" fmla="*/ 227 h 314"/>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598" h="314">
                  <a:moveTo>
                    <a:pt x="4" y="297"/>
                  </a:moveTo>
                  <a:lnTo>
                    <a:pt x="18" y="294"/>
                  </a:lnTo>
                  <a:lnTo>
                    <a:pt x="21" y="262"/>
                  </a:lnTo>
                  <a:lnTo>
                    <a:pt x="12" y="260"/>
                  </a:lnTo>
                  <a:lnTo>
                    <a:pt x="32" y="233"/>
                  </a:lnTo>
                  <a:lnTo>
                    <a:pt x="69" y="246"/>
                  </a:lnTo>
                  <a:lnTo>
                    <a:pt x="74" y="208"/>
                  </a:lnTo>
                  <a:lnTo>
                    <a:pt x="100" y="198"/>
                  </a:lnTo>
                  <a:lnTo>
                    <a:pt x="96" y="189"/>
                  </a:lnTo>
                  <a:lnTo>
                    <a:pt x="110" y="154"/>
                  </a:lnTo>
                  <a:lnTo>
                    <a:pt x="159" y="151"/>
                  </a:lnTo>
                  <a:lnTo>
                    <a:pt x="199" y="138"/>
                  </a:lnTo>
                  <a:lnTo>
                    <a:pt x="226" y="120"/>
                  </a:lnTo>
                  <a:lnTo>
                    <a:pt x="238" y="111"/>
                  </a:lnTo>
                  <a:lnTo>
                    <a:pt x="272" y="111"/>
                  </a:lnTo>
                  <a:lnTo>
                    <a:pt x="309" y="46"/>
                  </a:lnTo>
                  <a:lnTo>
                    <a:pt x="321" y="50"/>
                  </a:lnTo>
                  <a:lnTo>
                    <a:pt x="349" y="29"/>
                  </a:lnTo>
                  <a:lnTo>
                    <a:pt x="342" y="11"/>
                  </a:lnTo>
                  <a:lnTo>
                    <a:pt x="345" y="1"/>
                  </a:lnTo>
                  <a:lnTo>
                    <a:pt x="371" y="0"/>
                  </a:lnTo>
                  <a:lnTo>
                    <a:pt x="388" y="7"/>
                  </a:lnTo>
                  <a:lnTo>
                    <a:pt x="441" y="38"/>
                  </a:lnTo>
                  <a:lnTo>
                    <a:pt x="477" y="36"/>
                  </a:lnTo>
                  <a:lnTo>
                    <a:pt x="494" y="25"/>
                  </a:lnTo>
                  <a:lnTo>
                    <a:pt x="535" y="51"/>
                  </a:lnTo>
                  <a:lnTo>
                    <a:pt x="549" y="102"/>
                  </a:lnTo>
                  <a:lnTo>
                    <a:pt x="597" y="139"/>
                  </a:lnTo>
                  <a:lnTo>
                    <a:pt x="573" y="167"/>
                  </a:lnTo>
                  <a:lnTo>
                    <a:pt x="532" y="207"/>
                  </a:lnTo>
                  <a:lnTo>
                    <a:pt x="532" y="217"/>
                  </a:lnTo>
                  <a:lnTo>
                    <a:pt x="473" y="256"/>
                  </a:lnTo>
                  <a:lnTo>
                    <a:pt x="143" y="289"/>
                  </a:lnTo>
                  <a:lnTo>
                    <a:pt x="108" y="286"/>
                  </a:lnTo>
                  <a:lnTo>
                    <a:pt x="109" y="305"/>
                  </a:lnTo>
                  <a:lnTo>
                    <a:pt x="0" y="313"/>
                  </a:lnTo>
                  <a:lnTo>
                    <a:pt x="4" y="297"/>
                  </a:lnTo>
                </a:path>
              </a:pathLst>
            </a:custGeom>
            <a:solidFill>
              <a:srgbClr val="00A78E"/>
            </a:solidFill>
            <a:ln w="19050" cap="rnd" cmpd="sng">
              <a:solidFill>
                <a:schemeClr val="bg1"/>
              </a:solidFill>
              <a:prstDash val="solid"/>
              <a:round/>
              <a:headEnd type="none" w="sm" len="sm"/>
              <a:tailEnd type="none" w="sm" len="sm"/>
            </a:ln>
            <a:effectLst/>
          </p:spPr>
          <p:txBody>
            <a:bodyPr lIns="182880" tIns="91440" anchor="ctr"/>
            <a:lstStyle/>
            <a:p>
              <a:pPr lvl="0" algn="ctr" defTabSz="456758" fontAlgn="base">
                <a:spcBef>
                  <a:spcPts val="1200"/>
                </a:spcBef>
                <a:defRPr/>
              </a:pPr>
              <a:r>
                <a:rPr lang="en-US" sz="800" b="1" kern="0">
                  <a:solidFill>
                    <a:schemeClr val="bg1"/>
                  </a:solidFill>
                  <a:ea typeface="Open Sans" charset="0"/>
                  <a:cs typeface="Arial" panose="020B0604020202020204" pitchFamily="34" charset="0"/>
                </a:rPr>
                <a:t>KY</a:t>
              </a:r>
            </a:p>
          </p:txBody>
        </p:sp>
        <p:sp>
          <p:nvSpPr>
            <p:cNvPr id="201" name="WV" descr="WV">
              <a:extLst>
                <a:ext uri="{FF2B5EF4-FFF2-40B4-BE49-F238E27FC236}">
                  <a16:creationId xmlns:a16="http://schemas.microsoft.com/office/drawing/2014/main" id="{2BCD8A12-31E0-408B-B562-46FBFDEE1CBF}"/>
                </a:ext>
              </a:extLst>
            </p:cNvPr>
            <p:cNvSpPr>
              <a:spLocks noChangeAspect="1"/>
            </p:cNvSpPr>
            <p:nvPr/>
          </p:nvSpPr>
          <p:spPr bwMode="auto">
            <a:xfrm>
              <a:off x="9176451" y="3023189"/>
              <a:ext cx="612259" cy="620873"/>
            </a:xfrm>
            <a:custGeom>
              <a:avLst/>
              <a:gdLst>
                <a:gd name="T0" fmla="*/ 0 w 369"/>
                <a:gd name="T1" fmla="*/ 197 h 375"/>
                <a:gd name="T2" fmla="*/ 11 w 369"/>
                <a:gd name="T3" fmla="*/ 236 h 375"/>
                <a:gd name="T4" fmla="*/ 52 w 369"/>
                <a:gd name="T5" fmla="*/ 265 h 375"/>
                <a:gd name="T6" fmla="*/ 70 w 369"/>
                <a:gd name="T7" fmla="*/ 286 h 375"/>
                <a:gd name="T8" fmla="*/ 130 w 369"/>
                <a:gd name="T9" fmla="*/ 263 h 375"/>
                <a:gd name="T10" fmla="*/ 156 w 369"/>
                <a:gd name="T11" fmla="*/ 259 h 375"/>
                <a:gd name="T12" fmla="*/ 170 w 369"/>
                <a:gd name="T13" fmla="*/ 242 h 375"/>
                <a:gd name="T14" fmla="*/ 195 w 369"/>
                <a:gd name="T15" fmla="*/ 157 h 375"/>
                <a:gd name="T16" fmla="*/ 220 w 369"/>
                <a:gd name="T17" fmla="*/ 168 h 375"/>
                <a:gd name="T18" fmla="*/ 268 w 369"/>
                <a:gd name="T19" fmla="*/ 73 h 375"/>
                <a:gd name="T20" fmla="*/ 306 w 369"/>
                <a:gd name="T21" fmla="*/ 93 h 375"/>
                <a:gd name="T22" fmla="*/ 312 w 369"/>
                <a:gd name="T23" fmla="*/ 77 h 375"/>
                <a:gd name="T24" fmla="*/ 286 w 369"/>
                <a:gd name="T25" fmla="*/ 57 h 375"/>
                <a:gd name="T26" fmla="*/ 264 w 369"/>
                <a:gd name="T27" fmla="*/ 58 h 375"/>
                <a:gd name="T28" fmla="*/ 258 w 369"/>
                <a:gd name="T29" fmla="*/ 69 h 375"/>
                <a:gd name="T30" fmla="*/ 220 w 369"/>
                <a:gd name="T31" fmla="*/ 80 h 375"/>
                <a:gd name="T32" fmla="*/ 195 w 369"/>
                <a:gd name="T33" fmla="*/ 105 h 375"/>
                <a:gd name="T34" fmla="*/ 187 w 369"/>
                <a:gd name="T35" fmla="*/ 64 h 375"/>
                <a:gd name="T36" fmla="*/ 120 w 369"/>
                <a:gd name="T37" fmla="*/ 74 h 375"/>
                <a:gd name="T38" fmla="*/ 108 w 369"/>
                <a:gd name="T39" fmla="*/ 0 h 375"/>
                <a:gd name="T40" fmla="*/ 98 w 369"/>
                <a:gd name="T41" fmla="*/ 6 h 375"/>
                <a:gd name="T42" fmla="*/ 103 w 369"/>
                <a:gd name="T43" fmla="*/ 21 h 375"/>
                <a:gd name="T44" fmla="*/ 95 w 369"/>
                <a:gd name="T45" fmla="*/ 86 h 375"/>
                <a:gd name="T46" fmla="*/ 46 w 369"/>
                <a:gd name="T47" fmla="*/ 126 h 375"/>
                <a:gd name="T48" fmla="*/ 39 w 369"/>
                <a:gd name="T49" fmla="*/ 154 h 375"/>
                <a:gd name="T50" fmla="*/ 25 w 369"/>
                <a:gd name="T51" fmla="*/ 147 h 375"/>
                <a:gd name="T52" fmla="*/ 21 w 369"/>
                <a:gd name="T53" fmla="*/ 180 h 375"/>
                <a:gd name="T54" fmla="*/ 0 w 369"/>
                <a:gd name="T55" fmla="*/ 197 h 375"/>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369" h="375">
                  <a:moveTo>
                    <a:pt x="0" y="258"/>
                  </a:moveTo>
                  <a:lnTo>
                    <a:pt x="13" y="309"/>
                  </a:lnTo>
                  <a:lnTo>
                    <a:pt x="61" y="346"/>
                  </a:lnTo>
                  <a:lnTo>
                    <a:pt x="82" y="374"/>
                  </a:lnTo>
                  <a:lnTo>
                    <a:pt x="153" y="344"/>
                  </a:lnTo>
                  <a:lnTo>
                    <a:pt x="184" y="339"/>
                  </a:lnTo>
                  <a:lnTo>
                    <a:pt x="201" y="316"/>
                  </a:lnTo>
                  <a:lnTo>
                    <a:pt x="230" y="205"/>
                  </a:lnTo>
                  <a:lnTo>
                    <a:pt x="259" y="219"/>
                  </a:lnTo>
                  <a:lnTo>
                    <a:pt x="316" y="95"/>
                  </a:lnTo>
                  <a:lnTo>
                    <a:pt x="361" y="121"/>
                  </a:lnTo>
                  <a:lnTo>
                    <a:pt x="368" y="100"/>
                  </a:lnTo>
                  <a:lnTo>
                    <a:pt x="337" y="74"/>
                  </a:lnTo>
                  <a:lnTo>
                    <a:pt x="311" y="76"/>
                  </a:lnTo>
                  <a:lnTo>
                    <a:pt x="304" y="90"/>
                  </a:lnTo>
                  <a:lnTo>
                    <a:pt x="259" y="104"/>
                  </a:lnTo>
                  <a:lnTo>
                    <a:pt x="230" y="137"/>
                  </a:lnTo>
                  <a:lnTo>
                    <a:pt x="221" y="83"/>
                  </a:lnTo>
                  <a:lnTo>
                    <a:pt x="142" y="97"/>
                  </a:lnTo>
                  <a:lnTo>
                    <a:pt x="127" y="0"/>
                  </a:lnTo>
                  <a:lnTo>
                    <a:pt x="115" y="8"/>
                  </a:lnTo>
                  <a:lnTo>
                    <a:pt x="121" y="27"/>
                  </a:lnTo>
                  <a:lnTo>
                    <a:pt x="112" y="112"/>
                  </a:lnTo>
                  <a:lnTo>
                    <a:pt x="54" y="165"/>
                  </a:lnTo>
                  <a:lnTo>
                    <a:pt x="46" y="201"/>
                  </a:lnTo>
                  <a:lnTo>
                    <a:pt x="29" y="192"/>
                  </a:lnTo>
                  <a:lnTo>
                    <a:pt x="25" y="235"/>
                  </a:lnTo>
                  <a:lnTo>
                    <a:pt x="0" y="258"/>
                  </a:lnTo>
                </a:path>
              </a:pathLst>
            </a:custGeom>
            <a:solidFill>
              <a:srgbClr val="00A78E"/>
            </a:solidFill>
            <a:ln w="19050" cap="rnd" cmpd="sng">
              <a:solidFill>
                <a:schemeClr val="bg1"/>
              </a:solidFill>
              <a:prstDash val="solid"/>
              <a:round/>
              <a:headEnd type="none" w="sm" len="sm"/>
              <a:tailEnd type="none" w="sm" len="sm"/>
            </a:ln>
            <a:effectLst/>
          </p:spPr>
          <p:txBody>
            <a:bodyPr lIns="0" tIns="182880" rIns="182880" bIns="0" anchor="ctr"/>
            <a:lstStyle/>
            <a:p>
              <a:pPr lvl="0" algn="ctr" defTabSz="456758" fontAlgn="base">
                <a:spcBef>
                  <a:spcPts val="1200"/>
                </a:spcBef>
                <a:defRPr/>
              </a:pPr>
              <a:r>
                <a:rPr lang="en-US" sz="800" b="1" kern="0">
                  <a:solidFill>
                    <a:schemeClr val="bg1"/>
                  </a:solidFill>
                  <a:ea typeface="Open Sans" charset="0"/>
                  <a:cs typeface="Arial" panose="020B0604020202020204" pitchFamily="34" charset="0"/>
                </a:rPr>
                <a:t>WV</a:t>
              </a:r>
            </a:p>
          </p:txBody>
        </p:sp>
        <p:sp>
          <p:nvSpPr>
            <p:cNvPr id="202" name="VA" descr="VA">
              <a:extLst>
                <a:ext uri="{FF2B5EF4-FFF2-40B4-BE49-F238E27FC236}">
                  <a16:creationId xmlns:a16="http://schemas.microsoft.com/office/drawing/2014/main" id="{19F3DFCC-7D13-4A0B-82A7-CE9D2A370A68}"/>
                </a:ext>
              </a:extLst>
            </p:cNvPr>
            <p:cNvSpPr>
              <a:spLocks noChangeAspect="1"/>
            </p:cNvSpPr>
            <p:nvPr/>
          </p:nvSpPr>
          <p:spPr bwMode="auto">
            <a:xfrm>
              <a:off x="9068866" y="3182718"/>
              <a:ext cx="1058249" cy="607938"/>
            </a:xfrm>
            <a:custGeom>
              <a:avLst/>
              <a:gdLst>
                <a:gd name="T0" fmla="*/ 50 w 638"/>
                <a:gd name="T1" fmla="*/ 251 h 369"/>
                <a:gd name="T2" fmla="*/ 50 w 638"/>
                <a:gd name="T3" fmla="*/ 243 h 369"/>
                <a:gd name="T4" fmla="*/ 85 w 638"/>
                <a:gd name="T5" fmla="*/ 212 h 369"/>
                <a:gd name="T6" fmla="*/ 105 w 638"/>
                <a:gd name="T7" fmla="*/ 191 h 369"/>
                <a:gd name="T8" fmla="*/ 123 w 638"/>
                <a:gd name="T9" fmla="*/ 212 h 369"/>
                <a:gd name="T10" fmla="*/ 184 w 638"/>
                <a:gd name="T11" fmla="*/ 190 h 369"/>
                <a:gd name="T12" fmla="*/ 210 w 638"/>
                <a:gd name="T13" fmla="*/ 186 h 369"/>
                <a:gd name="T14" fmla="*/ 224 w 638"/>
                <a:gd name="T15" fmla="*/ 168 h 369"/>
                <a:gd name="T16" fmla="*/ 248 w 638"/>
                <a:gd name="T17" fmla="*/ 83 h 369"/>
                <a:gd name="T18" fmla="*/ 273 w 638"/>
                <a:gd name="T19" fmla="*/ 94 h 369"/>
                <a:gd name="T20" fmla="*/ 321 w 638"/>
                <a:gd name="T21" fmla="*/ 0 h 369"/>
                <a:gd name="T22" fmla="*/ 360 w 638"/>
                <a:gd name="T23" fmla="*/ 19 h 369"/>
                <a:gd name="T24" fmla="*/ 365 w 638"/>
                <a:gd name="T25" fmla="*/ 3 h 369"/>
                <a:gd name="T26" fmla="*/ 384 w 638"/>
                <a:gd name="T27" fmla="*/ 8 h 369"/>
                <a:gd name="T28" fmla="*/ 418 w 638"/>
                <a:gd name="T29" fmla="*/ 37 h 369"/>
                <a:gd name="T30" fmla="*/ 406 w 638"/>
                <a:gd name="T31" fmla="*/ 64 h 369"/>
                <a:gd name="T32" fmla="*/ 411 w 638"/>
                <a:gd name="T33" fmla="*/ 76 h 369"/>
                <a:gd name="T34" fmla="*/ 425 w 638"/>
                <a:gd name="T35" fmla="*/ 71 h 369"/>
                <a:gd name="T36" fmla="*/ 436 w 638"/>
                <a:gd name="T37" fmla="*/ 84 h 369"/>
                <a:gd name="T38" fmla="*/ 489 w 638"/>
                <a:gd name="T39" fmla="*/ 100 h 369"/>
                <a:gd name="T40" fmla="*/ 439 w 638"/>
                <a:gd name="T41" fmla="*/ 98 h 369"/>
                <a:gd name="T42" fmla="*/ 491 w 638"/>
                <a:gd name="T43" fmla="*/ 141 h 369"/>
                <a:gd name="T44" fmla="*/ 459 w 638"/>
                <a:gd name="T45" fmla="*/ 136 h 369"/>
                <a:gd name="T46" fmla="*/ 523 w 638"/>
                <a:gd name="T47" fmla="*/ 175 h 369"/>
                <a:gd name="T48" fmla="*/ 540 w 638"/>
                <a:gd name="T49" fmla="*/ 202 h 369"/>
                <a:gd name="T50" fmla="*/ 529 w 638"/>
                <a:gd name="T51" fmla="*/ 197 h 369"/>
                <a:gd name="T52" fmla="*/ 527 w 638"/>
                <a:gd name="T53" fmla="*/ 205 h 369"/>
                <a:gd name="T54" fmla="*/ 315 w 638"/>
                <a:gd name="T55" fmla="*/ 242 h 369"/>
                <a:gd name="T56" fmla="*/ 139 w 638"/>
                <a:gd name="T57" fmla="*/ 264 h 369"/>
                <a:gd name="T58" fmla="*/ 0 w 638"/>
                <a:gd name="T59" fmla="*/ 281 h 369"/>
                <a:gd name="T60" fmla="*/ 50 w 638"/>
                <a:gd name="T61" fmla="*/ 251 h 369"/>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638" h="369">
                  <a:moveTo>
                    <a:pt x="59" y="328"/>
                  </a:moveTo>
                  <a:lnTo>
                    <a:pt x="59" y="318"/>
                  </a:lnTo>
                  <a:lnTo>
                    <a:pt x="100" y="278"/>
                  </a:lnTo>
                  <a:lnTo>
                    <a:pt x="124" y="250"/>
                  </a:lnTo>
                  <a:lnTo>
                    <a:pt x="145" y="278"/>
                  </a:lnTo>
                  <a:lnTo>
                    <a:pt x="217" y="249"/>
                  </a:lnTo>
                  <a:lnTo>
                    <a:pt x="248" y="243"/>
                  </a:lnTo>
                  <a:lnTo>
                    <a:pt x="264" y="220"/>
                  </a:lnTo>
                  <a:lnTo>
                    <a:pt x="293" y="109"/>
                  </a:lnTo>
                  <a:lnTo>
                    <a:pt x="322" y="123"/>
                  </a:lnTo>
                  <a:lnTo>
                    <a:pt x="379" y="0"/>
                  </a:lnTo>
                  <a:lnTo>
                    <a:pt x="424" y="25"/>
                  </a:lnTo>
                  <a:lnTo>
                    <a:pt x="431" y="4"/>
                  </a:lnTo>
                  <a:lnTo>
                    <a:pt x="453" y="10"/>
                  </a:lnTo>
                  <a:lnTo>
                    <a:pt x="493" y="49"/>
                  </a:lnTo>
                  <a:lnTo>
                    <a:pt x="479" y="84"/>
                  </a:lnTo>
                  <a:lnTo>
                    <a:pt x="485" y="100"/>
                  </a:lnTo>
                  <a:lnTo>
                    <a:pt x="501" y="93"/>
                  </a:lnTo>
                  <a:lnTo>
                    <a:pt x="514" y="110"/>
                  </a:lnTo>
                  <a:lnTo>
                    <a:pt x="577" y="131"/>
                  </a:lnTo>
                  <a:lnTo>
                    <a:pt x="518" y="128"/>
                  </a:lnTo>
                  <a:lnTo>
                    <a:pt x="579" y="184"/>
                  </a:lnTo>
                  <a:lnTo>
                    <a:pt x="541" y="178"/>
                  </a:lnTo>
                  <a:lnTo>
                    <a:pt x="617" y="229"/>
                  </a:lnTo>
                  <a:lnTo>
                    <a:pt x="637" y="264"/>
                  </a:lnTo>
                  <a:lnTo>
                    <a:pt x="624" y="258"/>
                  </a:lnTo>
                  <a:lnTo>
                    <a:pt x="621" y="268"/>
                  </a:lnTo>
                  <a:lnTo>
                    <a:pt x="371" y="317"/>
                  </a:lnTo>
                  <a:lnTo>
                    <a:pt x="164" y="345"/>
                  </a:lnTo>
                  <a:lnTo>
                    <a:pt x="0" y="368"/>
                  </a:lnTo>
                  <a:lnTo>
                    <a:pt x="59" y="328"/>
                  </a:lnTo>
                </a:path>
              </a:pathLst>
            </a:custGeom>
            <a:solidFill>
              <a:srgbClr val="00A78E"/>
            </a:solidFill>
            <a:ln w="19050" cap="rnd" cmpd="sng">
              <a:solidFill>
                <a:schemeClr val="bg1"/>
              </a:solidFill>
              <a:prstDash val="solid"/>
              <a:round/>
              <a:headEnd type="none" w="sm" len="sm"/>
              <a:tailEnd type="none" w="sm" len="sm"/>
            </a:ln>
            <a:effectLst/>
          </p:spPr>
          <p:txBody>
            <a:bodyPr lIns="274320" rIns="0" bIns="0" anchor="ctr"/>
            <a:lstStyle/>
            <a:p>
              <a:pPr lvl="0" algn="ctr" defTabSz="456758" fontAlgn="base">
                <a:spcBef>
                  <a:spcPts val="1200"/>
                </a:spcBef>
                <a:defRPr/>
              </a:pPr>
              <a:r>
                <a:rPr lang="en-US" sz="800" b="1" kern="0">
                  <a:solidFill>
                    <a:schemeClr val="bg1"/>
                  </a:solidFill>
                  <a:ea typeface="Open Sans" charset="0"/>
                  <a:cs typeface="Arial" panose="020B0604020202020204" pitchFamily="34" charset="0"/>
                </a:rPr>
                <a:t>VA</a:t>
              </a:r>
            </a:p>
          </p:txBody>
        </p:sp>
        <p:sp>
          <p:nvSpPr>
            <p:cNvPr id="203" name="AR" descr="AR">
              <a:extLst>
                <a:ext uri="{FF2B5EF4-FFF2-40B4-BE49-F238E27FC236}">
                  <a16:creationId xmlns:a16="http://schemas.microsoft.com/office/drawing/2014/main" id="{A3B36C7B-B7BF-4A95-BD92-95272A99E281}"/>
                </a:ext>
              </a:extLst>
            </p:cNvPr>
            <p:cNvSpPr>
              <a:spLocks noChangeAspect="1"/>
            </p:cNvSpPr>
            <p:nvPr/>
          </p:nvSpPr>
          <p:spPr bwMode="auto">
            <a:xfrm>
              <a:off x="7566583" y="3885513"/>
              <a:ext cx="692459" cy="631652"/>
            </a:xfrm>
            <a:custGeom>
              <a:avLst/>
              <a:gdLst>
                <a:gd name="T0" fmla="*/ 14 w 416"/>
                <a:gd name="T1" fmla="*/ 99 h 383"/>
                <a:gd name="T2" fmla="*/ 11 w 416"/>
                <a:gd name="T3" fmla="*/ 240 h 383"/>
                <a:gd name="T4" fmla="*/ 18 w 416"/>
                <a:gd name="T5" fmla="*/ 249 h 383"/>
                <a:gd name="T6" fmla="*/ 43 w 416"/>
                <a:gd name="T7" fmla="*/ 249 h 383"/>
                <a:gd name="T8" fmla="*/ 43 w 416"/>
                <a:gd name="T9" fmla="*/ 292 h 383"/>
                <a:gd name="T10" fmla="*/ 254 w 416"/>
                <a:gd name="T11" fmla="*/ 289 h 383"/>
                <a:gd name="T12" fmla="*/ 249 w 416"/>
                <a:gd name="T13" fmla="*/ 245 h 383"/>
                <a:gd name="T14" fmla="*/ 266 w 416"/>
                <a:gd name="T15" fmla="*/ 196 h 383"/>
                <a:gd name="T16" fmla="*/ 294 w 416"/>
                <a:gd name="T17" fmla="*/ 163 h 383"/>
                <a:gd name="T18" fmla="*/ 291 w 416"/>
                <a:gd name="T19" fmla="*/ 154 h 383"/>
                <a:gd name="T20" fmla="*/ 311 w 416"/>
                <a:gd name="T21" fmla="*/ 123 h 383"/>
                <a:gd name="T22" fmla="*/ 322 w 416"/>
                <a:gd name="T23" fmla="*/ 90 h 383"/>
                <a:gd name="T24" fmla="*/ 317 w 416"/>
                <a:gd name="T25" fmla="*/ 87 h 383"/>
                <a:gd name="T26" fmla="*/ 335 w 416"/>
                <a:gd name="T27" fmla="*/ 75 h 383"/>
                <a:gd name="T28" fmla="*/ 352 w 416"/>
                <a:gd name="T29" fmla="*/ 45 h 383"/>
                <a:gd name="T30" fmla="*/ 346 w 416"/>
                <a:gd name="T31" fmla="*/ 39 h 383"/>
                <a:gd name="T32" fmla="*/ 300 w 416"/>
                <a:gd name="T33" fmla="*/ 41 h 383"/>
                <a:gd name="T34" fmla="*/ 311 w 416"/>
                <a:gd name="T35" fmla="*/ 25 h 383"/>
                <a:gd name="T36" fmla="*/ 308 w 416"/>
                <a:gd name="T37" fmla="*/ 0 h 383"/>
                <a:gd name="T38" fmla="*/ 0 w 416"/>
                <a:gd name="T39" fmla="*/ 8 h 383"/>
                <a:gd name="T40" fmla="*/ 14 w 416"/>
                <a:gd name="T41" fmla="*/ 99 h 38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416" h="383">
                  <a:moveTo>
                    <a:pt x="16" y="129"/>
                  </a:moveTo>
                  <a:lnTo>
                    <a:pt x="13" y="314"/>
                  </a:lnTo>
                  <a:lnTo>
                    <a:pt x="21" y="325"/>
                  </a:lnTo>
                  <a:lnTo>
                    <a:pt x="51" y="325"/>
                  </a:lnTo>
                  <a:lnTo>
                    <a:pt x="51" y="382"/>
                  </a:lnTo>
                  <a:lnTo>
                    <a:pt x="299" y="378"/>
                  </a:lnTo>
                  <a:lnTo>
                    <a:pt x="294" y="320"/>
                  </a:lnTo>
                  <a:lnTo>
                    <a:pt x="314" y="256"/>
                  </a:lnTo>
                  <a:lnTo>
                    <a:pt x="346" y="213"/>
                  </a:lnTo>
                  <a:lnTo>
                    <a:pt x="343" y="201"/>
                  </a:lnTo>
                  <a:lnTo>
                    <a:pt x="366" y="161"/>
                  </a:lnTo>
                  <a:lnTo>
                    <a:pt x="379" y="118"/>
                  </a:lnTo>
                  <a:lnTo>
                    <a:pt x="374" y="114"/>
                  </a:lnTo>
                  <a:lnTo>
                    <a:pt x="395" y="98"/>
                  </a:lnTo>
                  <a:lnTo>
                    <a:pt x="415" y="59"/>
                  </a:lnTo>
                  <a:lnTo>
                    <a:pt x="408" y="51"/>
                  </a:lnTo>
                  <a:lnTo>
                    <a:pt x="353" y="53"/>
                  </a:lnTo>
                  <a:lnTo>
                    <a:pt x="367" y="33"/>
                  </a:lnTo>
                  <a:lnTo>
                    <a:pt x="363" y="0"/>
                  </a:lnTo>
                  <a:lnTo>
                    <a:pt x="0" y="11"/>
                  </a:lnTo>
                  <a:lnTo>
                    <a:pt x="16" y="129"/>
                  </a:lnTo>
                </a:path>
              </a:pathLst>
            </a:custGeom>
            <a:solidFill>
              <a:srgbClr val="646464"/>
            </a:solidFill>
            <a:ln w="19050" cap="rnd" cmpd="sng">
              <a:solidFill>
                <a:schemeClr val="bg1"/>
              </a:solidFill>
              <a:prstDash val="solid"/>
              <a:round/>
              <a:headEnd type="none" w="sm" len="sm"/>
              <a:tailEnd type="none" w="sm" len="sm"/>
            </a:ln>
            <a:effectLst/>
          </p:spPr>
          <p:txBody>
            <a:bodyPr lIns="0" rIns="91440" anchor="ctr"/>
            <a:lstStyle/>
            <a:p>
              <a:pPr lvl="0" algn="ctr" defTabSz="456758" fontAlgn="base">
                <a:spcBef>
                  <a:spcPts val="1200"/>
                </a:spcBef>
                <a:defRPr/>
              </a:pPr>
              <a:r>
                <a:rPr lang="en-US" sz="800" b="1" kern="0">
                  <a:solidFill>
                    <a:schemeClr val="bg1"/>
                  </a:solidFill>
                  <a:ea typeface="Open Sans" charset="0"/>
                  <a:cs typeface="Arial" panose="020B0604020202020204" pitchFamily="34" charset="0"/>
                </a:rPr>
                <a:t>AR</a:t>
              </a:r>
            </a:p>
          </p:txBody>
        </p:sp>
        <p:sp>
          <p:nvSpPr>
            <p:cNvPr id="204" name="TN" descr="TN">
              <a:extLst>
                <a:ext uri="{FF2B5EF4-FFF2-40B4-BE49-F238E27FC236}">
                  <a16:creationId xmlns:a16="http://schemas.microsoft.com/office/drawing/2014/main" id="{892258D3-2278-4D2C-9E0D-0ED0B3E71A81}"/>
                </a:ext>
              </a:extLst>
            </p:cNvPr>
            <p:cNvSpPr>
              <a:spLocks noChangeAspect="1"/>
            </p:cNvSpPr>
            <p:nvPr/>
          </p:nvSpPr>
          <p:spPr bwMode="auto">
            <a:xfrm>
              <a:off x="8174929" y="3754008"/>
              <a:ext cx="1169747" cy="403137"/>
            </a:xfrm>
            <a:custGeom>
              <a:avLst/>
              <a:gdLst>
                <a:gd name="T0" fmla="*/ 10 w 705"/>
                <a:gd name="T1" fmla="*/ 153 h 244"/>
                <a:gd name="T2" fmla="*/ 7 w 705"/>
                <a:gd name="T3" fmla="*/ 150 h 244"/>
                <a:gd name="T4" fmla="*/ 25 w 705"/>
                <a:gd name="T5" fmla="*/ 138 h 244"/>
                <a:gd name="T6" fmla="*/ 41 w 705"/>
                <a:gd name="T7" fmla="*/ 109 h 244"/>
                <a:gd name="T8" fmla="*/ 35 w 705"/>
                <a:gd name="T9" fmla="*/ 102 h 244"/>
                <a:gd name="T10" fmla="*/ 43 w 705"/>
                <a:gd name="T11" fmla="*/ 88 h 244"/>
                <a:gd name="T12" fmla="*/ 44 w 705"/>
                <a:gd name="T13" fmla="*/ 71 h 244"/>
                <a:gd name="T14" fmla="*/ 55 w 705"/>
                <a:gd name="T15" fmla="*/ 60 h 244"/>
                <a:gd name="T16" fmla="*/ 148 w 705"/>
                <a:gd name="T17" fmla="*/ 54 h 244"/>
                <a:gd name="T18" fmla="*/ 147 w 705"/>
                <a:gd name="T19" fmla="*/ 40 h 244"/>
                <a:gd name="T20" fmla="*/ 176 w 705"/>
                <a:gd name="T21" fmla="*/ 42 h 244"/>
                <a:gd name="T22" fmla="*/ 457 w 705"/>
                <a:gd name="T23" fmla="*/ 17 h 244"/>
                <a:gd name="T24" fmla="*/ 597 w 705"/>
                <a:gd name="T25" fmla="*/ 0 h 244"/>
                <a:gd name="T26" fmla="*/ 572 w 705"/>
                <a:gd name="T27" fmla="*/ 44 h 244"/>
                <a:gd name="T28" fmla="*/ 534 w 705"/>
                <a:gd name="T29" fmla="*/ 52 h 244"/>
                <a:gd name="T30" fmla="*/ 517 w 705"/>
                <a:gd name="T31" fmla="*/ 75 h 244"/>
                <a:gd name="T32" fmla="*/ 448 w 705"/>
                <a:gd name="T33" fmla="*/ 111 h 244"/>
                <a:gd name="T34" fmla="*/ 444 w 705"/>
                <a:gd name="T35" fmla="*/ 126 h 244"/>
                <a:gd name="T36" fmla="*/ 427 w 705"/>
                <a:gd name="T37" fmla="*/ 134 h 244"/>
                <a:gd name="T38" fmla="*/ 428 w 705"/>
                <a:gd name="T39" fmla="*/ 153 h 244"/>
                <a:gd name="T40" fmla="*/ 335 w 705"/>
                <a:gd name="T41" fmla="*/ 162 h 244"/>
                <a:gd name="T42" fmla="*/ 150 w 705"/>
                <a:gd name="T43" fmla="*/ 177 h 244"/>
                <a:gd name="T44" fmla="*/ 0 w 705"/>
                <a:gd name="T45" fmla="*/ 186 h 244"/>
                <a:gd name="T46" fmla="*/ 10 w 705"/>
                <a:gd name="T47" fmla="*/ 153 h 244"/>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705" h="244">
                  <a:moveTo>
                    <a:pt x="12" y="200"/>
                  </a:moveTo>
                  <a:lnTo>
                    <a:pt x="8" y="196"/>
                  </a:lnTo>
                  <a:lnTo>
                    <a:pt x="29" y="180"/>
                  </a:lnTo>
                  <a:lnTo>
                    <a:pt x="48" y="142"/>
                  </a:lnTo>
                  <a:lnTo>
                    <a:pt x="41" y="133"/>
                  </a:lnTo>
                  <a:lnTo>
                    <a:pt x="51" y="115"/>
                  </a:lnTo>
                  <a:lnTo>
                    <a:pt x="52" y="93"/>
                  </a:lnTo>
                  <a:lnTo>
                    <a:pt x="65" y="78"/>
                  </a:lnTo>
                  <a:lnTo>
                    <a:pt x="175" y="71"/>
                  </a:lnTo>
                  <a:lnTo>
                    <a:pt x="173" y="52"/>
                  </a:lnTo>
                  <a:lnTo>
                    <a:pt x="208" y="55"/>
                  </a:lnTo>
                  <a:lnTo>
                    <a:pt x="539" y="22"/>
                  </a:lnTo>
                  <a:lnTo>
                    <a:pt x="704" y="0"/>
                  </a:lnTo>
                  <a:lnTo>
                    <a:pt x="674" y="58"/>
                  </a:lnTo>
                  <a:lnTo>
                    <a:pt x="629" y="68"/>
                  </a:lnTo>
                  <a:lnTo>
                    <a:pt x="609" y="98"/>
                  </a:lnTo>
                  <a:lnTo>
                    <a:pt x="528" y="145"/>
                  </a:lnTo>
                  <a:lnTo>
                    <a:pt x="524" y="164"/>
                  </a:lnTo>
                  <a:lnTo>
                    <a:pt x="503" y="175"/>
                  </a:lnTo>
                  <a:lnTo>
                    <a:pt x="504" y="199"/>
                  </a:lnTo>
                  <a:lnTo>
                    <a:pt x="395" y="211"/>
                  </a:lnTo>
                  <a:lnTo>
                    <a:pt x="177" y="231"/>
                  </a:lnTo>
                  <a:lnTo>
                    <a:pt x="0" y="243"/>
                  </a:lnTo>
                  <a:lnTo>
                    <a:pt x="12" y="200"/>
                  </a:lnTo>
                </a:path>
              </a:pathLst>
            </a:custGeom>
            <a:solidFill>
              <a:srgbClr val="646464"/>
            </a:solidFill>
            <a:ln w="19050" cap="rnd" cmpd="sng">
              <a:solidFill>
                <a:schemeClr val="bg1"/>
              </a:solidFill>
              <a:prstDash val="solid"/>
              <a:round/>
              <a:headEnd type="none" w="sm" len="sm"/>
              <a:tailEnd type="none" w="sm" len="sm"/>
            </a:ln>
            <a:effectLst/>
          </p:spPr>
          <p:txBody>
            <a:bodyPr anchor="ctr"/>
            <a:lstStyle/>
            <a:p>
              <a:pPr lvl="0" algn="ctr" defTabSz="456758" fontAlgn="base">
                <a:spcBef>
                  <a:spcPts val="1200"/>
                </a:spcBef>
                <a:defRPr/>
              </a:pPr>
              <a:r>
                <a:rPr lang="en-US" sz="800" b="1" kern="0">
                  <a:solidFill>
                    <a:schemeClr val="bg1"/>
                  </a:solidFill>
                  <a:ea typeface="Open Sans" charset="0"/>
                  <a:cs typeface="Arial" panose="020B0604020202020204" pitchFamily="34" charset="0"/>
                </a:rPr>
                <a:t>TN</a:t>
              </a:r>
            </a:p>
          </p:txBody>
        </p:sp>
        <p:sp>
          <p:nvSpPr>
            <p:cNvPr id="205" name="NC" descr="NC">
              <a:extLst>
                <a:ext uri="{FF2B5EF4-FFF2-40B4-BE49-F238E27FC236}">
                  <a16:creationId xmlns:a16="http://schemas.microsoft.com/office/drawing/2014/main" id="{D91E3724-B605-44D5-8293-33722F3A74AD}"/>
                </a:ext>
              </a:extLst>
            </p:cNvPr>
            <p:cNvSpPr>
              <a:spLocks noChangeAspect="1"/>
            </p:cNvSpPr>
            <p:nvPr/>
          </p:nvSpPr>
          <p:spPr bwMode="auto">
            <a:xfrm>
              <a:off x="9012139" y="3622504"/>
              <a:ext cx="1167791" cy="534640"/>
            </a:xfrm>
            <a:custGeom>
              <a:avLst/>
              <a:gdLst>
                <a:gd name="T0" fmla="*/ 0 w 703"/>
                <a:gd name="T1" fmla="*/ 212 h 322"/>
                <a:gd name="T2" fmla="*/ 86 w 703"/>
                <a:gd name="T3" fmla="*/ 201 h 322"/>
                <a:gd name="T4" fmla="*/ 136 w 703"/>
                <a:gd name="T5" fmla="*/ 179 h 322"/>
                <a:gd name="T6" fmla="*/ 232 w 703"/>
                <a:gd name="T7" fmla="*/ 169 h 322"/>
                <a:gd name="T8" fmla="*/ 271 w 703"/>
                <a:gd name="T9" fmla="*/ 192 h 322"/>
                <a:gd name="T10" fmla="*/ 333 w 703"/>
                <a:gd name="T11" fmla="*/ 184 h 322"/>
                <a:gd name="T12" fmla="*/ 426 w 703"/>
                <a:gd name="T13" fmla="*/ 246 h 322"/>
                <a:gd name="T14" fmla="*/ 463 w 703"/>
                <a:gd name="T15" fmla="*/ 238 h 322"/>
                <a:gd name="T16" fmla="*/ 515 w 703"/>
                <a:gd name="T17" fmla="*/ 167 h 322"/>
                <a:gd name="T18" fmla="*/ 557 w 703"/>
                <a:gd name="T19" fmla="*/ 151 h 322"/>
                <a:gd name="T20" fmla="*/ 570 w 703"/>
                <a:gd name="T21" fmla="*/ 130 h 322"/>
                <a:gd name="T22" fmla="*/ 524 w 703"/>
                <a:gd name="T23" fmla="*/ 139 h 322"/>
                <a:gd name="T24" fmla="*/ 512 w 703"/>
                <a:gd name="T25" fmla="*/ 124 h 322"/>
                <a:gd name="T26" fmla="*/ 540 w 703"/>
                <a:gd name="T27" fmla="*/ 117 h 322"/>
                <a:gd name="T28" fmla="*/ 539 w 703"/>
                <a:gd name="T29" fmla="*/ 107 h 322"/>
                <a:gd name="T30" fmla="*/ 508 w 703"/>
                <a:gd name="T31" fmla="*/ 97 h 322"/>
                <a:gd name="T32" fmla="*/ 548 w 703"/>
                <a:gd name="T33" fmla="*/ 84 h 322"/>
                <a:gd name="T34" fmla="*/ 546 w 703"/>
                <a:gd name="T35" fmla="*/ 99 h 322"/>
                <a:gd name="T36" fmla="*/ 572 w 703"/>
                <a:gd name="T37" fmla="*/ 98 h 322"/>
                <a:gd name="T38" fmla="*/ 587 w 703"/>
                <a:gd name="T39" fmla="*/ 72 h 322"/>
                <a:gd name="T40" fmla="*/ 596 w 703"/>
                <a:gd name="T41" fmla="*/ 72 h 322"/>
                <a:gd name="T42" fmla="*/ 590 w 703"/>
                <a:gd name="T43" fmla="*/ 49 h 322"/>
                <a:gd name="T44" fmla="*/ 572 w 703"/>
                <a:gd name="T45" fmla="*/ 72 h 322"/>
                <a:gd name="T46" fmla="*/ 554 w 703"/>
                <a:gd name="T47" fmla="*/ 21 h 322"/>
                <a:gd name="T48" fmla="*/ 566 w 703"/>
                <a:gd name="T49" fmla="*/ 19 h 322"/>
                <a:gd name="T50" fmla="*/ 583 w 703"/>
                <a:gd name="T51" fmla="*/ 33 h 322"/>
                <a:gd name="T52" fmla="*/ 570 w 703"/>
                <a:gd name="T53" fmla="*/ 10 h 322"/>
                <a:gd name="T54" fmla="*/ 557 w 703"/>
                <a:gd name="T55" fmla="*/ 0 h 322"/>
                <a:gd name="T56" fmla="*/ 346 w 703"/>
                <a:gd name="T57" fmla="*/ 38 h 322"/>
                <a:gd name="T58" fmla="*/ 170 w 703"/>
                <a:gd name="T59" fmla="*/ 58 h 322"/>
                <a:gd name="T60" fmla="*/ 144 w 703"/>
                <a:gd name="T61" fmla="*/ 104 h 322"/>
                <a:gd name="T62" fmla="*/ 106 w 703"/>
                <a:gd name="T63" fmla="*/ 111 h 322"/>
                <a:gd name="T64" fmla="*/ 89 w 703"/>
                <a:gd name="T65" fmla="*/ 134 h 322"/>
                <a:gd name="T66" fmla="*/ 21 w 703"/>
                <a:gd name="T67" fmla="*/ 170 h 322"/>
                <a:gd name="T68" fmla="*/ 17 w 703"/>
                <a:gd name="T69" fmla="*/ 185 h 322"/>
                <a:gd name="T70" fmla="*/ 0 w 703"/>
                <a:gd name="T71" fmla="*/ 193 h 322"/>
                <a:gd name="T72" fmla="*/ 0 w 703"/>
                <a:gd name="T73" fmla="*/ 212 h 322"/>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703" h="322">
                  <a:moveTo>
                    <a:pt x="0" y="276"/>
                  </a:moveTo>
                  <a:lnTo>
                    <a:pt x="101" y="262"/>
                  </a:lnTo>
                  <a:lnTo>
                    <a:pt x="160" y="233"/>
                  </a:lnTo>
                  <a:lnTo>
                    <a:pt x="273" y="220"/>
                  </a:lnTo>
                  <a:lnTo>
                    <a:pt x="319" y="250"/>
                  </a:lnTo>
                  <a:lnTo>
                    <a:pt x="392" y="240"/>
                  </a:lnTo>
                  <a:lnTo>
                    <a:pt x="502" y="321"/>
                  </a:lnTo>
                  <a:lnTo>
                    <a:pt x="545" y="310"/>
                  </a:lnTo>
                  <a:lnTo>
                    <a:pt x="607" y="218"/>
                  </a:lnTo>
                  <a:lnTo>
                    <a:pt x="656" y="197"/>
                  </a:lnTo>
                  <a:lnTo>
                    <a:pt x="671" y="170"/>
                  </a:lnTo>
                  <a:lnTo>
                    <a:pt x="617" y="181"/>
                  </a:lnTo>
                  <a:lnTo>
                    <a:pt x="603" y="162"/>
                  </a:lnTo>
                  <a:lnTo>
                    <a:pt x="636" y="153"/>
                  </a:lnTo>
                  <a:lnTo>
                    <a:pt x="635" y="140"/>
                  </a:lnTo>
                  <a:lnTo>
                    <a:pt x="598" y="126"/>
                  </a:lnTo>
                  <a:lnTo>
                    <a:pt x="645" y="109"/>
                  </a:lnTo>
                  <a:lnTo>
                    <a:pt x="643" y="129"/>
                  </a:lnTo>
                  <a:lnTo>
                    <a:pt x="674" y="128"/>
                  </a:lnTo>
                  <a:lnTo>
                    <a:pt x="691" y="94"/>
                  </a:lnTo>
                  <a:lnTo>
                    <a:pt x="702" y="94"/>
                  </a:lnTo>
                  <a:lnTo>
                    <a:pt x="695" y="64"/>
                  </a:lnTo>
                  <a:lnTo>
                    <a:pt x="673" y="94"/>
                  </a:lnTo>
                  <a:lnTo>
                    <a:pt x="652" y="28"/>
                  </a:lnTo>
                  <a:lnTo>
                    <a:pt x="666" y="25"/>
                  </a:lnTo>
                  <a:lnTo>
                    <a:pt x="686" y="43"/>
                  </a:lnTo>
                  <a:lnTo>
                    <a:pt x="671" y="13"/>
                  </a:lnTo>
                  <a:lnTo>
                    <a:pt x="656" y="0"/>
                  </a:lnTo>
                  <a:lnTo>
                    <a:pt x="407" y="49"/>
                  </a:lnTo>
                  <a:lnTo>
                    <a:pt x="200" y="76"/>
                  </a:lnTo>
                  <a:lnTo>
                    <a:pt x="170" y="135"/>
                  </a:lnTo>
                  <a:lnTo>
                    <a:pt x="125" y="145"/>
                  </a:lnTo>
                  <a:lnTo>
                    <a:pt x="105" y="175"/>
                  </a:lnTo>
                  <a:lnTo>
                    <a:pt x="25" y="222"/>
                  </a:lnTo>
                  <a:lnTo>
                    <a:pt x="20" y="241"/>
                  </a:lnTo>
                  <a:lnTo>
                    <a:pt x="0" y="252"/>
                  </a:lnTo>
                  <a:lnTo>
                    <a:pt x="0" y="276"/>
                  </a:lnTo>
                </a:path>
              </a:pathLst>
            </a:custGeom>
            <a:solidFill>
              <a:srgbClr val="646464"/>
            </a:solidFill>
            <a:ln w="19050" cap="rnd" cmpd="sng">
              <a:solidFill>
                <a:schemeClr val="bg1"/>
              </a:solidFill>
              <a:prstDash val="solid"/>
              <a:round/>
              <a:headEnd type="none" w="sm" len="sm"/>
              <a:tailEnd type="none" w="sm" len="sm"/>
            </a:ln>
            <a:effectLst/>
          </p:spPr>
          <p:txBody>
            <a:bodyPr lIns="274320" anchor="ctr"/>
            <a:lstStyle/>
            <a:p>
              <a:pPr lvl="0" algn="ctr" defTabSz="456758" fontAlgn="base">
                <a:spcBef>
                  <a:spcPts val="1200"/>
                </a:spcBef>
                <a:defRPr/>
              </a:pPr>
              <a:r>
                <a:rPr lang="en-US" sz="800" b="1" kern="0">
                  <a:solidFill>
                    <a:schemeClr val="bg1"/>
                  </a:solidFill>
                  <a:ea typeface="Open Sans" charset="0"/>
                  <a:cs typeface="Arial" panose="020B0604020202020204" pitchFamily="34" charset="0"/>
                </a:rPr>
                <a:t>NC</a:t>
              </a:r>
            </a:p>
          </p:txBody>
        </p:sp>
        <p:sp>
          <p:nvSpPr>
            <p:cNvPr id="206" name="LA" descr="LA">
              <a:extLst>
                <a:ext uri="{FF2B5EF4-FFF2-40B4-BE49-F238E27FC236}">
                  <a16:creationId xmlns:a16="http://schemas.microsoft.com/office/drawing/2014/main" id="{4E101A58-2E01-4461-8DDD-3042CF8D9FE4}"/>
                </a:ext>
              </a:extLst>
            </p:cNvPr>
            <p:cNvSpPr>
              <a:spLocks noChangeAspect="1"/>
            </p:cNvSpPr>
            <p:nvPr/>
          </p:nvSpPr>
          <p:spPr bwMode="auto">
            <a:xfrm>
              <a:off x="7652651" y="4508542"/>
              <a:ext cx="784396" cy="689859"/>
            </a:xfrm>
            <a:custGeom>
              <a:avLst/>
              <a:gdLst>
                <a:gd name="T0" fmla="*/ 0 w 472"/>
                <a:gd name="T1" fmla="*/ 2 h 417"/>
                <a:gd name="T2" fmla="*/ 4 w 472"/>
                <a:gd name="T3" fmla="*/ 88 h 417"/>
                <a:gd name="T4" fmla="*/ 40 w 472"/>
                <a:gd name="T5" fmla="*/ 151 h 417"/>
                <a:gd name="T6" fmla="*/ 27 w 472"/>
                <a:gd name="T7" fmla="*/ 200 h 417"/>
                <a:gd name="T8" fmla="*/ 30 w 472"/>
                <a:gd name="T9" fmla="*/ 242 h 417"/>
                <a:gd name="T10" fmla="*/ 13 w 472"/>
                <a:gd name="T11" fmla="*/ 262 h 417"/>
                <a:gd name="T12" fmla="*/ 20 w 472"/>
                <a:gd name="T13" fmla="*/ 269 h 417"/>
                <a:gd name="T14" fmla="*/ 73 w 472"/>
                <a:gd name="T15" fmla="*/ 262 h 417"/>
                <a:gd name="T16" fmla="*/ 139 w 472"/>
                <a:gd name="T17" fmla="*/ 279 h 417"/>
                <a:gd name="T18" fmla="*/ 160 w 472"/>
                <a:gd name="T19" fmla="*/ 263 h 417"/>
                <a:gd name="T20" fmla="*/ 225 w 472"/>
                <a:gd name="T21" fmla="*/ 288 h 417"/>
                <a:gd name="T22" fmla="*/ 230 w 472"/>
                <a:gd name="T23" fmla="*/ 302 h 417"/>
                <a:gd name="T24" fmla="*/ 255 w 472"/>
                <a:gd name="T25" fmla="*/ 313 h 417"/>
                <a:gd name="T26" fmla="*/ 267 w 472"/>
                <a:gd name="T27" fmla="*/ 301 h 417"/>
                <a:gd name="T28" fmla="*/ 298 w 472"/>
                <a:gd name="T29" fmla="*/ 311 h 417"/>
                <a:gd name="T30" fmla="*/ 316 w 472"/>
                <a:gd name="T31" fmla="*/ 302 h 417"/>
                <a:gd name="T32" fmla="*/ 314 w 472"/>
                <a:gd name="T33" fmla="*/ 284 h 417"/>
                <a:gd name="T34" fmla="*/ 365 w 472"/>
                <a:gd name="T35" fmla="*/ 301 h 417"/>
                <a:gd name="T36" fmla="*/ 364 w 472"/>
                <a:gd name="T37" fmla="*/ 318 h 417"/>
                <a:gd name="T38" fmla="*/ 399 w 472"/>
                <a:gd name="T39" fmla="*/ 295 h 417"/>
                <a:gd name="T40" fmla="*/ 367 w 472"/>
                <a:gd name="T41" fmla="*/ 291 h 417"/>
                <a:gd name="T42" fmla="*/ 342 w 472"/>
                <a:gd name="T43" fmla="*/ 268 h 417"/>
                <a:gd name="T44" fmla="*/ 373 w 472"/>
                <a:gd name="T45" fmla="*/ 239 h 417"/>
                <a:gd name="T46" fmla="*/ 373 w 472"/>
                <a:gd name="T47" fmla="*/ 221 h 417"/>
                <a:gd name="T48" fmla="*/ 340 w 472"/>
                <a:gd name="T49" fmla="*/ 246 h 417"/>
                <a:gd name="T50" fmla="*/ 325 w 472"/>
                <a:gd name="T51" fmla="*/ 239 h 417"/>
                <a:gd name="T52" fmla="*/ 338 w 472"/>
                <a:gd name="T53" fmla="*/ 223 h 417"/>
                <a:gd name="T54" fmla="*/ 302 w 472"/>
                <a:gd name="T55" fmla="*/ 234 h 417"/>
                <a:gd name="T56" fmla="*/ 278 w 472"/>
                <a:gd name="T57" fmla="*/ 225 h 417"/>
                <a:gd name="T58" fmla="*/ 285 w 472"/>
                <a:gd name="T59" fmla="*/ 210 h 417"/>
                <a:gd name="T60" fmla="*/ 346 w 472"/>
                <a:gd name="T61" fmla="*/ 221 h 417"/>
                <a:gd name="T62" fmla="*/ 321 w 472"/>
                <a:gd name="T63" fmla="*/ 184 h 417"/>
                <a:gd name="T64" fmla="*/ 325 w 472"/>
                <a:gd name="T65" fmla="*/ 156 h 417"/>
                <a:gd name="T66" fmla="*/ 186 w 472"/>
                <a:gd name="T67" fmla="*/ 161 h 417"/>
                <a:gd name="T68" fmla="*/ 202 w 472"/>
                <a:gd name="T69" fmla="*/ 102 h 417"/>
                <a:gd name="T70" fmla="*/ 226 w 472"/>
                <a:gd name="T71" fmla="*/ 71 h 417"/>
                <a:gd name="T72" fmla="*/ 218 w 472"/>
                <a:gd name="T73" fmla="*/ 63 h 417"/>
                <a:gd name="T74" fmla="*/ 209 w 472"/>
                <a:gd name="T75" fmla="*/ 0 h 417"/>
                <a:gd name="T76" fmla="*/ 0 w 472"/>
                <a:gd name="T77" fmla="*/ 2 h 417"/>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472" h="417">
                  <a:moveTo>
                    <a:pt x="0" y="3"/>
                  </a:moveTo>
                  <a:lnTo>
                    <a:pt x="5" y="115"/>
                  </a:lnTo>
                  <a:lnTo>
                    <a:pt x="47" y="197"/>
                  </a:lnTo>
                  <a:lnTo>
                    <a:pt x="32" y="262"/>
                  </a:lnTo>
                  <a:lnTo>
                    <a:pt x="35" y="316"/>
                  </a:lnTo>
                  <a:lnTo>
                    <a:pt x="15" y="343"/>
                  </a:lnTo>
                  <a:lnTo>
                    <a:pt x="24" y="351"/>
                  </a:lnTo>
                  <a:lnTo>
                    <a:pt x="86" y="343"/>
                  </a:lnTo>
                  <a:lnTo>
                    <a:pt x="164" y="365"/>
                  </a:lnTo>
                  <a:lnTo>
                    <a:pt x="189" y="344"/>
                  </a:lnTo>
                  <a:lnTo>
                    <a:pt x="265" y="377"/>
                  </a:lnTo>
                  <a:lnTo>
                    <a:pt x="271" y="395"/>
                  </a:lnTo>
                  <a:lnTo>
                    <a:pt x="301" y="409"/>
                  </a:lnTo>
                  <a:lnTo>
                    <a:pt x="315" y="393"/>
                  </a:lnTo>
                  <a:lnTo>
                    <a:pt x="352" y="407"/>
                  </a:lnTo>
                  <a:lnTo>
                    <a:pt x="373" y="395"/>
                  </a:lnTo>
                  <a:lnTo>
                    <a:pt x="370" y="371"/>
                  </a:lnTo>
                  <a:lnTo>
                    <a:pt x="431" y="393"/>
                  </a:lnTo>
                  <a:lnTo>
                    <a:pt x="429" y="416"/>
                  </a:lnTo>
                  <a:lnTo>
                    <a:pt x="471" y="386"/>
                  </a:lnTo>
                  <a:lnTo>
                    <a:pt x="433" y="381"/>
                  </a:lnTo>
                  <a:lnTo>
                    <a:pt x="404" y="350"/>
                  </a:lnTo>
                  <a:lnTo>
                    <a:pt x="440" y="312"/>
                  </a:lnTo>
                  <a:lnTo>
                    <a:pt x="440" y="289"/>
                  </a:lnTo>
                  <a:lnTo>
                    <a:pt x="401" y="321"/>
                  </a:lnTo>
                  <a:lnTo>
                    <a:pt x="383" y="312"/>
                  </a:lnTo>
                  <a:lnTo>
                    <a:pt x="399" y="292"/>
                  </a:lnTo>
                  <a:lnTo>
                    <a:pt x="356" y="306"/>
                  </a:lnTo>
                  <a:lnTo>
                    <a:pt x="328" y="294"/>
                  </a:lnTo>
                  <a:lnTo>
                    <a:pt x="336" y="275"/>
                  </a:lnTo>
                  <a:lnTo>
                    <a:pt x="408" y="289"/>
                  </a:lnTo>
                  <a:lnTo>
                    <a:pt x="379" y="240"/>
                  </a:lnTo>
                  <a:lnTo>
                    <a:pt x="384" y="204"/>
                  </a:lnTo>
                  <a:lnTo>
                    <a:pt x="219" y="211"/>
                  </a:lnTo>
                  <a:lnTo>
                    <a:pt x="238" y="133"/>
                  </a:lnTo>
                  <a:lnTo>
                    <a:pt x="267" y="93"/>
                  </a:lnTo>
                  <a:lnTo>
                    <a:pt x="257" y="82"/>
                  </a:lnTo>
                  <a:lnTo>
                    <a:pt x="247" y="0"/>
                  </a:lnTo>
                  <a:lnTo>
                    <a:pt x="0" y="3"/>
                  </a:lnTo>
                </a:path>
              </a:pathLst>
            </a:custGeom>
            <a:solidFill>
              <a:srgbClr val="646464"/>
            </a:solidFill>
            <a:ln w="19050" cap="rnd" cmpd="sng">
              <a:solidFill>
                <a:schemeClr val="bg1"/>
              </a:solidFill>
              <a:prstDash val="solid"/>
              <a:round/>
              <a:headEnd type="none" w="sm" len="sm"/>
              <a:tailEnd type="none" w="sm" len="sm"/>
            </a:ln>
            <a:effectLst/>
          </p:spPr>
          <p:txBody>
            <a:bodyPr lIns="9144" rIns="365760" anchor="ctr"/>
            <a:lstStyle/>
            <a:p>
              <a:pPr lvl="0" algn="ctr" defTabSz="456758" fontAlgn="base">
                <a:spcBef>
                  <a:spcPts val="1200"/>
                </a:spcBef>
                <a:defRPr/>
              </a:pPr>
              <a:r>
                <a:rPr lang="en-US" sz="800" b="1" kern="0">
                  <a:solidFill>
                    <a:schemeClr val="bg1"/>
                  </a:solidFill>
                  <a:ea typeface="Open Sans" charset="0"/>
                  <a:cs typeface="Arial" panose="020B0604020202020204" pitchFamily="34" charset="0"/>
                </a:rPr>
                <a:t>LA</a:t>
              </a:r>
            </a:p>
          </p:txBody>
        </p:sp>
        <p:sp>
          <p:nvSpPr>
            <p:cNvPr id="207" name="MS" descr="MS">
              <a:extLst>
                <a:ext uri="{FF2B5EF4-FFF2-40B4-BE49-F238E27FC236}">
                  <a16:creationId xmlns:a16="http://schemas.microsoft.com/office/drawing/2014/main" id="{5671BCAC-03A7-43DD-9707-BDC54CD52E7C}"/>
                </a:ext>
              </a:extLst>
            </p:cNvPr>
            <p:cNvSpPr>
              <a:spLocks noChangeAspect="1"/>
            </p:cNvSpPr>
            <p:nvPr/>
          </p:nvSpPr>
          <p:spPr bwMode="auto">
            <a:xfrm>
              <a:off x="8016485" y="4131275"/>
              <a:ext cx="487068" cy="858012"/>
            </a:xfrm>
            <a:custGeom>
              <a:avLst/>
              <a:gdLst>
                <a:gd name="T0" fmla="*/ 16 w 293"/>
                <a:gd name="T1" fmla="*/ 277 h 518"/>
                <a:gd name="T2" fmla="*/ 41 w 293"/>
                <a:gd name="T3" fmla="*/ 245 h 518"/>
                <a:gd name="T4" fmla="*/ 32 w 293"/>
                <a:gd name="T5" fmla="*/ 238 h 518"/>
                <a:gd name="T6" fmla="*/ 24 w 293"/>
                <a:gd name="T7" fmla="*/ 174 h 518"/>
                <a:gd name="T8" fmla="*/ 20 w 293"/>
                <a:gd name="T9" fmla="*/ 130 h 518"/>
                <a:gd name="T10" fmla="*/ 37 w 293"/>
                <a:gd name="T11" fmla="*/ 81 h 518"/>
                <a:gd name="T12" fmla="*/ 64 w 293"/>
                <a:gd name="T13" fmla="*/ 48 h 518"/>
                <a:gd name="T14" fmla="*/ 61 w 293"/>
                <a:gd name="T15" fmla="*/ 38 h 518"/>
                <a:gd name="T16" fmla="*/ 81 w 293"/>
                <a:gd name="T17" fmla="*/ 8 h 518"/>
                <a:gd name="T18" fmla="*/ 230 w 293"/>
                <a:gd name="T19" fmla="*/ 0 h 518"/>
                <a:gd name="T20" fmla="*/ 238 w 293"/>
                <a:gd name="T21" fmla="*/ 7 h 518"/>
                <a:gd name="T22" fmla="*/ 230 w 293"/>
                <a:gd name="T23" fmla="*/ 253 h 518"/>
                <a:gd name="T24" fmla="*/ 248 w 293"/>
                <a:gd name="T25" fmla="*/ 372 h 518"/>
                <a:gd name="T26" fmla="*/ 241 w 293"/>
                <a:gd name="T27" fmla="*/ 378 h 518"/>
                <a:gd name="T28" fmla="*/ 209 w 293"/>
                <a:gd name="T29" fmla="*/ 371 h 518"/>
                <a:gd name="T30" fmla="*/ 161 w 293"/>
                <a:gd name="T31" fmla="*/ 396 h 518"/>
                <a:gd name="T32" fmla="*/ 136 w 293"/>
                <a:gd name="T33" fmla="*/ 358 h 518"/>
                <a:gd name="T34" fmla="*/ 140 w 293"/>
                <a:gd name="T35" fmla="*/ 330 h 518"/>
                <a:gd name="T36" fmla="*/ 0 w 293"/>
                <a:gd name="T37" fmla="*/ 336 h 518"/>
                <a:gd name="T38" fmla="*/ 16 w 293"/>
                <a:gd name="T39" fmla="*/ 277 h 51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293" h="518">
                  <a:moveTo>
                    <a:pt x="19" y="361"/>
                  </a:moveTo>
                  <a:lnTo>
                    <a:pt x="48" y="320"/>
                  </a:lnTo>
                  <a:lnTo>
                    <a:pt x="38" y="310"/>
                  </a:lnTo>
                  <a:lnTo>
                    <a:pt x="28" y="227"/>
                  </a:lnTo>
                  <a:lnTo>
                    <a:pt x="23" y="169"/>
                  </a:lnTo>
                  <a:lnTo>
                    <a:pt x="43" y="106"/>
                  </a:lnTo>
                  <a:lnTo>
                    <a:pt x="75" y="63"/>
                  </a:lnTo>
                  <a:lnTo>
                    <a:pt x="72" y="50"/>
                  </a:lnTo>
                  <a:lnTo>
                    <a:pt x="95" y="11"/>
                  </a:lnTo>
                  <a:lnTo>
                    <a:pt x="271" y="0"/>
                  </a:lnTo>
                  <a:lnTo>
                    <a:pt x="280" y="9"/>
                  </a:lnTo>
                  <a:lnTo>
                    <a:pt x="271" y="330"/>
                  </a:lnTo>
                  <a:lnTo>
                    <a:pt x="292" y="486"/>
                  </a:lnTo>
                  <a:lnTo>
                    <a:pt x="283" y="493"/>
                  </a:lnTo>
                  <a:lnTo>
                    <a:pt x="246" y="484"/>
                  </a:lnTo>
                  <a:lnTo>
                    <a:pt x="189" y="517"/>
                  </a:lnTo>
                  <a:lnTo>
                    <a:pt x="160" y="467"/>
                  </a:lnTo>
                  <a:lnTo>
                    <a:pt x="165" y="431"/>
                  </a:lnTo>
                  <a:lnTo>
                    <a:pt x="0" y="438"/>
                  </a:lnTo>
                  <a:lnTo>
                    <a:pt x="19" y="361"/>
                  </a:lnTo>
                </a:path>
              </a:pathLst>
            </a:custGeom>
            <a:solidFill>
              <a:srgbClr val="646464"/>
            </a:solidFill>
            <a:ln w="19050" cap="rnd" cmpd="sng">
              <a:solidFill>
                <a:schemeClr val="bg1"/>
              </a:solidFill>
              <a:prstDash val="solid"/>
              <a:round/>
              <a:headEnd type="none" w="sm" len="sm"/>
              <a:tailEnd type="none" w="sm" len="sm"/>
            </a:ln>
            <a:effectLst/>
          </p:spPr>
          <p:txBody>
            <a:bodyPr anchor="ctr"/>
            <a:lstStyle/>
            <a:p>
              <a:pPr lvl="0" algn="ctr" defTabSz="456758" fontAlgn="base">
                <a:spcBef>
                  <a:spcPts val="1200"/>
                </a:spcBef>
                <a:defRPr/>
              </a:pPr>
              <a:r>
                <a:rPr lang="en-US" sz="800" b="1" kern="0">
                  <a:solidFill>
                    <a:schemeClr val="bg1"/>
                  </a:solidFill>
                  <a:ea typeface="Open Sans" charset="0"/>
                  <a:cs typeface="Arial" panose="020B0604020202020204" pitchFamily="34" charset="0"/>
                </a:rPr>
                <a:t>MS</a:t>
              </a:r>
            </a:p>
          </p:txBody>
        </p:sp>
        <p:sp>
          <p:nvSpPr>
            <p:cNvPr id="208" name="AL" descr="AL">
              <a:extLst>
                <a:ext uri="{FF2B5EF4-FFF2-40B4-BE49-F238E27FC236}">
                  <a16:creationId xmlns:a16="http://schemas.microsoft.com/office/drawing/2014/main" id="{3E604B0F-53F9-4CA4-A057-C305F7DA1C5F}"/>
                </a:ext>
              </a:extLst>
            </p:cNvPr>
            <p:cNvSpPr>
              <a:spLocks noChangeAspect="1"/>
            </p:cNvSpPr>
            <p:nvPr/>
          </p:nvSpPr>
          <p:spPr bwMode="auto">
            <a:xfrm>
              <a:off x="8466388" y="4101094"/>
              <a:ext cx="526190" cy="860168"/>
            </a:xfrm>
            <a:custGeom>
              <a:avLst/>
              <a:gdLst>
                <a:gd name="T0" fmla="*/ 7 w 315"/>
                <a:gd name="T1" fmla="*/ 22 h 522"/>
                <a:gd name="T2" fmla="*/ 0 w 315"/>
                <a:gd name="T3" fmla="*/ 268 h 522"/>
                <a:gd name="T4" fmla="*/ 17 w 315"/>
                <a:gd name="T5" fmla="*/ 387 h 522"/>
                <a:gd name="T6" fmla="*/ 35 w 315"/>
                <a:gd name="T7" fmla="*/ 391 h 522"/>
                <a:gd name="T8" fmla="*/ 51 w 315"/>
                <a:gd name="T9" fmla="*/ 381 h 522"/>
                <a:gd name="T10" fmla="*/ 62 w 315"/>
                <a:gd name="T11" fmla="*/ 390 h 522"/>
                <a:gd name="T12" fmla="*/ 46 w 315"/>
                <a:gd name="T13" fmla="*/ 398 h 522"/>
                <a:gd name="T14" fmla="*/ 83 w 315"/>
                <a:gd name="T15" fmla="*/ 389 h 522"/>
                <a:gd name="T16" fmla="*/ 91 w 315"/>
                <a:gd name="T17" fmla="*/ 378 h 522"/>
                <a:gd name="T18" fmla="*/ 85 w 315"/>
                <a:gd name="T19" fmla="*/ 371 h 522"/>
                <a:gd name="T20" fmla="*/ 88 w 315"/>
                <a:gd name="T21" fmla="*/ 362 h 522"/>
                <a:gd name="T22" fmla="*/ 71 w 315"/>
                <a:gd name="T23" fmla="*/ 346 h 522"/>
                <a:gd name="T24" fmla="*/ 71 w 315"/>
                <a:gd name="T25" fmla="*/ 333 h 522"/>
                <a:gd name="T26" fmla="*/ 267 w 315"/>
                <a:gd name="T27" fmla="*/ 317 h 522"/>
                <a:gd name="T28" fmla="*/ 250 w 315"/>
                <a:gd name="T29" fmla="*/ 255 h 522"/>
                <a:gd name="T30" fmla="*/ 261 w 315"/>
                <a:gd name="T31" fmla="*/ 217 h 522"/>
                <a:gd name="T32" fmla="*/ 236 w 315"/>
                <a:gd name="T33" fmla="*/ 168 h 522"/>
                <a:gd name="T34" fmla="*/ 185 w 315"/>
                <a:gd name="T35" fmla="*/ 0 h 522"/>
                <a:gd name="T36" fmla="*/ 0 w 315"/>
                <a:gd name="T37" fmla="*/ 15 h 522"/>
                <a:gd name="T38" fmla="*/ 7 w 315"/>
                <a:gd name="T39" fmla="*/ 22 h 522"/>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315" h="522">
                  <a:moveTo>
                    <a:pt x="8" y="29"/>
                  </a:moveTo>
                  <a:lnTo>
                    <a:pt x="0" y="350"/>
                  </a:lnTo>
                  <a:lnTo>
                    <a:pt x="20" y="506"/>
                  </a:lnTo>
                  <a:lnTo>
                    <a:pt x="41" y="511"/>
                  </a:lnTo>
                  <a:lnTo>
                    <a:pt x="60" y="499"/>
                  </a:lnTo>
                  <a:lnTo>
                    <a:pt x="73" y="510"/>
                  </a:lnTo>
                  <a:lnTo>
                    <a:pt x="54" y="521"/>
                  </a:lnTo>
                  <a:lnTo>
                    <a:pt x="98" y="509"/>
                  </a:lnTo>
                  <a:lnTo>
                    <a:pt x="107" y="495"/>
                  </a:lnTo>
                  <a:lnTo>
                    <a:pt x="100" y="486"/>
                  </a:lnTo>
                  <a:lnTo>
                    <a:pt x="104" y="473"/>
                  </a:lnTo>
                  <a:lnTo>
                    <a:pt x="83" y="453"/>
                  </a:lnTo>
                  <a:lnTo>
                    <a:pt x="84" y="436"/>
                  </a:lnTo>
                  <a:lnTo>
                    <a:pt x="314" y="415"/>
                  </a:lnTo>
                  <a:lnTo>
                    <a:pt x="294" y="333"/>
                  </a:lnTo>
                  <a:lnTo>
                    <a:pt x="307" y="284"/>
                  </a:lnTo>
                  <a:lnTo>
                    <a:pt x="277" y="220"/>
                  </a:lnTo>
                  <a:lnTo>
                    <a:pt x="218" y="0"/>
                  </a:lnTo>
                  <a:lnTo>
                    <a:pt x="0" y="20"/>
                  </a:lnTo>
                  <a:lnTo>
                    <a:pt x="8" y="29"/>
                  </a:lnTo>
                </a:path>
              </a:pathLst>
            </a:custGeom>
            <a:solidFill>
              <a:srgbClr val="646464"/>
            </a:solidFill>
            <a:ln w="19050" cap="rnd" cmpd="sng">
              <a:solidFill>
                <a:schemeClr val="bg1"/>
              </a:solidFill>
              <a:prstDash val="solid"/>
              <a:round/>
              <a:headEnd type="none" w="sm" len="sm"/>
              <a:tailEnd type="none" w="sm" len="sm"/>
            </a:ln>
            <a:effectLst/>
          </p:spPr>
          <p:txBody>
            <a:bodyPr lIns="0" tIns="0" rIns="91440" anchor="ctr"/>
            <a:lstStyle/>
            <a:p>
              <a:pPr lvl="0" algn="ctr" defTabSz="456758" fontAlgn="base">
                <a:spcBef>
                  <a:spcPts val="1200"/>
                </a:spcBef>
                <a:defRPr/>
              </a:pPr>
              <a:r>
                <a:rPr lang="en-US" sz="800" b="1" kern="0">
                  <a:solidFill>
                    <a:schemeClr val="bg1"/>
                  </a:solidFill>
                  <a:ea typeface="Open Sans" charset="0"/>
                  <a:cs typeface="Arial" panose="020B0604020202020204" pitchFamily="34" charset="0"/>
                </a:rPr>
                <a:t>AL</a:t>
              </a:r>
            </a:p>
          </p:txBody>
        </p:sp>
        <p:sp>
          <p:nvSpPr>
            <p:cNvPr id="209" name="GA" descr="GA">
              <a:extLst>
                <a:ext uri="{FF2B5EF4-FFF2-40B4-BE49-F238E27FC236}">
                  <a16:creationId xmlns:a16="http://schemas.microsoft.com/office/drawing/2014/main" id="{704ED10D-DF6D-47DD-BD7A-3C9D1C024F71}"/>
                </a:ext>
              </a:extLst>
            </p:cNvPr>
            <p:cNvSpPr>
              <a:spLocks noChangeAspect="1"/>
            </p:cNvSpPr>
            <p:nvPr/>
          </p:nvSpPr>
          <p:spPr bwMode="auto">
            <a:xfrm>
              <a:off x="8830222" y="4057978"/>
              <a:ext cx="737449" cy="784714"/>
            </a:xfrm>
            <a:custGeom>
              <a:avLst/>
              <a:gdLst>
                <a:gd name="T0" fmla="*/ 49 w 444"/>
                <a:gd name="T1" fmla="*/ 188 h 476"/>
                <a:gd name="T2" fmla="*/ 75 w 444"/>
                <a:gd name="T3" fmla="*/ 237 h 476"/>
                <a:gd name="T4" fmla="*/ 65 w 444"/>
                <a:gd name="T5" fmla="*/ 275 h 476"/>
                <a:gd name="T6" fmla="*/ 81 w 444"/>
                <a:gd name="T7" fmla="*/ 337 h 476"/>
                <a:gd name="T8" fmla="*/ 95 w 444"/>
                <a:gd name="T9" fmla="*/ 359 h 476"/>
                <a:gd name="T10" fmla="*/ 297 w 444"/>
                <a:gd name="T11" fmla="*/ 348 h 476"/>
                <a:gd name="T12" fmla="*/ 299 w 444"/>
                <a:gd name="T13" fmla="*/ 362 h 476"/>
                <a:gd name="T14" fmla="*/ 311 w 444"/>
                <a:gd name="T15" fmla="*/ 363 h 476"/>
                <a:gd name="T16" fmla="*/ 306 w 444"/>
                <a:gd name="T17" fmla="*/ 333 h 476"/>
                <a:gd name="T18" fmla="*/ 315 w 444"/>
                <a:gd name="T19" fmla="*/ 323 h 476"/>
                <a:gd name="T20" fmla="*/ 345 w 444"/>
                <a:gd name="T21" fmla="*/ 330 h 476"/>
                <a:gd name="T22" fmla="*/ 349 w 444"/>
                <a:gd name="T23" fmla="*/ 309 h 476"/>
                <a:gd name="T24" fmla="*/ 346 w 444"/>
                <a:gd name="T25" fmla="*/ 279 h 476"/>
                <a:gd name="T26" fmla="*/ 358 w 444"/>
                <a:gd name="T27" fmla="*/ 271 h 476"/>
                <a:gd name="T28" fmla="*/ 377 w 444"/>
                <a:gd name="T29" fmla="*/ 216 h 476"/>
                <a:gd name="T30" fmla="*/ 364 w 444"/>
                <a:gd name="T31" fmla="*/ 214 h 476"/>
                <a:gd name="T32" fmla="*/ 315 w 444"/>
                <a:gd name="T33" fmla="*/ 143 h 476"/>
                <a:gd name="T34" fmla="*/ 209 w 444"/>
                <a:gd name="T35" fmla="*/ 53 h 476"/>
                <a:gd name="T36" fmla="*/ 163 w 444"/>
                <a:gd name="T37" fmla="*/ 26 h 476"/>
                <a:gd name="T38" fmla="*/ 178 w 444"/>
                <a:gd name="T39" fmla="*/ 0 h 476"/>
                <a:gd name="T40" fmla="*/ 92 w 444"/>
                <a:gd name="T41" fmla="*/ 10 h 476"/>
                <a:gd name="T42" fmla="*/ 0 w 444"/>
                <a:gd name="T43" fmla="*/ 19 h 476"/>
                <a:gd name="T44" fmla="*/ 49 w 444"/>
                <a:gd name="T45" fmla="*/ 188 h 47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444" h="476">
                  <a:moveTo>
                    <a:pt x="58" y="246"/>
                  </a:moveTo>
                  <a:lnTo>
                    <a:pt x="88" y="310"/>
                  </a:lnTo>
                  <a:lnTo>
                    <a:pt x="76" y="359"/>
                  </a:lnTo>
                  <a:lnTo>
                    <a:pt x="95" y="441"/>
                  </a:lnTo>
                  <a:lnTo>
                    <a:pt x="112" y="469"/>
                  </a:lnTo>
                  <a:lnTo>
                    <a:pt x="349" y="455"/>
                  </a:lnTo>
                  <a:lnTo>
                    <a:pt x="351" y="473"/>
                  </a:lnTo>
                  <a:lnTo>
                    <a:pt x="365" y="475"/>
                  </a:lnTo>
                  <a:lnTo>
                    <a:pt x="360" y="435"/>
                  </a:lnTo>
                  <a:lnTo>
                    <a:pt x="370" y="423"/>
                  </a:lnTo>
                  <a:lnTo>
                    <a:pt x="405" y="431"/>
                  </a:lnTo>
                  <a:lnTo>
                    <a:pt x="410" y="404"/>
                  </a:lnTo>
                  <a:lnTo>
                    <a:pt x="406" y="365"/>
                  </a:lnTo>
                  <a:lnTo>
                    <a:pt x="420" y="355"/>
                  </a:lnTo>
                  <a:lnTo>
                    <a:pt x="443" y="283"/>
                  </a:lnTo>
                  <a:lnTo>
                    <a:pt x="427" y="280"/>
                  </a:lnTo>
                  <a:lnTo>
                    <a:pt x="370" y="187"/>
                  </a:lnTo>
                  <a:lnTo>
                    <a:pt x="246" y="69"/>
                  </a:lnTo>
                  <a:lnTo>
                    <a:pt x="191" y="34"/>
                  </a:lnTo>
                  <a:lnTo>
                    <a:pt x="209" y="0"/>
                  </a:lnTo>
                  <a:lnTo>
                    <a:pt x="108" y="13"/>
                  </a:lnTo>
                  <a:lnTo>
                    <a:pt x="0" y="25"/>
                  </a:lnTo>
                  <a:lnTo>
                    <a:pt x="58" y="246"/>
                  </a:lnTo>
                </a:path>
              </a:pathLst>
            </a:custGeom>
            <a:solidFill>
              <a:srgbClr val="646464"/>
            </a:solidFill>
            <a:ln w="19050" cap="rnd" cmpd="sng">
              <a:solidFill>
                <a:schemeClr val="bg1"/>
              </a:solidFill>
              <a:prstDash val="solid"/>
              <a:round/>
              <a:headEnd type="none" w="sm" len="sm"/>
              <a:tailEnd type="none" w="sm" len="sm"/>
            </a:ln>
            <a:effectLst/>
          </p:spPr>
          <p:txBody>
            <a:bodyPr anchor="ctr"/>
            <a:lstStyle/>
            <a:p>
              <a:pPr lvl="0" algn="ctr" defTabSz="456758" fontAlgn="base">
                <a:spcBef>
                  <a:spcPts val="1200"/>
                </a:spcBef>
                <a:defRPr/>
              </a:pPr>
              <a:r>
                <a:rPr lang="en-US" sz="800" b="1" kern="0">
                  <a:solidFill>
                    <a:schemeClr val="bg1"/>
                  </a:solidFill>
                  <a:ea typeface="Open Sans" charset="0"/>
                  <a:cs typeface="Arial" panose="020B0604020202020204" pitchFamily="34" charset="0"/>
                </a:rPr>
                <a:t>GA</a:t>
              </a:r>
            </a:p>
          </p:txBody>
        </p:sp>
        <p:sp>
          <p:nvSpPr>
            <p:cNvPr id="210" name="SC" descr="SC">
              <a:extLst>
                <a:ext uri="{FF2B5EF4-FFF2-40B4-BE49-F238E27FC236}">
                  <a16:creationId xmlns:a16="http://schemas.microsoft.com/office/drawing/2014/main" id="{5033E09A-7531-4767-ADDD-364303C8F060}"/>
                </a:ext>
              </a:extLst>
            </p:cNvPr>
            <p:cNvSpPr>
              <a:spLocks noChangeAspect="1"/>
            </p:cNvSpPr>
            <p:nvPr/>
          </p:nvSpPr>
          <p:spPr bwMode="auto">
            <a:xfrm>
              <a:off x="9151022" y="3984679"/>
              <a:ext cx="694415" cy="543264"/>
            </a:xfrm>
            <a:custGeom>
              <a:avLst/>
              <a:gdLst>
                <a:gd name="T0" fmla="*/ 14 w 420"/>
                <a:gd name="T1" fmla="*/ 32 h 328"/>
                <a:gd name="T2" fmla="*/ 65 w 420"/>
                <a:gd name="T3" fmla="*/ 9 h 328"/>
                <a:gd name="T4" fmla="*/ 160 w 420"/>
                <a:gd name="T5" fmla="*/ 0 h 328"/>
                <a:gd name="T6" fmla="*/ 199 w 420"/>
                <a:gd name="T7" fmla="*/ 23 h 328"/>
                <a:gd name="T8" fmla="*/ 261 w 420"/>
                <a:gd name="T9" fmla="*/ 15 h 328"/>
                <a:gd name="T10" fmla="*/ 355 w 420"/>
                <a:gd name="T11" fmla="*/ 77 h 328"/>
                <a:gd name="T12" fmla="*/ 314 w 420"/>
                <a:gd name="T13" fmla="*/ 124 h 328"/>
                <a:gd name="T14" fmla="*/ 315 w 420"/>
                <a:gd name="T15" fmla="*/ 145 h 328"/>
                <a:gd name="T16" fmla="*/ 244 w 420"/>
                <a:gd name="T17" fmla="*/ 207 h 328"/>
                <a:gd name="T18" fmla="*/ 232 w 420"/>
                <a:gd name="T19" fmla="*/ 208 h 328"/>
                <a:gd name="T20" fmla="*/ 227 w 420"/>
                <a:gd name="T21" fmla="*/ 227 h 328"/>
                <a:gd name="T22" fmla="*/ 212 w 420"/>
                <a:gd name="T23" fmla="*/ 216 h 328"/>
                <a:gd name="T24" fmla="*/ 225 w 420"/>
                <a:gd name="T25" fmla="*/ 233 h 328"/>
                <a:gd name="T26" fmla="*/ 213 w 420"/>
                <a:gd name="T27" fmla="*/ 250 h 328"/>
                <a:gd name="T28" fmla="*/ 199 w 420"/>
                <a:gd name="T29" fmla="*/ 248 h 328"/>
                <a:gd name="T30" fmla="*/ 151 w 420"/>
                <a:gd name="T31" fmla="*/ 176 h 328"/>
                <a:gd name="T32" fmla="*/ 46 w 420"/>
                <a:gd name="T33" fmla="*/ 86 h 328"/>
                <a:gd name="T34" fmla="*/ 0 w 420"/>
                <a:gd name="T35" fmla="*/ 58 h 328"/>
                <a:gd name="T36" fmla="*/ 14 w 420"/>
                <a:gd name="T37" fmla="*/ 32 h 32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420" h="328">
                  <a:moveTo>
                    <a:pt x="17" y="42"/>
                  </a:moveTo>
                  <a:lnTo>
                    <a:pt x="77" y="12"/>
                  </a:lnTo>
                  <a:lnTo>
                    <a:pt x="189" y="0"/>
                  </a:lnTo>
                  <a:lnTo>
                    <a:pt x="235" y="30"/>
                  </a:lnTo>
                  <a:lnTo>
                    <a:pt x="308" y="19"/>
                  </a:lnTo>
                  <a:lnTo>
                    <a:pt x="419" y="100"/>
                  </a:lnTo>
                  <a:lnTo>
                    <a:pt x="370" y="162"/>
                  </a:lnTo>
                  <a:lnTo>
                    <a:pt x="372" y="190"/>
                  </a:lnTo>
                  <a:lnTo>
                    <a:pt x="288" y="270"/>
                  </a:lnTo>
                  <a:lnTo>
                    <a:pt x="274" y="272"/>
                  </a:lnTo>
                  <a:lnTo>
                    <a:pt x="268" y="296"/>
                  </a:lnTo>
                  <a:lnTo>
                    <a:pt x="250" y="282"/>
                  </a:lnTo>
                  <a:lnTo>
                    <a:pt x="266" y="304"/>
                  </a:lnTo>
                  <a:lnTo>
                    <a:pt x="251" y="327"/>
                  </a:lnTo>
                  <a:lnTo>
                    <a:pt x="235" y="324"/>
                  </a:lnTo>
                  <a:lnTo>
                    <a:pt x="178" y="230"/>
                  </a:lnTo>
                  <a:lnTo>
                    <a:pt x="54" y="112"/>
                  </a:lnTo>
                  <a:lnTo>
                    <a:pt x="0" y="76"/>
                  </a:lnTo>
                  <a:lnTo>
                    <a:pt x="17" y="42"/>
                  </a:lnTo>
                </a:path>
              </a:pathLst>
            </a:custGeom>
            <a:solidFill>
              <a:srgbClr val="646464"/>
            </a:solidFill>
            <a:ln w="19050" cap="rnd" cmpd="sng">
              <a:solidFill>
                <a:schemeClr val="bg1"/>
              </a:solidFill>
              <a:prstDash val="solid"/>
              <a:round/>
              <a:headEnd type="none" w="sm" len="sm"/>
              <a:tailEnd type="none" w="sm" len="sm"/>
            </a:ln>
            <a:effectLst/>
          </p:spPr>
          <p:txBody>
            <a:bodyPr rIns="0" anchor="ctr"/>
            <a:lstStyle/>
            <a:p>
              <a:pPr lvl="0" algn="ctr" defTabSz="456758" fontAlgn="base">
                <a:spcBef>
                  <a:spcPts val="1200"/>
                </a:spcBef>
                <a:defRPr/>
              </a:pPr>
              <a:r>
                <a:rPr lang="en-US" sz="800" b="1" kern="0">
                  <a:solidFill>
                    <a:schemeClr val="bg1"/>
                  </a:solidFill>
                  <a:ea typeface="Open Sans" charset="0"/>
                  <a:cs typeface="Arial" panose="020B0604020202020204" pitchFamily="34" charset="0"/>
                </a:rPr>
                <a:t>SC</a:t>
              </a:r>
            </a:p>
          </p:txBody>
        </p:sp>
        <p:sp>
          <p:nvSpPr>
            <p:cNvPr id="211" name="FL" descr="FL">
              <a:extLst>
                <a:ext uri="{FF2B5EF4-FFF2-40B4-BE49-F238E27FC236}">
                  <a16:creationId xmlns:a16="http://schemas.microsoft.com/office/drawing/2014/main" id="{E29C3927-7B36-455A-BF3F-43A51C9F0BC4}"/>
                </a:ext>
              </a:extLst>
            </p:cNvPr>
            <p:cNvSpPr>
              <a:spLocks noChangeAspect="1"/>
            </p:cNvSpPr>
            <p:nvPr/>
          </p:nvSpPr>
          <p:spPr bwMode="auto">
            <a:xfrm>
              <a:off x="8607203" y="4754921"/>
              <a:ext cx="1244103" cy="954927"/>
            </a:xfrm>
            <a:custGeom>
              <a:avLst/>
              <a:gdLst>
                <a:gd name="T0" fmla="*/ 0 w 748"/>
                <a:gd name="T1" fmla="*/ 55 h 579"/>
                <a:gd name="T2" fmla="*/ 22 w 748"/>
                <a:gd name="T3" fmla="*/ 76 h 579"/>
                <a:gd name="T4" fmla="*/ 19 w 748"/>
                <a:gd name="T5" fmla="*/ 89 h 579"/>
                <a:gd name="T6" fmla="*/ 27 w 748"/>
                <a:gd name="T7" fmla="*/ 98 h 579"/>
                <a:gd name="T8" fmla="*/ 17 w 748"/>
                <a:gd name="T9" fmla="*/ 112 h 579"/>
                <a:gd name="T10" fmla="*/ 114 w 748"/>
                <a:gd name="T11" fmla="*/ 81 h 579"/>
                <a:gd name="T12" fmla="*/ 240 w 748"/>
                <a:gd name="T13" fmla="*/ 155 h 579"/>
                <a:gd name="T14" fmla="*/ 343 w 748"/>
                <a:gd name="T15" fmla="*/ 103 h 579"/>
                <a:gd name="T16" fmla="*/ 403 w 748"/>
                <a:gd name="T17" fmla="*/ 116 h 579"/>
                <a:gd name="T18" fmla="*/ 477 w 748"/>
                <a:gd name="T19" fmla="*/ 185 h 579"/>
                <a:gd name="T20" fmla="*/ 505 w 748"/>
                <a:gd name="T21" fmla="*/ 186 h 579"/>
                <a:gd name="T22" fmla="*/ 528 w 748"/>
                <a:gd name="T23" fmla="*/ 234 h 579"/>
                <a:gd name="T24" fmla="*/ 523 w 748"/>
                <a:gd name="T25" fmla="*/ 326 h 579"/>
                <a:gd name="T26" fmla="*/ 540 w 748"/>
                <a:gd name="T27" fmla="*/ 337 h 579"/>
                <a:gd name="T28" fmla="*/ 543 w 748"/>
                <a:gd name="T29" fmla="*/ 321 h 579"/>
                <a:gd name="T30" fmla="*/ 568 w 748"/>
                <a:gd name="T31" fmla="*/ 320 h 579"/>
                <a:gd name="T32" fmla="*/ 544 w 748"/>
                <a:gd name="T33" fmla="*/ 364 h 579"/>
                <a:gd name="T34" fmla="*/ 608 w 748"/>
                <a:gd name="T35" fmla="*/ 425 h 579"/>
                <a:gd name="T36" fmla="*/ 618 w 748"/>
                <a:gd name="T37" fmla="*/ 406 h 579"/>
                <a:gd name="T38" fmla="*/ 621 w 748"/>
                <a:gd name="T39" fmla="*/ 450 h 579"/>
                <a:gd name="T40" fmla="*/ 643 w 748"/>
                <a:gd name="T41" fmla="*/ 459 h 579"/>
                <a:gd name="T42" fmla="*/ 665 w 748"/>
                <a:gd name="T43" fmla="*/ 511 h 579"/>
                <a:gd name="T44" fmla="*/ 686 w 748"/>
                <a:gd name="T45" fmla="*/ 511 h 579"/>
                <a:gd name="T46" fmla="*/ 736 w 748"/>
                <a:gd name="T47" fmla="*/ 559 h 579"/>
                <a:gd name="T48" fmla="*/ 763 w 748"/>
                <a:gd name="T49" fmla="*/ 563 h 579"/>
                <a:gd name="T50" fmla="*/ 763 w 748"/>
                <a:gd name="T51" fmla="*/ 570 h 579"/>
                <a:gd name="T52" fmla="*/ 744 w 748"/>
                <a:gd name="T53" fmla="*/ 583 h 579"/>
                <a:gd name="T54" fmla="*/ 786 w 748"/>
                <a:gd name="T55" fmla="*/ 577 h 579"/>
                <a:gd name="T56" fmla="*/ 814 w 748"/>
                <a:gd name="T57" fmla="*/ 566 h 579"/>
                <a:gd name="T58" fmla="*/ 829 w 748"/>
                <a:gd name="T59" fmla="*/ 498 h 579"/>
                <a:gd name="T60" fmla="*/ 838 w 748"/>
                <a:gd name="T61" fmla="*/ 501 h 579"/>
                <a:gd name="T62" fmla="*/ 830 w 748"/>
                <a:gd name="T63" fmla="*/ 407 h 579"/>
                <a:gd name="T64" fmla="*/ 820 w 748"/>
                <a:gd name="T65" fmla="*/ 380 h 579"/>
                <a:gd name="T66" fmla="*/ 729 w 748"/>
                <a:gd name="T67" fmla="*/ 244 h 579"/>
                <a:gd name="T68" fmla="*/ 658 w 748"/>
                <a:gd name="T69" fmla="*/ 115 h 579"/>
                <a:gd name="T70" fmla="*/ 616 w 748"/>
                <a:gd name="T71" fmla="*/ 9 h 579"/>
                <a:gd name="T72" fmla="*/ 605 w 748"/>
                <a:gd name="T73" fmla="*/ 7 h 579"/>
                <a:gd name="T74" fmla="*/ 566 w 748"/>
                <a:gd name="T75" fmla="*/ 0 h 579"/>
                <a:gd name="T76" fmla="*/ 555 w 748"/>
                <a:gd name="T77" fmla="*/ 11 h 579"/>
                <a:gd name="T78" fmla="*/ 561 w 748"/>
                <a:gd name="T79" fmla="*/ 51 h 579"/>
                <a:gd name="T80" fmla="*/ 545 w 748"/>
                <a:gd name="T81" fmla="*/ 49 h 579"/>
                <a:gd name="T82" fmla="*/ 542 w 748"/>
                <a:gd name="T83" fmla="*/ 31 h 579"/>
                <a:gd name="T84" fmla="*/ 276 w 748"/>
                <a:gd name="T85" fmla="*/ 45 h 579"/>
                <a:gd name="T86" fmla="*/ 258 w 748"/>
                <a:gd name="T87" fmla="*/ 17 h 579"/>
                <a:gd name="T88" fmla="*/ 1 w 748"/>
                <a:gd name="T89" fmla="*/ 38 h 579"/>
                <a:gd name="T90" fmla="*/ 0 w 748"/>
                <a:gd name="T91" fmla="*/ 55 h 579"/>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748" h="579">
                  <a:moveTo>
                    <a:pt x="0" y="55"/>
                  </a:moveTo>
                  <a:lnTo>
                    <a:pt x="20" y="75"/>
                  </a:lnTo>
                  <a:lnTo>
                    <a:pt x="17" y="88"/>
                  </a:lnTo>
                  <a:lnTo>
                    <a:pt x="24" y="97"/>
                  </a:lnTo>
                  <a:lnTo>
                    <a:pt x="15" y="111"/>
                  </a:lnTo>
                  <a:lnTo>
                    <a:pt x="102" y="80"/>
                  </a:lnTo>
                  <a:lnTo>
                    <a:pt x="214" y="154"/>
                  </a:lnTo>
                  <a:lnTo>
                    <a:pt x="306" y="102"/>
                  </a:lnTo>
                  <a:lnTo>
                    <a:pt x="359" y="115"/>
                  </a:lnTo>
                  <a:lnTo>
                    <a:pt x="425" y="183"/>
                  </a:lnTo>
                  <a:lnTo>
                    <a:pt x="450" y="184"/>
                  </a:lnTo>
                  <a:lnTo>
                    <a:pt x="471" y="232"/>
                  </a:lnTo>
                  <a:lnTo>
                    <a:pt x="466" y="323"/>
                  </a:lnTo>
                  <a:lnTo>
                    <a:pt x="481" y="334"/>
                  </a:lnTo>
                  <a:lnTo>
                    <a:pt x="484" y="318"/>
                  </a:lnTo>
                  <a:lnTo>
                    <a:pt x="506" y="317"/>
                  </a:lnTo>
                  <a:lnTo>
                    <a:pt x="485" y="361"/>
                  </a:lnTo>
                  <a:lnTo>
                    <a:pt x="542" y="421"/>
                  </a:lnTo>
                  <a:lnTo>
                    <a:pt x="551" y="403"/>
                  </a:lnTo>
                  <a:lnTo>
                    <a:pt x="554" y="446"/>
                  </a:lnTo>
                  <a:lnTo>
                    <a:pt x="573" y="455"/>
                  </a:lnTo>
                  <a:lnTo>
                    <a:pt x="593" y="507"/>
                  </a:lnTo>
                  <a:lnTo>
                    <a:pt x="612" y="507"/>
                  </a:lnTo>
                  <a:lnTo>
                    <a:pt x="656" y="554"/>
                  </a:lnTo>
                  <a:lnTo>
                    <a:pt x="680" y="558"/>
                  </a:lnTo>
                  <a:lnTo>
                    <a:pt x="680" y="565"/>
                  </a:lnTo>
                  <a:lnTo>
                    <a:pt x="663" y="578"/>
                  </a:lnTo>
                  <a:lnTo>
                    <a:pt x="701" y="572"/>
                  </a:lnTo>
                  <a:lnTo>
                    <a:pt x="726" y="561"/>
                  </a:lnTo>
                  <a:lnTo>
                    <a:pt x="739" y="494"/>
                  </a:lnTo>
                  <a:lnTo>
                    <a:pt x="747" y="497"/>
                  </a:lnTo>
                  <a:lnTo>
                    <a:pt x="740" y="404"/>
                  </a:lnTo>
                  <a:lnTo>
                    <a:pt x="731" y="377"/>
                  </a:lnTo>
                  <a:lnTo>
                    <a:pt x="650" y="242"/>
                  </a:lnTo>
                  <a:lnTo>
                    <a:pt x="587" y="114"/>
                  </a:lnTo>
                  <a:lnTo>
                    <a:pt x="549" y="9"/>
                  </a:lnTo>
                  <a:lnTo>
                    <a:pt x="539" y="7"/>
                  </a:lnTo>
                  <a:lnTo>
                    <a:pt x="505" y="0"/>
                  </a:lnTo>
                  <a:lnTo>
                    <a:pt x="495" y="11"/>
                  </a:lnTo>
                  <a:lnTo>
                    <a:pt x="500" y="51"/>
                  </a:lnTo>
                  <a:lnTo>
                    <a:pt x="486" y="49"/>
                  </a:lnTo>
                  <a:lnTo>
                    <a:pt x="483" y="31"/>
                  </a:lnTo>
                  <a:lnTo>
                    <a:pt x="246" y="45"/>
                  </a:lnTo>
                  <a:lnTo>
                    <a:pt x="230" y="17"/>
                  </a:lnTo>
                  <a:lnTo>
                    <a:pt x="1" y="38"/>
                  </a:lnTo>
                  <a:lnTo>
                    <a:pt x="0" y="55"/>
                  </a:lnTo>
                </a:path>
              </a:pathLst>
            </a:custGeom>
            <a:solidFill>
              <a:srgbClr val="646464"/>
            </a:solidFill>
            <a:ln w="19050" cap="rnd" cmpd="sng">
              <a:solidFill>
                <a:schemeClr val="bg1"/>
              </a:solidFill>
              <a:prstDash val="solid"/>
              <a:round/>
              <a:headEnd type="none" w="sm" len="sm"/>
              <a:tailEnd type="none" w="sm" len="sm"/>
            </a:ln>
            <a:effectLst/>
          </p:spPr>
          <p:txBody>
            <a:bodyPr lIns="640080" rIns="0" anchor="ctr"/>
            <a:lstStyle/>
            <a:p>
              <a:pPr lvl="0" algn="ctr" defTabSz="456758" fontAlgn="base">
                <a:spcBef>
                  <a:spcPts val="1200"/>
                </a:spcBef>
                <a:defRPr/>
              </a:pPr>
              <a:r>
                <a:rPr lang="en-US" sz="800" b="1" kern="0">
                  <a:solidFill>
                    <a:schemeClr val="bg1"/>
                  </a:solidFill>
                  <a:ea typeface="Open Sans" charset="0"/>
                  <a:cs typeface="Arial" panose="020B0604020202020204" pitchFamily="34" charset="0"/>
                </a:rPr>
                <a:t>FL</a:t>
              </a:r>
            </a:p>
          </p:txBody>
        </p:sp>
        <p:grpSp>
          <p:nvGrpSpPr>
            <p:cNvPr id="212" name="Puerto Rico" descr="Southeast region, Puerto Rico">
              <a:extLst>
                <a:ext uri="{FF2B5EF4-FFF2-40B4-BE49-F238E27FC236}">
                  <a16:creationId xmlns:a16="http://schemas.microsoft.com/office/drawing/2014/main" id="{EC1BB302-4545-425E-B87E-E1D7BB12080B}"/>
                </a:ext>
              </a:extLst>
            </p:cNvPr>
            <p:cNvGrpSpPr/>
            <p:nvPr/>
          </p:nvGrpSpPr>
          <p:grpSpPr>
            <a:xfrm>
              <a:off x="10090178" y="5506461"/>
              <a:ext cx="419100" cy="354280"/>
              <a:chOff x="10090178" y="5506461"/>
              <a:chExt cx="419100" cy="354280"/>
            </a:xfrm>
          </p:grpSpPr>
          <p:sp>
            <p:nvSpPr>
              <p:cNvPr id="213" name="PR">
                <a:extLst>
                  <a:ext uri="{FF2B5EF4-FFF2-40B4-BE49-F238E27FC236}">
                    <a16:creationId xmlns:a16="http://schemas.microsoft.com/office/drawing/2014/main" id="{615CC035-0D99-4ED7-9D6E-53A5D033BA45}"/>
                  </a:ext>
                </a:extLst>
              </p:cNvPr>
              <p:cNvSpPr txBox="1"/>
              <p:nvPr/>
            </p:nvSpPr>
            <p:spPr>
              <a:xfrm>
                <a:off x="10142510" y="5673192"/>
                <a:ext cx="237698" cy="187549"/>
              </a:xfrm>
              <a:prstGeom prst="rect">
                <a:avLst/>
              </a:prstGeom>
              <a:noFill/>
            </p:spPr>
            <p:txBody>
              <a:bodyPr wrap="square" lIns="0" tIns="0" rIns="0" bIns="0" rtlCol="0">
                <a:noAutofit/>
              </a:bodyPr>
              <a:lstStyle/>
              <a:p>
                <a:pPr marL="0" marR="0" lvl="0" indent="0" algn="ctr" defTabSz="456758" eaLnBrk="1" fontAlgn="base" latinLnBrk="0" hangingPunct="1">
                  <a:lnSpc>
                    <a:spcPct val="100000"/>
                  </a:lnSpc>
                  <a:spcBef>
                    <a:spcPts val="1200"/>
                  </a:spcBef>
                  <a:spcAft>
                    <a:spcPts val="0"/>
                  </a:spcAft>
                  <a:buClrTx/>
                  <a:buSzTx/>
                  <a:buFontTx/>
                  <a:buNone/>
                  <a:tabLst/>
                  <a:defRPr/>
                </a:pPr>
                <a:r>
                  <a:rPr kumimoji="0" lang="en-US" sz="800" b="1" i="0" u="none" strike="noStrike" kern="0" cap="none" spc="0" normalizeH="0" baseline="0" noProof="0">
                    <a:ln>
                      <a:noFill/>
                    </a:ln>
                    <a:solidFill>
                      <a:schemeClr val="tx2"/>
                    </a:solidFill>
                    <a:effectLst/>
                    <a:uLnTx/>
                    <a:uFillTx/>
                    <a:ea typeface="Open Sans" charset="0"/>
                    <a:cs typeface="Arial" panose="020B0604020202020204" pitchFamily="34" charset="0"/>
                  </a:rPr>
                  <a:t>PR</a:t>
                </a:r>
              </a:p>
            </p:txBody>
          </p:sp>
          <p:sp>
            <p:nvSpPr>
              <p:cNvPr id="214" name="PR shape" descr="PR">
                <a:extLst>
                  <a:ext uri="{FF2B5EF4-FFF2-40B4-BE49-F238E27FC236}">
                    <a16:creationId xmlns:a16="http://schemas.microsoft.com/office/drawing/2014/main" id="{6AF01174-3DFD-4E4D-BEE3-10EBB9D82CF9}"/>
                  </a:ext>
                </a:extLst>
              </p:cNvPr>
              <p:cNvSpPr/>
              <p:nvPr/>
            </p:nvSpPr>
            <p:spPr>
              <a:xfrm>
                <a:off x="10090178" y="5506461"/>
                <a:ext cx="419100" cy="123825"/>
              </a:xfrm>
              <a:custGeom>
                <a:avLst/>
                <a:gdLst>
                  <a:gd name="connsiteX0" fmla="*/ 37814 w 419100"/>
                  <a:gd name="connsiteY0" fmla="*/ 0 h 123825"/>
                  <a:gd name="connsiteX1" fmla="*/ 52864 w 419100"/>
                  <a:gd name="connsiteY1" fmla="*/ 1048 h 123825"/>
                  <a:gd name="connsiteX2" fmla="*/ 60960 w 419100"/>
                  <a:gd name="connsiteY2" fmla="*/ 5334 h 123825"/>
                  <a:gd name="connsiteX3" fmla="*/ 74867 w 419100"/>
                  <a:gd name="connsiteY3" fmla="*/ 6953 h 123825"/>
                  <a:gd name="connsiteX4" fmla="*/ 84201 w 419100"/>
                  <a:gd name="connsiteY4" fmla="*/ 5048 h 123825"/>
                  <a:gd name="connsiteX5" fmla="*/ 92107 w 419100"/>
                  <a:gd name="connsiteY5" fmla="*/ 6191 h 123825"/>
                  <a:gd name="connsiteX6" fmla="*/ 100489 w 419100"/>
                  <a:gd name="connsiteY6" fmla="*/ 4953 h 123825"/>
                  <a:gd name="connsiteX7" fmla="*/ 110300 w 419100"/>
                  <a:gd name="connsiteY7" fmla="*/ 9049 h 123825"/>
                  <a:gd name="connsiteX8" fmla="*/ 116967 w 419100"/>
                  <a:gd name="connsiteY8" fmla="*/ 9525 h 123825"/>
                  <a:gd name="connsiteX9" fmla="*/ 118586 w 419100"/>
                  <a:gd name="connsiteY9" fmla="*/ 7048 h 123825"/>
                  <a:gd name="connsiteX10" fmla="*/ 123444 w 419100"/>
                  <a:gd name="connsiteY10" fmla="*/ 5429 h 123825"/>
                  <a:gd name="connsiteX11" fmla="*/ 133826 w 419100"/>
                  <a:gd name="connsiteY11" fmla="*/ 4572 h 123825"/>
                  <a:gd name="connsiteX12" fmla="*/ 143161 w 419100"/>
                  <a:gd name="connsiteY12" fmla="*/ 6858 h 123825"/>
                  <a:gd name="connsiteX13" fmla="*/ 147828 w 419100"/>
                  <a:gd name="connsiteY13" fmla="*/ 5429 h 123825"/>
                  <a:gd name="connsiteX14" fmla="*/ 154972 w 419100"/>
                  <a:gd name="connsiteY14" fmla="*/ 6668 h 123825"/>
                  <a:gd name="connsiteX15" fmla="*/ 168878 w 419100"/>
                  <a:gd name="connsiteY15" fmla="*/ 10192 h 123825"/>
                  <a:gd name="connsiteX16" fmla="*/ 172974 w 419100"/>
                  <a:gd name="connsiteY16" fmla="*/ 6287 h 123825"/>
                  <a:gd name="connsiteX17" fmla="*/ 180975 w 419100"/>
                  <a:gd name="connsiteY17" fmla="*/ 4572 h 123825"/>
                  <a:gd name="connsiteX18" fmla="*/ 204692 w 419100"/>
                  <a:gd name="connsiteY18" fmla="*/ 9620 h 123825"/>
                  <a:gd name="connsiteX19" fmla="*/ 207740 w 419100"/>
                  <a:gd name="connsiteY19" fmla="*/ 7620 h 123825"/>
                  <a:gd name="connsiteX20" fmla="*/ 218027 w 419100"/>
                  <a:gd name="connsiteY20" fmla="*/ 10858 h 123825"/>
                  <a:gd name="connsiteX21" fmla="*/ 225171 w 419100"/>
                  <a:gd name="connsiteY21" fmla="*/ 10001 h 123825"/>
                  <a:gd name="connsiteX22" fmla="*/ 228124 w 419100"/>
                  <a:gd name="connsiteY22" fmla="*/ 14097 h 123825"/>
                  <a:gd name="connsiteX23" fmla="*/ 234791 w 419100"/>
                  <a:gd name="connsiteY23" fmla="*/ 11049 h 123825"/>
                  <a:gd name="connsiteX24" fmla="*/ 237554 w 419100"/>
                  <a:gd name="connsiteY24" fmla="*/ 9239 h 123825"/>
                  <a:gd name="connsiteX25" fmla="*/ 255556 w 419100"/>
                  <a:gd name="connsiteY25" fmla="*/ 13335 h 123825"/>
                  <a:gd name="connsiteX26" fmla="*/ 258509 w 419100"/>
                  <a:gd name="connsiteY26" fmla="*/ 15621 h 123825"/>
                  <a:gd name="connsiteX27" fmla="*/ 263271 w 419100"/>
                  <a:gd name="connsiteY27" fmla="*/ 15240 h 123825"/>
                  <a:gd name="connsiteX28" fmla="*/ 265271 w 419100"/>
                  <a:gd name="connsiteY28" fmla="*/ 11906 h 123825"/>
                  <a:gd name="connsiteX29" fmla="*/ 278987 w 419100"/>
                  <a:gd name="connsiteY29" fmla="*/ 15335 h 123825"/>
                  <a:gd name="connsiteX30" fmla="*/ 283559 w 419100"/>
                  <a:gd name="connsiteY30" fmla="*/ 13430 h 123825"/>
                  <a:gd name="connsiteX31" fmla="*/ 288988 w 419100"/>
                  <a:gd name="connsiteY31" fmla="*/ 16859 h 123825"/>
                  <a:gd name="connsiteX32" fmla="*/ 297466 w 419100"/>
                  <a:gd name="connsiteY32" fmla="*/ 18097 h 123825"/>
                  <a:gd name="connsiteX33" fmla="*/ 301942 w 419100"/>
                  <a:gd name="connsiteY33" fmla="*/ 22955 h 123825"/>
                  <a:gd name="connsiteX34" fmla="*/ 307086 w 419100"/>
                  <a:gd name="connsiteY34" fmla="*/ 20193 h 123825"/>
                  <a:gd name="connsiteX35" fmla="*/ 310991 w 419100"/>
                  <a:gd name="connsiteY35" fmla="*/ 22003 h 123825"/>
                  <a:gd name="connsiteX36" fmla="*/ 310991 w 419100"/>
                  <a:gd name="connsiteY36" fmla="*/ 24860 h 123825"/>
                  <a:gd name="connsiteX37" fmla="*/ 315849 w 419100"/>
                  <a:gd name="connsiteY37" fmla="*/ 28480 h 123825"/>
                  <a:gd name="connsiteX38" fmla="*/ 317468 w 419100"/>
                  <a:gd name="connsiteY38" fmla="*/ 29337 h 123825"/>
                  <a:gd name="connsiteX39" fmla="*/ 321469 w 419100"/>
                  <a:gd name="connsiteY39" fmla="*/ 27146 h 123825"/>
                  <a:gd name="connsiteX40" fmla="*/ 326136 w 419100"/>
                  <a:gd name="connsiteY40" fmla="*/ 31909 h 123825"/>
                  <a:gd name="connsiteX41" fmla="*/ 333661 w 419100"/>
                  <a:gd name="connsiteY41" fmla="*/ 33052 h 123825"/>
                  <a:gd name="connsiteX42" fmla="*/ 337375 w 419100"/>
                  <a:gd name="connsiteY42" fmla="*/ 29051 h 123825"/>
                  <a:gd name="connsiteX43" fmla="*/ 342900 w 419100"/>
                  <a:gd name="connsiteY43" fmla="*/ 27432 h 123825"/>
                  <a:gd name="connsiteX44" fmla="*/ 342614 w 419100"/>
                  <a:gd name="connsiteY44" fmla="*/ 32195 h 123825"/>
                  <a:gd name="connsiteX45" fmla="*/ 339090 w 419100"/>
                  <a:gd name="connsiteY45" fmla="*/ 36576 h 123825"/>
                  <a:gd name="connsiteX46" fmla="*/ 341090 w 419100"/>
                  <a:gd name="connsiteY46" fmla="*/ 39719 h 123825"/>
                  <a:gd name="connsiteX47" fmla="*/ 341376 w 419100"/>
                  <a:gd name="connsiteY47" fmla="*/ 45720 h 123825"/>
                  <a:gd name="connsiteX48" fmla="*/ 341471 w 419100"/>
                  <a:gd name="connsiteY48" fmla="*/ 51054 h 123825"/>
                  <a:gd name="connsiteX49" fmla="*/ 344710 w 419100"/>
                  <a:gd name="connsiteY49" fmla="*/ 57150 h 123825"/>
                  <a:gd name="connsiteX50" fmla="*/ 348805 w 419100"/>
                  <a:gd name="connsiteY50" fmla="*/ 62294 h 123825"/>
                  <a:gd name="connsiteX51" fmla="*/ 344234 w 419100"/>
                  <a:gd name="connsiteY51" fmla="*/ 65913 h 123825"/>
                  <a:gd name="connsiteX52" fmla="*/ 340233 w 419100"/>
                  <a:gd name="connsiteY52" fmla="*/ 68294 h 123825"/>
                  <a:gd name="connsiteX53" fmla="*/ 333470 w 419100"/>
                  <a:gd name="connsiteY53" fmla="*/ 66770 h 123825"/>
                  <a:gd name="connsiteX54" fmla="*/ 328041 w 419100"/>
                  <a:gd name="connsiteY54" fmla="*/ 69247 h 123825"/>
                  <a:gd name="connsiteX55" fmla="*/ 323279 w 419100"/>
                  <a:gd name="connsiteY55" fmla="*/ 70675 h 123825"/>
                  <a:gd name="connsiteX56" fmla="*/ 318802 w 419100"/>
                  <a:gd name="connsiteY56" fmla="*/ 72390 h 123825"/>
                  <a:gd name="connsiteX57" fmla="*/ 309658 w 419100"/>
                  <a:gd name="connsiteY57" fmla="*/ 83629 h 123825"/>
                  <a:gd name="connsiteX58" fmla="*/ 305752 w 419100"/>
                  <a:gd name="connsiteY58" fmla="*/ 97727 h 123825"/>
                  <a:gd name="connsiteX59" fmla="*/ 297466 w 419100"/>
                  <a:gd name="connsiteY59" fmla="*/ 100203 h 123825"/>
                  <a:gd name="connsiteX60" fmla="*/ 299085 w 419100"/>
                  <a:gd name="connsiteY60" fmla="*/ 104965 h 123825"/>
                  <a:gd name="connsiteX61" fmla="*/ 297942 w 419100"/>
                  <a:gd name="connsiteY61" fmla="*/ 109252 h 123825"/>
                  <a:gd name="connsiteX62" fmla="*/ 293275 w 419100"/>
                  <a:gd name="connsiteY62" fmla="*/ 110776 h 123825"/>
                  <a:gd name="connsiteX63" fmla="*/ 287464 w 419100"/>
                  <a:gd name="connsiteY63" fmla="*/ 114681 h 123825"/>
                  <a:gd name="connsiteX64" fmla="*/ 280606 w 419100"/>
                  <a:gd name="connsiteY64" fmla="*/ 117253 h 123825"/>
                  <a:gd name="connsiteX65" fmla="*/ 267557 w 419100"/>
                  <a:gd name="connsiteY65" fmla="*/ 118872 h 123825"/>
                  <a:gd name="connsiteX66" fmla="*/ 261747 w 419100"/>
                  <a:gd name="connsiteY66" fmla="*/ 116014 h 123825"/>
                  <a:gd name="connsiteX67" fmla="*/ 258604 w 419100"/>
                  <a:gd name="connsiteY67" fmla="*/ 116872 h 123825"/>
                  <a:gd name="connsiteX68" fmla="*/ 253555 w 419100"/>
                  <a:gd name="connsiteY68" fmla="*/ 122206 h 123825"/>
                  <a:gd name="connsiteX69" fmla="*/ 247174 w 419100"/>
                  <a:gd name="connsiteY69" fmla="*/ 118967 h 123825"/>
                  <a:gd name="connsiteX70" fmla="*/ 230410 w 419100"/>
                  <a:gd name="connsiteY70" fmla="*/ 127540 h 123825"/>
                  <a:gd name="connsiteX71" fmla="*/ 227267 w 419100"/>
                  <a:gd name="connsiteY71" fmla="*/ 123539 h 123825"/>
                  <a:gd name="connsiteX72" fmla="*/ 220599 w 419100"/>
                  <a:gd name="connsiteY72" fmla="*/ 119920 h 123825"/>
                  <a:gd name="connsiteX73" fmla="*/ 215075 w 419100"/>
                  <a:gd name="connsiteY73" fmla="*/ 123444 h 123825"/>
                  <a:gd name="connsiteX74" fmla="*/ 213836 w 419100"/>
                  <a:gd name="connsiteY74" fmla="*/ 127825 h 123825"/>
                  <a:gd name="connsiteX75" fmla="*/ 203549 w 419100"/>
                  <a:gd name="connsiteY75" fmla="*/ 124396 h 123825"/>
                  <a:gd name="connsiteX76" fmla="*/ 196501 w 419100"/>
                  <a:gd name="connsiteY76" fmla="*/ 116396 h 123825"/>
                  <a:gd name="connsiteX77" fmla="*/ 188119 w 419100"/>
                  <a:gd name="connsiteY77" fmla="*/ 118681 h 123825"/>
                  <a:gd name="connsiteX78" fmla="*/ 183261 w 419100"/>
                  <a:gd name="connsiteY78" fmla="*/ 125444 h 123825"/>
                  <a:gd name="connsiteX79" fmla="*/ 167068 w 419100"/>
                  <a:gd name="connsiteY79" fmla="*/ 113824 h 123825"/>
                  <a:gd name="connsiteX80" fmla="*/ 158782 w 419100"/>
                  <a:gd name="connsiteY80" fmla="*/ 114490 h 123825"/>
                  <a:gd name="connsiteX81" fmla="*/ 142589 w 419100"/>
                  <a:gd name="connsiteY81" fmla="*/ 120301 h 123825"/>
                  <a:gd name="connsiteX82" fmla="*/ 133445 w 419100"/>
                  <a:gd name="connsiteY82" fmla="*/ 115538 h 123825"/>
                  <a:gd name="connsiteX83" fmla="*/ 124111 w 419100"/>
                  <a:gd name="connsiteY83" fmla="*/ 119158 h 123825"/>
                  <a:gd name="connsiteX84" fmla="*/ 113157 w 419100"/>
                  <a:gd name="connsiteY84" fmla="*/ 113538 h 123825"/>
                  <a:gd name="connsiteX85" fmla="*/ 108299 w 419100"/>
                  <a:gd name="connsiteY85" fmla="*/ 114110 h 123825"/>
                  <a:gd name="connsiteX86" fmla="*/ 100298 w 419100"/>
                  <a:gd name="connsiteY86" fmla="*/ 117729 h 123825"/>
                  <a:gd name="connsiteX87" fmla="*/ 90297 w 419100"/>
                  <a:gd name="connsiteY87" fmla="*/ 122587 h 123825"/>
                  <a:gd name="connsiteX88" fmla="*/ 82867 w 419100"/>
                  <a:gd name="connsiteY88" fmla="*/ 122111 h 123825"/>
                  <a:gd name="connsiteX89" fmla="*/ 75247 w 419100"/>
                  <a:gd name="connsiteY89" fmla="*/ 122491 h 123825"/>
                  <a:gd name="connsiteX90" fmla="*/ 73152 w 419100"/>
                  <a:gd name="connsiteY90" fmla="*/ 126302 h 123825"/>
                  <a:gd name="connsiteX91" fmla="*/ 72104 w 419100"/>
                  <a:gd name="connsiteY91" fmla="*/ 127730 h 123825"/>
                  <a:gd name="connsiteX92" fmla="*/ 65151 w 419100"/>
                  <a:gd name="connsiteY92" fmla="*/ 126873 h 123825"/>
                  <a:gd name="connsiteX93" fmla="*/ 55531 w 419100"/>
                  <a:gd name="connsiteY93" fmla="*/ 118110 h 123825"/>
                  <a:gd name="connsiteX94" fmla="*/ 47149 w 419100"/>
                  <a:gd name="connsiteY94" fmla="*/ 118777 h 123825"/>
                  <a:gd name="connsiteX95" fmla="*/ 43625 w 419100"/>
                  <a:gd name="connsiteY95" fmla="*/ 117157 h 123825"/>
                  <a:gd name="connsiteX96" fmla="*/ 34671 w 419100"/>
                  <a:gd name="connsiteY96" fmla="*/ 123539 h 123825"/>
                  <a:gd name="connsiteX97" fmla="*/ 23241 w 419100"/>
                  <a:gd name="connsiteY97" fmla="*/ 121729 h 123825"/>
                  <a:gd name="connsiteX98" fmla="*/ 18955 w 419100"/>
                  <a:gd name="connsiteY98" fmla="*/ 119348 h 123825"/>
                  <a:gd name="connsiteX99" fmla="*/ 16383 w 419100"/>
                  <a:gd name="connsiteY99" fmla="*/ 122015 h 123825"/>
                  <a:gd name="connsiteX100" fmla="*/ 18288 w 419100"/>
                  <a:gd name="connsiteY100" fmla="*/ 126397 h 123825"/>
                  <a:gd name="connsiteX101" fmla="*/ 15907 w 419100"/>
                  <a:gd name="connsiteY101" fmla="*/ 126302 h 123825"/>
                  <a:gd name="connsiteX102" fmla="*/ 11621 w 419100"/>
                  <a:gd name="connsiteY102" fmla="*/ 122015 h 123825"/>
                  <a:gd name="connsiteX103" fmla="*/ 11525 w 419100"/>
                  <a:gd name="connsiteY103" fmla="*/ 114490 h 123825"/>
                  <a:gd name="connsiteX104" fmla="*/ 13335 w 419100"/>
                  <a:gd name="connsiteY104" fmla="*/ 111633 h 123825"/>
                  <a:gd name="connsiteX105" fmla="*/ 19526 w 419100"/>
                  <a:gd name="connsiteY105" fmla="*/ 109538 h 123825"/>
                  <a:gd name="connsiteX106" fmla="*/ 20479 w 419100"/>
                  <a:gd name="connsiteY106" fmla="*/ 106680 h 123825"/>
                  <a:gd name="connsiteX107" fmla="*/ 12668 w 419100"/>
                  <a:gd name="connsiteY107" fmla="*/ 103441 h 123825"/>
                  <a:gd name="connsiteX108" fmla="*/ 14288 w 419100"/>
                  <a:gd name="connsiteY108" fmla="*/ 93821 h 123825"/>
                  <a:gd name="connsiteX109" fmla="*/ 18479 w 419100"/>
                  <a:gd name="connsiteY109" fmla="*/ 87439 h 123825"/>
                  <a:gd name="connsiteX110" fmla="*/ 17431 w 419100"/>
                  <a:gd name="connsiteY110" fmla="*/ 82105 h 123825"/>
                  <a:gd name="connsiteX111" fmla="*/ 17717 w 419100"/>
                  <a:gd name="connsiteY111" fmla="*/ 75533 h 123825"/>
                  <a:gd name="connsiteX112" fmla="*/ 24479 w 419100"/>
                  <a:gd name="connsiteY112" fmla="*/ 67151 h 123825"/>
                  <a:gd name="connsiteX113" fmla="*/ 20193 w 419100"/>
                  <a:gd name="connsiteY113" fmla="*/ 62294 h 123825"/>
                  <a:gd name="connsiteX114" fmla="*/ 16288 w 419100"/>
                  <a:gd name="connsiteY114" fmla="*/ 49244 h 123825"/>
                  <a:gd name="connsiteX115" fmla="*/ 7525 w 419100"/>
                  <a:gd name="connsiteY115" fmla="*/ 46482 h 123825"/>
                  <a:gd name="connsiteX116" fmla="*/ 0 w 419100"/>
                  <a:gd name="connsiteY116" fmla="*/ 32671 h 123825"/>
                  <a:gd name="connsiteX117" fmla="*/ 12383 w 419100"/>
                  <a:gd name="connsiteY117" fmla="*/ 28289 h 123825"/>
                  <a:gd name="connsiteX118" fmla="*/ 23050 w 419100"/>
                  <a:gd name="connsiteY118" fmla="*/ 21717 h 123825"/>
                  <a:gd name="connsiteX119" fmla="*/ 24098 w 419100"/>
                  <a:gd name="connsiteY119" fmla="*/ 17336 h 123825"/>
                  <a:gd name="connsiteX120" fmla="*/ 21146 w 419100"/>
                  <a:gd name="connsiteY120" fmla="*/ 10192 h 123825"/>
                  <a:gd name="connsiteX121" fmla="*/ 22003 w 419100"/>
                  <a:gd name="connsiteY121" fmla="*/ 5715 h 123825"/>
                  <a:gd name="connsiteX122" fmla="*/ 27527 w 419100"/>
                  <a:gd name="connsiteY122" fmla="*/ 1333 h 123825"/>
                  <a:gd name="connsiteX123" fmla="*/ 37814 w 419100"/>
                  <a:gd name="connsiteY123" fmla="*/ 0 h 123825"/>
                  <a:gd name="connsiteX124" fmla="*/ 400812 w 419100"/>
                  <a:gd name="connsiteY124" fmla="*/ 35814 h 123825"/>
                  <a:gd name="connsiteX125" fmla="*/ 404908 w 419100"/>
                  <a:gd name="connsiteY125" fmla="*/ 40767 h 123825"/>
                  <a:gd name="connsiteX126" fmla="*/ 406527 w 419100"/>
                  <a:gd name="connsiteY126" fmla="*/ 38576 h 123825"/>
                  <a:gd name="connsiteX127" fmla="*/ 414433 w 419100"/>
                  <a:gd name="connsiteY127" fmla="*/ 40100 h 123825"/>
                  <a:gd name="connsiteX128" fmla="*/ 419005 w 419100"/>
                  <a:gd name="connsiteY128" fmla="*/ 42958 h 123825"/>
                  <a:gd name="connsiteX129" fmla="*/ 420338 w 419100"/>
                  <a:gd name="connsiteY129" fmla="*/ 46101 h 123825"/>
                  <a:gd name="connsiteX130" fmla="*/ 416433 w 419100"/>
                  <a:gd name="connsiteY130" fmla="*/ 49149 h 123825"/>
                  <a:gd name="connsiteX131" fmla="*/ 411575 w 419100"/>
                  <a:gd name="connsiteY131" fmla="*/ 45625 h 123825"/>
                  <a:gd name="connsiteX132" fmla="*/ 409004 w 419100"/>
                  <a:gd name="connsiteY132" fmla="*/ 45625 h 123825"/>
                  <a:gd name="connsiteX133" fmla="*/ 412433 w 419100"/>
                  <a:gd name="connsiteY133" fmla="*/ 50863 h 123825"/>
                  <a:gd name="connsiteX134" fmla="*/ 408718 w 419100"/>
                  <a:gd name="connsiteY134" fmla="*/ 53435 h 123825"/>
                  <a:gd name="connsiteX135" fmla="*/ 398907 w 419100"/>
                  <a:gd name="connsiteY135" fmla="*/ 44387 h 123825"/>
                  <a:gd name="connsiteX136" fmla="*/ 398335 w 419100"/>
                  <a:gd name="connsiteY136" fmla="*/ 37433 h 123825"/>
                  <a:gd name="connsiteX137" fmla="*/ 400812 w 419100"/>
                  <a:gd name="connsiteY137" fmla="*/ 35814 h 123825"/>
                  <a:gd name="connsiteX138" fmla="*/ 389382 w 419100"/>
                  <a:gd name="connsiteY138" fmla="*/ 76581 h 123825"/>
                  <a:gd name="connsiteX139" fmla="*/ 408146 w 419100"/>
                  <a:gd name="connsiteY139" fmla="*/ 81153 h 123825"/>
                  <a:gd name="connsiteX140" fmla="*/ 411289 w 419100"/>
                  <a:gd name="connsiteY140" fmla="*/ 79629 h 123825"/>
                  <a:gd name="connsiteX141" fmla="*/ 415671 w 419100"/>
                  <a:gd name="connsiteY141" fmla="*/ 82772 h 123825"/>
                  <a:gd name="connsiteX142" fmla="*/ 399288 w 419100"/>
                  <a:gd name="connsiteY142" fmla="*/ 87916 h 123825"/>
                  <a:gd name="connsiteX143" fmla="*/ 393478 w 419100"/>
                  <a:gd name="connsiteY143" fmla="*/ 85058 h 123825"/>
                  <a:gd name="connsiteX144" fmla="*/ 391954 w 419100"/>
                  <a:gd name="connsiteY144" fmla="*/ 87439 h 123825"/>
                  <a:gd name="connsiteX145" fmla="*/ 377571 w 419100"/>
                  <a:gd name="connsiteY145" fmla="*/ 93250 h 123825"/>
                  <a:gd name="connsiteX146" fmla="*/ 371475 w 419100"/>
                  <a:gd name="connsiteY146" fmla="*/ 91059 h 123825"/>
                  <a:gd name="connsiteX147" fmla="*/ 358521 w 419100"/>
                  <a:gd name="connsiteY147" fmla="*/ 94393 h 123825"/>
                  <a:gd name="connsiteX148" fmla="*/ 353759 w 419100"/>
                  <a:gd name="connsiteY148" fmla="*/ 92773 h 123825"/>
                  <a:gd name="connsiteX149" fmla="*/ 351282 w 419100"/>
                  <a:gd name="connsiteY149" fmla="*/ 89821 h 123825"/>
                  <a:gd name="connsiteX150" fmla="*/ 351377 w 419100"/>
                  <a:gd name="connsiteY150" fmla="*/ 86011 h 123825"/>
                  <a:gd name="connsiteX151" fmla="*/ 378714 w 419100"/>
                  <a:gd name="connsiteY151" fmla="*/ 80010 h 123825"/>
                  <a:gd name="connsiteX152" fmla="*/ 379952 w 419100"/>
                  <a:gd name="connsiteY152" fmla="*/ 77724 h 123825"/>
                  <a:gd name="connsiteX153" fmla="*/ 389382 w 419100"/>
                  <a:gd name="connsiteY153" fmla="*/ 76581 h 12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419100" h="123825">
                    <a:moveTo>
                      <a:pt x="37814" y="0"/>
                    </a:moveTo>
                    <a:lnTo>
                      <a:pt x="52864" y="1048"/>
                    </a:lnTo>
                    <a:lnTo>
                      <a:pt x="60960" y="5334"/>
                    </a:lnTo>
                    <a:lnTo>
                      <a:pt x="74867" y="6953"/>
                    </a:lnTo>
                    <a:lnTo>
                      <a:pt x="84201" y="5048"/>
                    </a:lnTo>
                    <a:lnTo>
                      <a:pt x="92107" y="6191"/>
                    </a:lnTo>
                    <a:lnTo>
                      <a:pt x="100489" y="4953"/>
                    </a:lnTo>
                    <a:lnTo>
                      <a:pt x="110300" y="9049"/>
                    </a:lnTo>
                    <a:lnTo>
                      <a:pt x="116967" y="9525"/>
                    </a:lnTo>
                    <a:lnTo>
                      <a:pt x="118586" y="7048"/>
                    </a:lnTo>
                    <a:lnTo>
                      <a:pt x="123444" y="5429"/>
                    </a:lnTo>
                    <a:lnTo>
                      <a:pt x="133826" y="4572"/>
                    </a:lnTo>
                    <a:lnTo>
                      <a:pt x="143161" y="6858"/>
                    </a:lnTo>
                    <a:lnTo>
                      <a:pt x="147828" y="5429"/>
                    </a:lnTo>
                    <a:lnTo>
                      <a:pt x="154972" y="6668"/>
                    </a:lnTo>
                    <a:lnTo>
                      <a:pt x="168878" y="10192"/>
                    </a:lnTo>
                    <a:lnTo>
                      <a:pt x="172974" y="6287"/>
                    </a:lnTo>
                    <a:lnTo>
                      <a:pt x="180975" y="4572"/>
                    </a:lnTo>
                    <a:lnTo>
                      <a:pt x="204692" y="9620"/>
                    </a:lnTo>
                    <a:lnTo>
                      <a:pt x="207740" y="7620"/>
                    </a:lnTo>
                    <a:lnTo>
                      <a:pt x="218027" y="10858"/>
                    </a:lnTo>
                    <a:lnTo>
                      <a:pt x="225171" y="10001"/>
                    </a:lnTo>
                    <a:lnTo>
                      <a:pt x="228124" y="14097"/>
                    </a:lnTo>
                    <a:lnTo>
                      <a:pt x="234791" y="11049"/>
                    </a:lnTo>
                    <a:lnTo>
                      <a:pt x="237554" y="9239"/>
                    </a:lnTo>
                    <a:lnTo>
                      <a:pt x="255556" y="13335"/>
                    </a:lnTo>
                    <a:lnTo>
                      <a:pt x="258509" y="15621"/>
                    </a:lnTo>
                    <a:lnTo>
                      <a:pt x="263271" y="15240"/>
                    </a:lnTo>
                    <a:lnTo>
                      <a:pt x="265271" y="11906"/>
                    </a:lnTo>
                    <a:lnTo>
                      <a:pt x="278987" y="15335"/>
                    </a:lnTo>
                    <a:lnTo>
                      <a:pt x="283559" y="13430"/>
                    </a:lnTo>
                    <a:lnTo>
                      <a:pt x="288988" y="16859"/>
                    </a:lnTo>
                    <a:lnTo>
                      <a:pt x="297466" y="18097"/>
                    </a:lnTo>
                    <a:lnTo>
                      <a:pt x="301942" y="22955"/>
                    </a:lnTo>
                    <a:lnTo>
                      <a:pt x="307086" y="20193"/>
                    </a:lnTo>
                    <a:lnTo>
                      <a:pt x="310991" y="22003"/>
                    </a:lnTo>
                    <a:lnTo>
                      <a:pt x="310991" y="24860"/>
                    </a:lnTo>
                    <a:lnTo>
                      <a:pt x="315849" y="28480"/>
                    </a:lnTo>
                    <a:lnTo>
                      <a:pt x="317468" y="29337"/>
                    </a:lnTo>
                    <a:lnTo>
                      <a:pt x="321469" y="27146"/>
                    </a:lnTo>
                    <a:lnTo>
                      <a:pt x="326136" y="31909"/>
                    </a:lnTo>
                    <a:lnTo>
                      <a:pt x="333661" y="33052"/>
                    </a:lnTo>
                    <a:lnTo>
                      <a:pt x="337375" y="29051"/>
                    </a:lnTo>
                    <a:lnTo>
                      <a:pt x="342900" y="27432"/>
                    </a:lnTo>
                    <a:lnTo>
                      <a:pt x="342614" y="32195"/>
                    </a:lnTo>
                    <a:lnTo>
                      <a:pt x="339090" y="36576"/>
                    </a:lnTo>
                    <a:lnTo>
                      <a:pt x="341090" y="39719"/>
                    </a:lnTo>
                    <a:lnTo>
                      <a:pt x="341376" y="45720"/>
                    </a:lnTo>
                    <a:lnTo>
                      <a:pt x="341471" y="51054"/>
                    </a:lnTo>
                    <a:lnTo>
                      <a:pt x="344710" y="57150"/>
                    </a:lnTo>
                    <a:lnTo>
                      <a:pt x="348805" y="62294"/>
                    </a:lnTo>
                    <a:lnTo>
                      <a:pt x="344234" y="65913"/>
                    </a:lnTo>
                    <a:lnTo>
                      <a:pt x="340233" y="68294"/>
                    </a:lnTo>
                    <a:lnTo>
                      <a:pt x="333470" y="66770"/>
                    </a:lnTo>
                    <a:lnTo>
                      <a:pt x="328041" y="69247"/>
                    </a:lnTo>
                    <a:lnTo>
                      <a:pt x="323279" y="70675"/>
                    </a:lnTo>
                    <a:lnTo>
                      <a:pt x="318802" y="72390"/>
                    </a:lnTo>
                    <a:lnTo>
                      <a:pt x="309658" y="83629"/>
                    </a:lnTo>
                    <a:lnTo>
                      <a:pt x="305752" y="97727"/>
                    </a:lnTo>
                    <a:lnTo>
                      <a:pt x="297466" y="100203"/>
                    </a:lnTo>
                    <a:lnTo>
                      <a:pt x="299085" y="104965"/>
                    </a:lnTo>
                    <a:lnTo>
                      <a:pt x="297942" y="109252"/>
                    </a:lnTo>
                    <a:lnTo>
                      <a:pt x="293275" y="110776"/>
                    </a:lnTo>
                    <a:lnTo>
                      <a:pt x="287464" y="114681"/>
                    </a:lnTo>
                    <a:lnTo>
                      <a:pt x="280606" y="117253"/>
                    </a:lnTo>
                    <a:lnTo>
                      <a:pt x="267557" y="118872"/>
                    </a:lnTo>
                    <a:lnTo>
                      <a:pt x="261747" y="116014"/>
                    </a:lnTo>
                    <a:lnTo>
                      <a:pt x="258604" y="116872"/>
                    </a:lnTo>
                    <a:lnTo>
                      <a:pt x="253555" y="122206"/>
                    </a:lnTo>
                    <a:lnTo>
                      <a:pt x="247174" y="118967"/>
                    </a:lnTo>
                    <a:lnTo>
                      <a:pt x="230410" y="127540"/>
                    </a:lnTo>
                    <a:lnTo>
                      <a:pt x="227267" y="123539"/>
                    </a:lnTo>
                    <a:lnTo>
                      <a:pt x="220599" y="119920"/>
                    </a:lnTo>
                    <a:lnTo>
                      <a:pt x="215075" y="123444"/>
                    </a:lnTo>
                    <a:lnTo>
                      <a:pt x="213836" y="127825"/>
                    </a:lnTo>
                    <a:lnTo>
                      <a:pt x="203549" y="124396"/>
                    </a:lnTo>
                    <a:lnTo>
                      <a:pt x="196501" y="116396"/>
                    </a:lnTo>
                    <a:lnTo>
                      <a:pt x="188119" y="118681"/>
                    </a:lnTo>
                    <a:lnTo>
                      <a:pt x="183261" y="125444"/>
                    </a:lnTo>
                    <a:lnTo>
                      <a:pt x="167068" y="113824"/>
                    </a:lnTo>
                    <a:lnTo>
                      <a:pt x="158782" y="114490"/>
                    </a:lnTo>
                    <a:lnTo>
                      <a:pt x="142589" y="120301"/>
                    </a:lnTo>
                    <a:lnTo>
                      <a:pt x="133445" y="115538"/>
                    </a:lnTo>
                    <a:lnTo>
                      <a:pt x="124111" y="119158"/>
                    </a:lnTo>
                    <a:lnTo>
                      <a:pt x="113157" y="113538"/>
                    </a:lnTo>
                    <a:lnTo>
                      <a:pt x="108299" y="114110"/>
                    </a:lnTo>
                    <a:lnTo>
                      <a:pt x="100298" y="117729"/>
                    </a:lnTo>
                    <a:lnTo>
                      <a:pt x="90297" y="122587"/>
                    </a:lnTo>
                    <a:lnTo>
                      <a:pt x="82867" y="122111"/>
                    </a:lnTo>
                    <a:lnTo>
                      <a:pt x="75247" y="122491"/>
                    </a:lnTo>
                    <a:lnTo>
                      <a:pt x="73152" y="126302"/>
                    </a:lnTo>
                    <a:lnTo>
                      <a:pt x="72104" y="127730"/>
                    </a:lnTo>
                    <a:lnTo>
                      <a:pt x="65151" y="126873"/>
                    </a:lnTo>
                    <a:lnTo>
                      <a:pt x="55531" y="118110"/>
                    </a:lnTo>
                    <a:lnTo>
                      <a:pt x="47149" y="118777"/>
                    </a:lnTo>
                    <a:lnTo>
                      <a:pt x="43625" y="117157"/>
                    </a:lnTo>
                    <a:lnTo>
                      <a:pt x="34671" y="123539"/>
                    </a:lnTo>
                    <a:lnTo>
                      <a:pt x="23241" y="121729"/>
                    </a:lnTo>
                    <a:lnTo>
                      <a:pt x="18955" y="119348"/>
                    </a:lnTo>
                    <a:lnTo>
                      <a:pt x="16383" y="122015"/>
                    </a:lnTo>
                    <a:lnTo>
                      <a:pt x="18288" y="126397"/>
                    </a:lnTo>
                    <a:lnTo>
                      <a:pt x="15907" y="126302"/>
                    </a:lnTo>
                    <a:lnTo>
                      <a:pt x="11621" y="122015"/>
                    </a:lnTo>
                    <a:lnTo>
                      <a:pt x="11525" y="114490"/>
                    </a:lnTo>
                    <a:lnTo>
                      <a:pt x="13335" y="111633"/>
                    </a:lnTo>
                    <a:lnTo>
                      <a:pt x="19526" y="109538"/>
                    </a:lnTo>
                    <a:lnTo>
                      <a:pt x="20479" y="106680"/>
                    </a:lnTo>
                    <a:lnTo>
                      <a:pt x="12668" y="103441"/>
                    </a:lnTo>
                    <a:lnTo>
                      <a:pt x="14288" y="93821"/>
                    </a:lnTo>
                    <a:lnTo>
                      <a:pt x="18479" y="87439"/>
                    </a:lnTo>
                    <a:lnTo>
                      <a:pt x="17431" y="82105"/>
                    </a:lnTo>
                    <a:lnTo>
                      <a:pt x="17717" y="75533"/>
                    </a:lnTo>
                    <a:lnTo>
                      <a:pt x="24479" y="67151"/>
                    </a:lnTo>
                    <a:lnTo>
                      <a:pt x="20193" y="62294"/>
                    </a:lnTo>
                    <a:lnTo>
                      <a:pt x="16288" y="49244"/>
                    </a:lnTo>
                    <a:lnTo>
                      <a:pt x="7525" y="46482"/>
                    </a:lnTo>
                    <a:lnTo>
                      <a:pt x="0" y="32671"/>
                    </a:lnTo>
                    <a:lnTo>
                      <a:pt x="12383" y="28289"/>
                    </a:lnTo>
                    <a:lnTo>
                      <a:pt x="23050" y="21717"/>
                    </a:lnTo>
                    <a:lnTo>
                      <a:pt x="24098" y="17336"/>
                    </a:lnTo>
                    <a:lnTo>
                      <a:pt x="21146" y="10192"/>
                    </a:lnTo>
                    <a:lnTo>
                      <a:pt x="22003" y="5715"/>
                    </a:lnTo>
                    <a:lnTo>
                      <a:pt x="27527" y="1333"/>
                    </a:lnTo>
                    <a:lnTo>
                      <a:pt x="37814" y="0"/>
                    </a:lnTo>
                    <a:close/>
                    <a:moveTo>
                      <a:pt x="400812" y="35814"/>
                    </a:moveTo>
                    <a:lnTo>
                      <a:pt x="404908" y="40767"/>
                    </a:lnTo>
                    <a:lnTo>
                      <a:pt x="406527" y="38576"/>
                    </a:lnTo>
                    <a:lnTo>
                      <a:pt x="414433" y="40100"/>
                    </a:lnTo>
                    <a:lnTo>
                      <a:pt x="419005" y="42958"/>
                    </a:lnTo>
                    <a:lnTo>
                      <a:pt x="420338" y="46101"/>
                    </a:lnTo>
                    <a:lnTo>
                      <a:pt x="416433" y="49149"/>
                    </a:lnTo>
                    <a:lnTo>
                      <a:pt x="411575" y="45625"/>
                    </a:lnTo>
                    <a:lnTo>
                      <a:pt x="409004" y="45625"/>
                    </a:lnTo>
                    <a:lnTo>
                      <a:pt x="412433" y="50863"/>
                    </a:lnTo>
                    <a:lnTo>
                      <a:pt x="408718" y="53435"/>
                    </a:lnTo>
                    <a:lnTo>
                      <a:pt x="398907" y="44387"/>
                    </a:lnTo>
                    <a:lnTo>
                      <a:pt x="398335" y="37433"/>
                    </a:lnTo>
                    <a:lnTo>
                      <a:pt x="400812" y="35814"/>
                    </a:lnTo>
                    <a:close/>
                    <a:moveTo>
                      <a:pt x="389382" y="76581"/>
                    </a:moveTo>
                    <a:lnTo>
                      <a:pt x="408146" y="81153"/>
                    </a:lnTo>
                    <a:lnTo>
                      <a:pt x="411289" y="79629"/>
                    </a:lnTo>
                    <a:lnTo>
                      <a:pt x="415671" y="82772"/>
                    </a:lnTo>
                    <a:lnTo>
                      <a:pt x="399288" y="87916"/>
                    </a:lnTo>
                    <a:lnTo>
                      <a:pt x="393478" y="85058"/>
                    </a:lnTo>
                    <a:lnTo>
                      <a:pt x="391954" y="87439"/>
                    </a:lnTo>
                    <a:lnTo>
                      <a:pt x="377571" y="93250"/>
                    </a:lnTo>
                    <a:lnTo>
                      <a:pt x="371475" y="91059"/>
                    </a:lnTo>
                    <a:lnTo>
                      <a:pt x="358521" y="94393"/>
                    </a:lnTo>
                    <a:lnTo>
                      <a:pt x="353759" y="92773"/>
                    </a:lnTo>
                    <a:lnTo>
                      <a:pt x="351282" y="89821"/>
                    </a:lnTo>
                    <a:lnTo>
                      <a:pt x="351377" y="86011"/>
                    </a:lnTo>
                    <a:lnTo>
                      <a:pt x="378714" y="80010"/>
                    </a:lnTo>
                    <a:lnTo>
                      <a:pt x="379952" y="77724"/>
                    </a:lnTo>
                    <a:lnTo>
                      <a:pt x="389382" y="76581"/>
                    </a:lnTo>
                    <a:close/>
                  </a:path>
                </a:pathLst>
              </a:custGeom>
              <a:solidFill>
                <a:srgbClr val="646464"/>
              </a:solidFill>
              <a:ln w="9525" cap="flat">
                <a:noFill/>
                <a:prstDash val="solid"/>
                <a:miter/>
              </a:ln>
            </p:spPr>
            <p:txBody>
              <a:bodyPr rtlCol="0" anchor="ctr"/>
              <a:lstStyle/>
              <a:p>
                <a:pPr algn="ctr"/>
                <a:endParaRPr lang="en-US"/>
              </a:p>
            </p:txBody>
          </p:sp>
        </p:grpSp>
      </p:grpSp>
      <p:sp>
        <p:nvSpPr>
          <p:cNvPr id="80" name="Rectangle 79">
            <a:extLst>
              <a:ext uri="{FF2B5EF4-FFF2-40B4-BE49-F238E27FC236}">
                <a16:creationId xmlns:a16="http://schemas.microsoft.com/office/drawing/2014/main" id="{4E52A54D-EB48-43DF-BCFE-23D39BB4DCBA}"/>
              </a:ext>
            </a:extLst>
          </p:cNvPr>
          <p:cNvSpPr/>
          <p:nvPr/>
        </p:nvSpPr>
        <p:spPr bwMode="gray">
          <a:xfrm>
            <a:off x="12372478" y="-1"/>
            <a:ext cx="2341049" cy="1443790"/>
          </a:xfrm>
          <a:prstGeom prst="rect">
            <a:avLst/>
          </a:prstGeom>
          <a:solidFill>
            <a:srgbClr val="FFFF99"/>
          </a:solidFill>
          <a:ln>
            <a:noFill/>
            <a:miter lim="800000"/>
          </a:ln>
          <a:effectLst/>
        </p:spPr>
        <p:style>
          <a:lnRef idx="1">
            <a:schemeClr val="accent1"/>
          </a:lnRef>
          <a:fillRef idx="3">
            <a:schemeClr val="accent1"/>
          </a:fillRef>
          <a:effectRef idx="2">
            <a:schemeClr val="accent1"/>
          </a:effectRef>
          <a:fontRef idx="minor">
            <a:schemeClr val="lt1"/>
          </a:fontRef>
        </p:style>
        <p:txBody>
          <a:bodyPr lIns="182880" tIns="137160" rtlCol="0" anchor="t"/>
          <a:lstStyle/>
          <a:p>
            <a:pPr>
              <a:lnSpc>
                <a:spcPct val="105000"/>
              </a:lnSpc>
              <a:spcAft>
                <a:spcPts val="1200"/>
              </a:spcAft>
            </a:pPr>
            <a:r>
              <a:rPr lang="en-US" sz="1300" b="1">
                <a:solidFill>
                  <a:schemeClr val="tx2"/>
                </a:solidFill>
              </a:rPr>
              <a:t>More charts </a:t>
            </a:r>
            <a:r>
              <a:rPr lang="en-US" sz="1300">
                <a:solidFill>
                  <a:schemeClr val="tx2"/>
                </a:solidFill>
              </a:rPr>
              <a:t>are available in the chart library on the </a:t>
            </a:r>
            <a:r>
              <a:rPr lang="en-US" sz="1300" u="sng">
                <a:solidFill>
                  <a:srgbClr val="3F3F3F"/>
                </a:solidFill>
                <a:hlinkClick r:id="rId2"/>
              </a:rPr>
              <a:t>Brand Center</a:t>
            </a:r>
            <a:r>
              <a:rPr lang="en-US" sz="1300">
                <a:solidFill>
                  <a:srgbClr val="3F3F3F"/>
                </a:solidFill>
              </a:rPr>
              <a:t>.</a:t>
            </a:r>
          </a:p>
          <a:p>
            <a:pPr>
              <a:lnSpc>
                <a:spcPct val="105000"/>
              </a:lnSpc>
              <a:spcAft>
                <a:spcPts val="1200"/>
              </a:spcAft>
            </a:pPr>
            <a:r>
              <a:rPr lang="en-US" sz="1300">
                <a:solidFill>
                  <a:srgbClr val="3F3F3F"/>
                </a:solidFill>
              </a:rPr>
              <a:t>This library includes an International map.</a:t>
            </a:r>
          </a:p>
        </p:txBody>
      </p:sp>
      <p:sp>
        <p:nvSpPr>
          <p:cNvPr id="118" name="Rectangle 117">
            <a:extLst>
              <a:ext uri="{FF2B5EF4-FFF2-40B4-BE49-F238E27FC236}">
                <a16:creationId xmlns:a16="http://schemas.microsoft.com/office/drawing/2014/main" id="{3AD4E191-CAB5-4B4D-8C7C-52D2C3608003}"/>
              </a:ext>
            </a:extLst>
          </p:cNvPr>
          <p:cNvSpPr/>
          <p:nvPr/>
        </p:nvSpPr>
        <p:spPr bwMode="gray">
          <a:xfrm>
            <a:off x="12372479" y="1597205"/>
            <a:ext cx="2341048" cy="2429363"/>
          </a:xfrm>
          <a:prstGeom prst="rect">
            <a:avLst/>
          </a:prstGeom>
          <a:solidFill>
            <a:schemeClr val="bg1"/>
          </a:solidFill>
          <a:ln>
            <a:noFill/>
            <a:miter lim="800000"/>
          </a:ln>
          <a:effectLst/>
        </p:spPr>
        <p:style>
          <a:lnRef idx="1">
            <a:schemeClr val="accent1"/>
          </a:lnRef>
          <a:fillRef idx="3">
            <a:schemeClr val="accent1"/>
          </a:fillRef>
          <a:effectRef idx="2">
            <a:schemeClr val="accent1"/>
          </a:effectRef>
          <a:fontRef idx="minor">
            <a:schemeClr val="lt1"/>
          </a:fontRef>
        </p:style>
        <p:txBody>
          <a:bodyPr lIns="182880" tIns="137160" rtlCol="0" anchor="t"/>
          <a:lstStyle/>
          <a:p>
            <a:pPr marL="0" lvl="1">
              <a:lnSpc>
                <a:spcPct val="90000"/>
              </a:lnSpc>
              <a:spcAft>
                <a:spcPts val="600"/>
              </a:spcAft>
            </a:pPr>
            <a:r>
              <a:rPr lang="en-US" sz="1500" b="1">
                <a:solidFill>
                  <a:schemeClr val="tx2"/>
                </a:solidFill>
              </a:rPr>
              <a:t>Accessibility </a:t>
            </a:r>
            <a:br>
              <a:rPr lang="en-US" sz="1500" b="1">
                <a:solidFill>
                  <a:schemeClr val="tx2"/>
                </a:solidFill>
              </a:rPr>
            </a:br>
            <a:r>
              <a:rPr lang="en-US" sz="1300">
                <a:solidFill>
                  <a:schemeClr val="tx2"/>
                </a:solidFill>
              </a:rPr>
              <a:t>guidance</a:t>
            </a:r>
          </a:p>
          <a:p>
            <a:pPr marL="0" lvl="1">
              <a:lnSpc>
                <a:spcPct val="105000"/>
              </a:lnSpc>
              <a:spcAft>
                <a:spcPts val="600"/>
              </a:spcAft>
            </a:pPr>
            <a:r>
              <a:rPr lang="en-US" sz="1300">
                <a:solidFill>
                  <a:schemeClr val="tx2"/>
                </a:solidFill>
              </a:rPr>
              <a:t>Direct labeling in the legend is preferred. </a:t>
            </a:r>
            <a:br>
              <a:rPr lang="en-US" sz="1300">
                <a:solidFill>
                  <a:schemeClr val="tx2"/>
                </a:solidFill>
              </a:rPr>
            </a:br>
            <a:r>
              <a:rPr lang="en-US" sz="1300">
                <a:solidFill>
                  <a:schemeClr val="tx2"/>
                </a:solidFill>
              </a:rPr>
              <a:t>If this information is complex, the data/info </a:t>
            </a:r>
            <a:br>
              <a:rPr lang="en-US" sz="1300">
                <a:solidFill>
                  <a:schemeClr val="tx2"/>
                </a:solidFill>
              </a:rPr>
            </a:br>
            <a:r>
              <a:rPr lang="en-US" sz="1300">
                <a:solidFill>
                  <a:schemeClr val="tx2"/>
                </a:solidFill>
              </a:rPr>
              <a:t>can be presented in </a:t>
            </a:r>
            <a:br>
              <a:rPr lang="en-US" sz="1300">
                <a:solidFill>
                  <a:schemeClr val="tx2"/>
                </a:solidFill>
              </a:rPr>
            </a:br>
            <a:r>
              <a:rPr lang="en-US" sz="1300">
                <a:solidFill>
                  <a:schemeClr val="tx2"/>
                </a:solidFill>
              </a:rPr>
              <a:t>an embedded Excel spreadsheet or in </a:t>
            </a:r>
            <a:br>
              <a:rPr lang="en-US" sz="1300">
                <a:solidFill>
                  <a:schemeClr val="tx2"/>
                </a:solidFill>
              </a:rPr>
            </a:br>
            <a:r>
              <a:rPr lang="en-US" sz="1300">
                <a:solidFill>
                  <a:schemeClr val="tx2"/>
                </a:solidFill>
              </a:rPr>
              <a:t>the notes section. </a:t>
            </a:r>
          </a:p>
        </p:txBody>
      </p:sp>
    </p:spTree>
    <p:extLst>
      <p:ext uri="{BB962C8B-B14F-4D97-AF65-F5344CB8AC3E}">
        <p14:creationId xmlns:p14="http://schemas.microsoft.com/office/powerpoint/2010/main" val="225128945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2DEADD2A-9A52-BC8D-59D5-A18FBBD437C8}"/>
              </a:ext>
            </a:extLst>
          </p:cNvPr>
          <p:cNvSpPr>
            <a:spLocks noGrp="1"/>
          </p:cNvSpPr>
          <p:nvPr>
            <p:ph type="body" sz="quarter" idx="12"/>
          </p:nvPr>
        </p:nvSpPr>
        <p:spPr>
          <a:xfrm>
            <a:off x="4906963" y="631825"/>
            <a:ext cx="5913437" cy="5162550"/>
          </a:xfrm>
        </p:spPr>
        <p:txBody>
          <a:bodyPr/>
          <a:lstStyle/>
          <a:p>
            <a:r>
              <a:rPr lang="en-US"/>
              <a:t>This slide is for an individual bio.</a:t>
            </a:r>
          </a:p>
          <a:p>
            <a:r>
              <a:rPr lang="en-US"/>
              <a:t>Add bio text here. Body text is 12-point CVS Health Sans in Text Gray, single-spaced.  </a:t>
            </a:r>
          </a:p>
          <a:p>
            <a:r>
              <a:rPr lang="en-US"/>
              <a:t>Be sure to delete any ‘blank’ returns before and after the text so text centers perfectly top to bottom.</a:t>
            </a:r>
          </a:p>
          <a:p>
            <a:endParaRPr lang="en-US"/>
          </a:p>
          <a:p>
            <a:r>
              <a:rPr lang="en-US"/>
              <a:t>Name is 22-point CVS Health Sans Bold in Text Gray.</a:t>
            </a:r>
          </a:p>
          <a:p>
            <a:r>
              <a:rPr lang="en-US"/>
              <a:t>Title is 13-point CVS Health Sans Regular in Text Gray. </a:t>
            </a:r>
          </a:p>
        </p:txBody>
      </p:sp>
      <p:sp>
        <p:nvSpPr>
          <p:cNvPr id="22" name="Picture Placeholder 21">
            <a:extLst>
              <a:ext uri="{FF2B5EF4-FFF2-40B4-BE49-F238E27FC236}">
                <a16:creationId xmlns:a16="http://schemas.microsoft.com/office/drawing/2014/main" id="{A0CE7BC0-2800-E431-8F4B-AA72C0134502}"/>
              </a:ext>
            </a:extLst>
          </p:cNvPr>
          <p:cNvSpPr>
            <a:spLocks noGrp="1"/>
          </p:cNvSpPr>
          <p:nvPr>
            <p:ph type="pic" sz="quarter" idx="10"/>
          </p:nvPr>
        </p:nvSpPr>
        <p:spPr/>
        <p:txBody>
          <a:bodyPr/>
          <a:lstStyle/>
          <a:p>
            <a:endParaRPr lang="en-US"/>
          </a:p>
        </p:txBody>
      </p:sp>
      <p:sp>
        <p:nvSpPr>
          <p:cNvPr id="7" name="Text Placeholder 3">
            <a:extLst>
              <a:ext uri="{FF2B5EF4-FFF2-40B4-BE49-F238E27FC236}">
                <a16:creationId xmlns:a16="http://schemas.microsoft.com/office/drawing/2014/main" id="{51D4B2E9-6601-3CF6-FD8C-EC2857B92817}"/>
              </a:ext>
            </a:extLst>
          </p:cNvPr>
          <p:cNvSpPr>
            <a:spLocks noGrp="1"/>
          </p:cNvSpPr>
          <p:nvPr>
            <p:ph type="body" sz="quarter" idx="11"/>
          </p:nvPr>
        </p:nvSpPr>
        <p:spPr>
          <a:xfrm>
            <a:off x="528410" y="3673475"/>
            <a:ext cx="3003550" cy="946150"/>
          </a:xfrm>
        </p:spPr>
        <p:txBody>
          <a:bodyPr/>
          <a:lstStyle/>
          <a:p>
            <a:r>
              <a:rPr lang="en-US"/>
              <a:t>First last name</a:t>
            </a:r>
          </a:p>
          <a:p>
            <a:r>
              <a:rPr lang="en-US" sz="1300" b="0"/>
              <a:t>Title</a:t>
            </a:r>
          </a:p>
          <a:p>
            <a:endParaRPr lang="en-US" sz="1300" b="0"/>
          </a:p>
          <a:p>
            <a:endParaRPr lang="en-US"/>
          </a:p>
        </p:txBody>
      </p:sp>
      <p:cxnSp>
        <p:nvCxnSpPr>
          <p:cNvPr id="5" name="Straight Arrow Connector 4">
            <a:extLst>
              <a:ext uri="{FF2B5EF4-FFF2-40B4-BE49-F238E27FC236}">
                <a16:creationId xmlns:a16="http://schemas.microsoft.com/office/drawing/2014/main" id="{EADF78A7-0C7F-F667-18AC-41507C6689B8}"/>
              </a:ext>
            </a:extLst>
          </p:cNvPr>
          <p:cNvCxnSpPr/>
          <p:nvPr/>
        </p:nvCxnSpPr>
        <p:spPr>
          <a:xfrm>
            <a:off x="-558800" y="2377440"/>
            <a:ext cx="406400" cy="0"/>
          </a:xfrm>
          <a:prstGeom prst="straightConnector1">
            <a:avLst/>
          </a:prstGeom>
          <a:ln w="12700" cmpd="sng">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737D9FF0-0654-CD04-EF62-99A2154D915B}"/>
              </a:ext>
            </a:extLst>
          </p:cNvPr>
          <p:cNvSpPr/>
          <p:nvPr/>
        </p:nvSpPr>
        <p:spPr bwMode="gray">
          <a:xfrm>
            <a:off x="-2982977" y="822959"/>
            <a:ext cx="2424177" cy="2006865"/>
          </a:xfrm>
          <a:prstGeom prst="rect">
            <a:avLst/>
          </a:prstGeom>
          <a:solidFill>
            <a:srgbClr val="FFFF99"/>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spcAft>
                <a:spcPts val="600"/>
              </a:spcAft>
            </a:pPr>
            <a:r>
              <a:rPr lang="en-US" sz="1300" b="1">
                <a:solidFill>
                  <a:schemeClr val="tx2"/>
                </a:solidFill>
              </a:rPr>
              <a:t>To add photo</a:t>
            </a:r>
          </a:p>
          <a:p>
            <a:pPr>
              <a:spcAft>
                <a:spcPts val="600"/>
              </a:spcAft>
            </a:pPr>
            <a:r>
              <a:rPr lang="en-US" sz="1300">
                <a:solidFill>
                  <a:schemeClr val="tx2"/>
                </a:solidFill>
              </a:rPr>
              <a:t>Click the middle of the gray box to add photo.</a:t>
            </a:r>
          </a:p>
          <a:p>
            <a:r>
              <a:rPr lang="en-US" sz="1300">
                <a:solidFill>
                  <a:schemeClr val="tx2"/>
                </a:solidFill>
              </a:rPr>
              <a:t>Ensure that the size of head and shoulders feels consistent with other headshots throughout the presentation.</a:t>
            </a:r>
          </a:p>
        </p:txBody>
      </p:sp>
    </p:spTree>
    <p:extLst>
      <p:ext uri="{BB962C8B-B14F-4D97-AF65-F5344CB8AC3E}">
        <p14:creationId xmlns:p14="http://schemas.microsoft.com/office/powerpoint/2010/main" val="328012194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7" name="Table 2">
            <a:extLst>
              <a:ext uri="{FF2B5EF4-FFF2-40B4-BE49-F238E27FC236}">
                <a16:creationId xmlns:a16="http://schemas.microsoft.com/office/drawing/2014/main" id="{7508F9C9-FFE8-C633-DF66-A66C355CFAFB}"/>
              </a:ext>
            </a:extLst>
          </p:cNvPr>
          <p:cNvGraphicFramePr>
            <a:graphicFrameLocks noGrp="1"/>
          </p:cNvGraphicFramePr>
          <p:nvPr/>
        </p:nvGraphicFramePr>
        <p:xfrm>
          <a:off x="2652204" y="2965999"/>
          <a:ext cx="6884416" cy="1353312"/>
        </p:xfrm>
        <a:graphic>
          <a:graphicData uri="http://schemas.openxmlformats.org/drawingml/2006/table">
            <a:tbl>
              <a:tblPr firstRow="1" bandRow="1"/>
              <a:tblGrid>
                <a:gridCol w="1147403">
                  <a:extLst>
                    <a:ext uri="{9D8B030D-6E8A-4147-A177-3AD203B41FA5}">
                      <a16:colId xmlns:a16="http://schemas.microsoft.com/office/drawing/2014/main" val="2874026497"/>
                    </a:ext>
                  </a:extLst>
                </a:gridCol>
                <a:gridCol w="1147403">
                  <a:extLst>
                    <a:ext uri="{9D8B030D-6E8A-4147-A177-3AD203B41FA5}">
                      <a16:colId xmlns:a16="http://schemas.microsoft.com/office/drawing/2014/main" val="1141467473"/>
                    </a:ext>
                  </a:extLst>
                </a:gridCol>
                <a:gridCol w="1147403">
                  <a:extLst>
                    <a:ext uri="{9D8B030D-6E8A-4147-A177-3AD203B41FA5}">
                      <a16:colId xmlns:a16="http://schemas.microsoft.com/office/drawing/2014/main" val="3664805901"/>
                    </a:ext>
                  </a:extLst>
                </a:gridCol>
                <a:gridCol w="1138071">
                  <a:extLst>
                    <a:ext uri="{9D8B030D-6E8A-4147-A177-3AD203B41FA5}">
                      <a16:colId xmlns:a16="http://schemas.microsoft.com/office/drawing/2014/main" val="2617965476"/>
                    </a:ext>
                  </a:extLst>
                </a:gridCol>
                <a:gridCol w="1156733">
                  <a:extLst>
                    <a:ext uri="{9D8B030D-6E8A-4147-A177-3AD203B41FA5}">
                      <a16:colId xmlns:a16="http://schemas.microsoft.com/office/drawing/2014/main" val="3957132692"/>
                    </a:ext>
                  </a:extLst>
                </a:gridCol>
                <a:gridCol w="1147403">
                  <a:extLst>
                    <a:ext uri="{9D8B030D-6E8A-4147-A177-3AD203B41FA5}">
                      <a16:colId xmlns:a16="http://schemas.microsoft.com/office/drawing/2014/main" val="2141364351"/>
                    </a:ext>
                  </a:extLst>
                </a:gridCol>
              </a:tblGrid>
              <a:tr h="804672">
                <a:tc>
                  <a:txBody>
                    <a:bodyPr/>
                    <a:lstStyle/>
                    <a:p>
                      <a:pPr algn="ctr"/>
                      <a:r>
                        <a:rPr lang="en-US" sz="900" b="1">
                          <a:solidFill>
                            <a:schemeClr val="tx2"/>
                          </a:solidFill>
                        </a:rPr>
                        <a:t>First last name</a:t>
                      </a:r>
                    </a:p>
                  </a:txBody>
                  <a:tcPr marL="91345" marR="91345" marT="91345" marB="45672"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900" b="1">
                          <a:solidFill>
                            <a:schemeClr val="tx2"/>
                          </a:solidFill>
                        </a:rPr>
                        <a:t>First last name</a:t>
                      </a:r>
                    </a:p>
                  </a:txBody>
                  <a:tcPr marL="91345" marR="91345" marT="91345" marB="45672"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900" b="1">
                          <a:solidFill>
                            <a:schemeClr val="tx2"/>
                          </a:solidFill>
                        </a:rPr>
                        <a:t>First last name</a:t>
                      </a:r>
                    </a:p>
                  </a:txBody>
                  <a:tcPr marL="91345" marR="91345" marT="91345" marB="45672"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456834" rtl="0" eaLnBrk="1" fontAlgn="ctr" latinLnBrk="0" hangingPunct="1">
                        <a:lnSpc>
                          <a:spcPct val="100000"/>
                        </a:lnSpc>
                        <a:spcBef>
                          <a:spcPts val="0"/>
                        </a:spcBef>
                        <a:spcAft>
                          <a:spcPts val="0"/>
                        </a:spcAft>
                        <a:buClrTx/>
                        <a:buSzTx/>
                        <a:buFontTx/>
                        <a:buNone/>
                        <a:tabLst/>
                        <a:defRPr/>
                      </a:pPr>
                      <a:r>
                        <a:rPr lang="en-US" sz="900" b="1">
                          <a:solidFill>
                            <a:schemeClr val="tx2"/>
                          </a:solidFill>
                        </a:rPr>
                        <a:t>First last name</a:t>
                      </a:r>
                    </a:p>
                  </a:txBody>
                  <a:tcPr marL="91345" marR="91345" marT="91345" marB="45672"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900" b="1">
                          <a:solidFill>
                            <a:schemeClr val="tx2"/>
                          </a:solidFill>
                        </a:rPr>
                        <a:t>First last name</a:t>
                      </a:r>
                    </a:p>
                  </a:txBody>
                  <a:tcPr marL="91345" marR="91345" marT="91345" marB="45672"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900" b="1">
                          <a:solidFill>
                            <a:schemeClr val="tx2"/>
                          </a:solidFill>
                        </a:rPr>
                        <a:t>First last name</a:t>
                      </a:r>
                    </a:p>
                  </a:txBody>
                  <a:tcPr marL="91345" marR="91345" marT="91345" marB="45672"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795217669"/>
                  </a:ext>
                </a:extLst>
              </a:tr>
              <a:tr h="548640">
                <a:tc>
                  <a:txBody>
                    <a:bodyPr/>
                    <a:lstStyle/>
                    <a:p>
                      <a:pPr algn="ctr"/>
                      <a:r>
                        <a:rPr lang="en-US" sz="800" i="0">
                          <a:solidFill>
                            <a:schemeClr val="tx2"/>
                          </a:solidFill>
                        </a:rPr>
                        <a:t>Title, </a:t>
                      </a:r>
                      <a:br>
                        <a:rPr lang="en-US" sz="800" i="0">
                          <a:solidFill>
                            <a:schemeClr val="tx2"/>
                          </a:solidFill>
                        </a:rPr>
                      </a:br>
                      <a:r>
                        <a:rPr lang="en-US" sz="800" i="0">
                          <a:solidFill>
                            <a:schemeClr val="tx2"/>
                          </a:solidFill>
                        </a:rPr>
                        <a:t>organization</a:t>
                      </a:r>
                    </a:p>
                  </a:txBody>
                  <a:tcPr marL="91345" marR="91345" marT="0" marB="45672">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800" i="0">
                          <a:solidFill>
                            <a:schemeClr val="tx2"/>
                          </a:solidFill>
                        </a:rPr>
                        <a:t>Title, </a:t>
                      </a:r>
                      <a:br>
                        <a:rPr lang="en-US" sz="800" i="0">
                          <a:solidFill>
                            <a:schemeClr val="tx2"/>
                          </a:solidFill>
                        </a:rPr>
                      </a:br>
                      <a:r>
                        <a:rPr lang="en-US" sz="800" i="0">
                          <a:solidFill>
                            <a:schemeClr val="tx2"/>
                          </a:solidFill>
                        </a:rPr>
                        <a:t>organization</a:t>
                      </a:r>
                    </a:p>
                  </a:txBody>
                  <a:tcPr marL="91345" marR="91345" marT="0" marB="45672">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800" i="0">
                          <a:solidFill>
                            <a:schemeClr val="tx2"/>
                          </a:solidFill>
                        </a:rPr>
                        <a:t>Title, </a:t>
                      </a:r>
                      <a:br>
                        <a:rPr lang="en-US" sz="800" i="0">
                          <a:solidFill>
                            <a:schemeClr val="tx2"/>
                          </a:solidFill>
                        </a:rPr>
                      </a:br>
                      <a:r>
                        <a:rPr lang="en-US" sz="800" i="0">
                          <a:solidFill>
                            <a:schemeClr val="tx2"/>
                          </a:solidFill>
                        </a:rPr>
                        <a:t>organization</a:t>
                      </a:r>
                    </a:p>
                  </a:txBody>
                  <a:tcPr marL="91345" marR="91345" marT="0" marB="45672">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800" i="0">
                          <a:solidFill>
                            <a:schemeClr val="tx2"/>
                          </a:solidFill>
                        </a:rPr>
                        <a:t>Title, </a:t>
                      </a:r>
                      <a:br>
                        <a:rPr lang="en-US" sz="800" i="0">
                          <a:solidFill>
                            <a:schemeClr val="tx2"/>
                          </a:solidFill>
                        </a:rPr>
                      </a:br>
                      <a:r>
                        <a:rPr lang="en-US" sz="800" i="0">
                          <a:solidFill>
                            <a:schemeClr val="tx2"/>
                          </a:solidFill>
                        </a:rPr>
                        <a:t>organization</a:t>
                      </a:r>
                    </a:p>
                  </a:txBody>
                  <a:tcPr marL="91345" marR="91345" marT="0" marB="45672">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800" i="0">
                          <a:solidFill>
                            <a:schemeClr val="tx2"/>
                          </a:solidFill>
                        </a:rPr>
                        <a:t>Title, </a:t>
                      </a:r>
                      <a:br>
                        <a:rPr lang="en-US" sz="800" i="0">
                          <a:solidFill>
                            <a:schemeClr val="tx2"/>
                          </a:solidFill>
                        </a:rPr>
                      </a:br>
                      <a:r>
                        <a:rPr lang="en-US" sz="800" i="0">
                          <a:solidFill>
                            <a:schemeClr val="tx2"/>
                          </a:solidFill>
                        </a:rPr>
                        <a:t>organization</a:t>
                      </a:r>
                    </a:p>
                  </a:txBody>
                  <a:tcPr marL="91345" marR="91345" marT="0" marB="45672">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800" i="0">
                          <a:solidFill>
                            <a:schemeClr val="tx2"/>
                          </a:solidFill>
                        </a:rPr>
                        <a:t>Title, </a:t>
                      </a:r>
                      <a:br>
                        <a:rPr lang="en-US" sz="800" i="0">
                          <a:solidFill>
                            <a:schemeClr val="tx2"/>
                          </a:solidFill>
                        </a:rPr>
                      </a:br>
                      <a:r>
                        <a:rPr lang="en-US" sz="800" i="0">
                          <a:solidFill>
                            <a:schemeClr val="tx2"/>
                          </a:solidFill>
                        </a:rPr>
                        <a:t>organization</a:t>
                      </a:r>
                    </a:p>
                  </a:txBody>
                  <a:tcPr marL="91345" marR="91345" marT="0" marB="45672">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6203972"/>
                  </a:ext>
                </a:extLst>
              </a:tr>
            </a:tbl>
          </a:graphicData>
        </a:graphic>
      </p:graphicFrame>
      <p:sp>
        <p:nvSpPr>
          <p:cNvPr id="139" name="Picture Placeholder 138">
            <a:extLst>
              <a:ext uri="{FF2B5EF4-FFF2-40B4-BE49-F238E27FC236}">
                <a16:creationId xmlns:a16="http://schemas.microsoft.com/office/drawing/2014/main" id="{15B0DFA4-0F9D-1B1D-93B9-D1B57F0951A2}"/>
              </a:ext>
            </a:extLst>
          </p:cNvPr>
          <p:cNvSpPr>
            <a:spLocks noGrp="1"/>
          </p:cNvSpPr>
          <p:nvPr>
            <p:ph type="pic" sz="quarter" idx="11"/>
          </p:nvPr>
        </p:nvSpPr>
        <p:spPr/>
        <p:txBody>
          <a:bodyPr/>
          <a:lstStyle/>
          <a:p>
            <a:endParaRPr lang="en-US"/>
          </a:p>
        </p:txBody>
      </p:sp>
      <p:sp>
        <p:nvSpPr>
          <p:cNvPr id="140" name="Picture Placeholder 139">
            <a:extLst>
              <a:ext uri="{FF2B5EF4-FFF2-40B4-BE49-F238E27FC236}">
                <a16:creationId xmlns:a16="http://schemas.microsoft.com/office/drawing/2014/main" id="{B0DA2175-0099-19A5-ECE6-22AA22D1269E}"/>
              </a:ext>
            </a:extLst>
          </p:cNvPr>
          <p:cNvSpPr>
            <a:spLocks noGrp="1"/>
          </p:cNvSpPr>
          <p:nvPr>
            <p:ph type="pic" sz="quarter" idx="12"/>
          </p:nvPr>
        </p:nvSpPr>
        <p:spPr/>
        <p:txBody>
          <a:bodyPr/>
          <a:lstStyle/>
          <a:p>
            <a:endParaRPr lang="en-US"/>
          </a:p>
        </p:txBody>
      </p:sp>
      <p:sp>
        <p:nvSpPr>
          <p:cNvPr id="141" name="Picture Placeholder 140">
            <a:extLst>
              <a:ext uri="{FF2B5EF4-FFF2-40B4-BE49-F238E27FC236}">
                <a16:creationId xmlns:a16="http://schemas.microsoft.com/office/drawing/2014/main" id="{A56659AF-8404-8A0D-36A4-E5AF432BEF53}"/>
              </a:ext>
            </a:extLst>
          </p:cNvPr>
          <p:cNvSpPr>
            <a:spLocks noGrp="1"/>
          </p:cNvSpPr>
          <p:nvPr>
            <p:ph type="pic" sz="quarter" idx="13"/>
          </p:nvPr>
        </p:nvSpPr>
        <p:spPr/>
        <p:txBody>
          <a:bodyPr/>
          <a:lstStyle/>
          <a:p>
            <a:endParaRPr lang="en-US"/>
          </a:p>
        </p:txBody>
      </p:sp>
      <p:sp>
        <p:nvSpPr>
          <p:cNvPr id="142" name="Picture Placeholder 141">
            <a:extLst>
              <a:ext uri="{FF2B5EF4-FFF2-40B4-BE49-F238E27FC236}">
                <a16:creationId xmlns:a16="http://schemas.microsoft.com/office/drawing/2014/main" id="{001C85D7-6E36-2893-B7DF-BE20BDC0E059}"/>
              </a:ext>
            </a:extLst>
          </p:cNvPr>
          <p:cNvSpPr>
            <a:spLocks noGrp="1"/>
          </p:cNvSpPr>
          <p:nvPr>
            <p:ph type="pic" sz="quarter" idx="14"/>
          </p:nvPr>
        </p:nvSpPr>
        <p:spPr/>
        <p:txBody>
          <a:bodyPr/>
          <a:lstStyle/>
          <a:p>
            <a:endParaRPr lang="en-US"/>
          </a:p>
        </p:txBody>
      </p:sp>
      <p:sp>
        <p:nvSpPr>
          <p:cNvPr id="143" name="Picture Placeholder 142">
            <a:extLst>
              <a:ext uri="{FF2B5EF4-FFF2-40B4-BE49-F238E27FC236}">
                <a16:creationId xmlns:a16="http://schemas.microsoft.com/office/drawing/2014/main" id="{BA0C0F6E-6F68-7EDF-D53E-3C0651A252B6}"/>
              </a:ext>
            </a:extLst>
          </p:cNvPr>
          <p:cNvSpPr>
            <a:spLocks noGrp="1"/>
          </p:cNvSpPr>
          <p:nvPr>
            <p:ph type="pic" sz="quarter" idx="15"/>
          </p:nvPr>
        </p:nvSpPr>
        <p:spPr/>
        <p:txBody>
          <a:bodyPr/>
          <a:lstStyle/>
          <a:p>
            <a:endParaRPr lang="en-US"/>
          </a:p>
        </p:txBody>
      </p:sp>
      <p:sp>
        <p:nvSpPr>
          <p:cNvPr id="144" name="Picture Placeholder 143">
            <a:extLst>
              <a:ext uri="{FF2B5EF4-FFF2-40B4-BE49-F238E27FC236}">
                <a16:creationId xmlns:a16="http://schemas.microsoft.com/office/drawing/2014/main" id="{99843C3D-3A9B-8F88-8D2D-6845296CEF8E}"/>
              </a:ext>
            </a:extLst>
          </p:cNvPr>
          <p:cNvSpPr>
            <a:spLocks noGrp="1"/>
          </p:cNvSpPr>
          <p:nvPr>
            <p:ph type="pic" sz="quarter" idx="16"/>
          </p:nvPr>
        </p:nvSpPr>
        <p:spPr/>
        <p:txBody>
          <a:bodyPr/>
          <a:lstStyle/>
          <a:p>
            <a:endParaRPr lang="en-US"/>
          </a:p>
        </p:txBody>
      </p:sp>
      <p:sp>
        <p:nvSpPr>
          <p:cNvPr id="145" name="Picture Placeholder 144">
            <a:extLst>
              <a:ext uri="{FF2B5EF4-FFF2-40B4-BE49-F238E27FC236}">
                <a16:creationId xmlns:a16="http://schemas.microsoft.com/office/drawing/2014/main" id="{A79BDDB6-08BE-2131-55E9-2AB55D94094A}"/>
              </a:ext>
            </a:extLst>
          </p:cNvPr>
          <p:cNvSpPr>
            <a:spLocks noGrp="1"/>
          </p:cNvSpPr>
          <p:nvPr>
            <p:ph type="pic" sz="quarter" idx="28"/>
          </p:nvPr>
        </p:nvSpPr>
        <p:spPr>
          <a:xfrm>
            <a:off x="5635636" y="929960"/>
            <a:ext cx="914399" cy="914399"/>
          </a:xfrm>
        </p:spPr>
        <p:txBody>
          <a:bodyPr/>
          <a:lstStyle/>
          <a:p>
            <a:endParaRPr lang="en-US"/>
          </a:p>
        </p:txBody>
      </p:sp>
      <p:sp>
        <p:nvSpPr>
          <p:cNvPr id="146" name="Picture Placeholder 145">
            <a:extLst>
              <a:ext uri="{FF2B5EF4-FFF2-40B4-BE49-F238E27FC236}">
                <a16:creationId xmlns:a16="http://schemas.microsoft.com/office/drawing/2014/main" id="{EAFDF959-78CC-E069-67A0-5E7EAA053CCC}"/>
              </a:ext>
            </a:extLst>
          </p:cNvPr>
          <p:cNvSpPr>
            <a:spLocks noGrp="1"/>
          </p:cNvSpPr>
          <p:nvPr>
            <p:ph type="pic" sz="quarter" idx="39"/>
          </p:nvPr>
        </p:nvSpPr>
        <p:spPr>
          <a:xfrm>
            <a:off x="5313671" y="2075059"/>
            <a:ext cx="548640" cy="548640"/>
          </a:xfrm>
        </p:spPr>
        <p:txBody>
          <a:bodyPr/>
          <a:lstStyle/>
          <a:p>
            <a:endParaRPr lang="en-US"/>
          </a:p>
        </p:txBody>
      </p:sp>
      <p:sp>
        <p:nvSpPr>
          <p:cNvPr id="147" name="Picture Placeholder 146">
            <a:extLst>
              <a:ext uri="{FF2B5EF4-FFF2-40B4-BE49-F238E27FC236}">
                <a16:creationId xmlns:a16="http://schemas.microsoft.com/office/drawing/2014/main" id="{512B2160-4198-6294-A96E-6ED910FCF905}"/>
              </a:ext>
            </a:extLst>
          </p:cNvPr>
          <p:cNvSpPr>
            <a:spLocks noGrp="1"/>
          </p:cNvSpPr>
          <p:nvPr>
            <p:ph type="pic" sz="quarter" idx="40"/>
          </p:nvPr>
        </p:nvSpPr>
        <p:spPr>
          <a:xfrm>
            <a:off x="6311528" y="2075059"/>
            <a:ext cx="548640" cy="548640"/>
          </a:xfrm>
        </p:spPr>
        <p:txBody>
          <a:bodyPr/>
          <a:lstStyle/>
          <a:p>
            <a:endParaRPr lang="en-US"/>
          </a:p>
        </p:txBody>
      </p:sp>
      <p:sp>
        <p:nvSpPr>
          <p:cNvPr id="90" name="Text Placeholder 89">
            <a:extLst>
              <a:ext uri="{FF2B5EF4-FFF2-40B4-BE49-F238E27FC236}">
                <a16:creationId xmlns:a16="http://schemas.microsoft.com/office/drawing/2014/main" id="{872631F7-A104-B47B-ECFB-5E676EB3D385}"/>
              </a:ext>
            </a:extLst>
          </p:cNvPr>
          <p:cNvSpPr>
            <a:spLocks noGrp="1"/>
          </p:cNvSpPr>
          <p:nvPr>
            <p:ph type="body" sz="quarter" idx="41"/>
          </p:nvPr>
        </p:nvSpPr>
        <p:spPr/>
        <p:txBody>
          <a:bodyPr/>
          <a:lstStyle/>
          <a:p>
            <a:pPr lvl="0"/>
            <a:r>
              <a:rPr lang="en-US">
                <a:solidFill>
                  <a:schemeClr val="tx1"/>
                </a:solidFill>
              </a:rPr>
              <a:t>Title of organization</a:t>
            </a:r>
          </a:p>
        </p:txBody>
      </p:sp>
      <p:cxnSp>
        <p:nvCxnSpPr>
          <p:cNvPr id="5" name="Straight Connector 4">
            <a:extLst>
              <a:ext uri="{FF2B5EF4-FFF2-40B4-BE49-F238E27FC236}">
                <a16:creationId xmlns:a16="http://schemas.microsoft.com/office/drawing/2014/main" id="{A97C4642-7D69-018B-01C2-35270FF71F06}"/>
              </a:ext>
            </a:extLst>
          </p:cNvPr>
          <p:cNvCxnSpPr>
            <a:cxnSpLocks/>
          </p:cNvCxnSpPr>
          <p:nvPr/>
        </p:nvCxnSpPr>
        <p:spPr bwMode="gray">
          <a:xfrm>
            <a:off x="6094412" y="1822903"/>
            <a:ext cx="0" cy="932487"/>
          </a:xfrm>
          <a:prstGeom prst="line">
            <a:avLst/>
          </a:prstGeom>
          <a:ln w="12700" cmpd="sng">
            <a:solidFill>
              <a:schemeClr val="bg1">
                <a:lumMod val="65000"/>
              </a:schemeClr>
            </a:solidFill>
            <a:miter lim="800000"/>
          </a:ln>
          <a:effectLst/>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342FB2B9-D146-9B8A-53E3-ABDDFD3847F6}"/>
              </a:ext>
            </a:extLst>
          </p:cNvPr>
          <p:cNvSpPr txBox="1"/>
          <p:nvPr/>
        </p:nvSpPr>
        <p:spPr>
          <a:xfrm>
            <a:off x="3462577" y="2166185"/>
            <a:ext cx="1670140" cy="366389"/>
          </a:xfrm>
          <a:prstGeom prst="rect">
            <a:avLst/>
          </a:prstGeom>
          <a:noFill/>
        </p:spPr>
        <p:txBody>
          <a:bodyPr wrap="square" lIns="0" tIns="45660" rIns="45660" bIns="45660" rtlCol="0" anchor="ctr">
            <a:spAutoFit/>
          </a:bodyPr>
          <a:lstStyle/>
          <a:p>
            <a:pPr algn="r" defTabSz="913395">
              <a:lnSpc>
                <a:spcPct val="95000"/>
              </a:lnSpc>
              <a:spcAft>
                <a:spcPts val="200"/>
              </a:spcAft>
              <a:defRPr/>
            </a:pPr>
            <a:r>
              <a:rPr lang="en-US" sz="900" b="1"/>
              <a:t>First and last name</a:t>
            </a:r>
          </a:p>
          <a:p>
            <a:pPr algn="r" defTabSz="913395">
              <a:lnSpc>
                <a:spcPct val="95000"/>
              </a:lnSpc>
              <a:spcAft>
                <a:spcPts val="200"/>
              </a:spcAft>
              <a:defRPr/>
            </a:pPr>
            <a:r>
              <a:rPr lang="en-US" sz="800">
                <a:solidFill>
                  <a:srgbClr val="3F3F3F"/>
                </a:solidFill>
              </a:rPr>
              <a:t>Executive Assistant</a:t>
            </a:r>
            <a:endParaRPr lang="en-US" sz="800" strike="sngStrike">
              <a:solidFill>
                <a:srgbClr val="3F3F3F"/>
              </a:solidFill>
              <a:ea typeface="Calibri" panose="020F0502020204030204" pitchFamily="34" charset="0"/>
              <a:cs typeface="Arial" panose="020B0604020202020204" pitchFamily="34" charset="0"/>
            </a:endParaRPr>
          </a:p>
        </p:txBody>
      </p:sp>
      <p:sp>
        <p:nvSpPr>
          <p:cNvPr id="9" name="TextBox 8">
            <a:extLst>
              <a:ext uri="{FF2B5EF4-FFF2-40B4-BE49-F238E27FC236}">
                <a16:creationId xmlns:a16="http://schemas.microsoft.com/office/drawing/2014/main" id="{C3906F81-3AEF-D542-8CC4-2C7937BD066E}"/>
              </a:ext>
            </a:extLst>
          </p:cNvPr>
          <p:cNvSpPr txBox="1"/>
          <p:nvPr/>
        </p:nvSpPr>
        <p:spPr>
          <a:xfrm>
            <a:off x="7070975" y="2172713"/>
            <a:ext cx="1670575" cy="353333"/>
          </a:xfrm>
          <a:prstGeom prst="rect">
            <a:avLst/>
          </a:prstGeom>
          <a:noFill/>
        </p:spPr>
        <p:txBody>
          <a:bodyPr wrap="square" lIns="0" tIns="45672" rIns="45672" bIns="45672" rtlCol="0" anchor="ctr">
            <a:spAutoFit/>
          </a:bodyPr>
          <a:lstStyle/>
          <a:p>
            <a:pPr defTabSz="456834">
              <a:lnSpc>
                <a:spcPct val="90000"/>
              </a:lnSpc>
              <a:spcAft>
                <a:spcPts val="200"/>
              </a:spcAft>
              <a:defRPr/>
            </a:pPr>
            <a:r>
              <a:rPr lang="en-US" sz="900" b="1">
                <a:solidFill>
                  <a:srgbClr val="3F3F3F"/>
                </a:solidFill>
              </a:rPr>
              <a:t>First and last name</a:t>
            </a:r>
          </a:p>
          <a:p>
            <a:pPr defTabSz="456834">
              <a:lnSpc>
                <a:spcPct val="90000"/>
              </a:lnSpc>
              <a:spcAft>
                <a:spcPts val="200"/>
              </a:spcAft>
              <a:defRPr/>
            </a:pPr>
            <a:r>
              <a:rPr lang="en-US" sz="800">
                <a:solidFill>
                  <a:srgbClr val="3F3F3F"/>
                </a:solidFill>
              </a:rPr>
              <a:t>Chief of Staff</a:t>
            </a:r>
            <a:endParaRPr lang="en-US" sz="800" strike="sngStrike">
              <a:solidFill>
                <a:srgbClr val="3F3F3F"/>
              </a:solidFill>
              <a:ea typeface="Calibri" panose="020F050202020403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C075FF4F-31A3-2BE3-11E2-D1C37D6A7AFB}"/>
              </a:ext>
            </a:extLst>
          </p:cNvPr>
          <p:cNvSpPr txBox="1"/>
          <p:nvPr/>
        </p:nvSpPr>
        <p:spPr>
          <a:xfrm>
            <a:off x="6655711" y="1162739"/>
            <a:ext cx="1580634" cy="448841"/>
          </a:xfrm>
          <a:prstGeom prst="rect">
            <a:avLst/>
          </a:prstGeom>
          <a:noFill/>
        </p:spPr>
        <p:txBody>
          <a:bodyPr wrap="square" rtlCol="0" anchor="ctr">
            <a:spAutoFit/>
          </a:bodyPr>
          <a:lstStyle/>
          <a:p>
            <a:pPr defTabSz="913395">
              <a:spcAft>
                <a:spcPts val="200"/>
              </a:spcAft>
            </a:pPr>
            <a:r>
              <a:rPr lang="en-US" sz="1150" b="1">
                <a:solidFill>
                  <a:srgbClr val="3F3F3F"/>
                </a:solidFill>
              </a:rPr>
              <a:t>First and last name</a:t>
            </a:r>
          </a:p>
          <a:p>
            <a:pPr defTabSz="913395"/>
            <a:r>
              <a:rPr lang="en-US" sz="1000">
                <a:solidFill>
                  <a:srgbClr val="3F3F3F"/>
                </a:solidFill>
              </a:rPr>
              <a:t>Title</a:t>
            </a:r>
            <a:endParaRPr lang="en-US" sz="1049">
              <a:solidFill>
                <a:srgbClr val="3F3F3F"/>
              </a:solidFill>
            </a:endParaRPr>
          </a:p>
        </p:txBody>
      </p:sp>
      <p:sp>
        <p:nvSpPr>
          <p:cNvPr id="20" name="Rectangle 19">
            <a:extLst>
              <a:ext uri="{FF2B5EF4-FFF2-40B4-BE49-F238E27FC236}">
                <a16:creationId xmlns:a16="http://schemas.microsoft.com/office/drawing/2014/main" id="{49C8F7B4-092D-B63F-49B9-4BEA829C2895}"/>
              </a:ext>
            </a:extLst>
          </p:cNvPr>
          <p:cNvSpPr/>
          <p:nvPr/>
        </p:nvSpPr>
        <p:spPr bwMode="gray">
          <a:xfrm>
            <a:off x="12399263" y="0"/>
            <a:ext cx="2589723" cy="741145"/>
          </a:xfrm>
          <a:prstGeom prst="rect">
            <a:avLst/>
          </a:prstGeom>
          <a:solidFill>
            <a:srgbClr val="FFFF99"/>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r>
              <a:rPr lang="en-US" sz="1300">
                <a:solidFill>
                  <a:schemeClr val="tx2"/>
                </a:solidFill>
              </a:rPr>
              <a:t>Leadership org chart with </a:t>
            </a:r>
            <a:br>
              <a:rPr lang="en-US" sz="1300">
                <a:solidFill>
                  <a:schemeClr val="tx2"/>
                </a:solidFill>
              </a:rPr>
            </a:br>
            <a:r>
              <a:rPr lang="en-US" sz="1300">
                <a:solidFill>
                  <a:schemeClr val="tx2"/>
                </a:solidFill>
              </a:rPr>
              <a:t>6 direct reports</a:t>
            </a:r>
          </a:p>
        </p:txBody>
      </p:sp>
      <p:sp>
        <p:nvSpPr>
          <p:cNvPr id="6" name="Freeform: Shape 5">
            <a:extLst>
              <a:ext uri="{FF2B5EF4-FFF2-40B4-BE49-F238E27FC236}">
                <a16:creationId xmlns:a16="http://schemas.microsoft.com/office/drawing/2014/main" id="{B762E556-B3BC-A94A-865E-8991911FEAB8}"/>
              </a:ext>
            </a:extLst>
          </p:cNvPr>
          <p:cNvSpPr/>
          <p:nvPr/>
        </p:nvSpPr>
        <p:spPr bwMode="gray">
          <a:xfrm>
            <a:off x="2366744" y="2755389"/>
            <a:ext cx="7455336" cy="128016"/>
          </a:xfrm>
          <a:custGeom>
            <a:avLst/>
            <a:gdLst>
              <a:gd name="connsiteX0" fmla="*/ 0 w 7611763"/>
              <a:gd name="connsiteY0" fmla="*/ 5128055 h 5128055"/>
              <a:gd name="connsiteX1" fmla="*/ 0 w 7611763"/>
              <a:gd name="connsiteY1" fmla="*/ 0 h 5128055"/>
              <a:gd name="connsiteX2" fmla="*/ 7611763 w 7611763"/>
              <a:gd name="connsiteY2" fmla="*/ 0 h 5128055"/>
              <a:gd name="connsiteX3" fmla="*/ 7611763 w 7611763"/>
              <a:gd name="connsiteY3" fmla="*/ 5128055 h 5128055"/>
            </a:gdLst>
            <a:ahLst/>
            <a:cxnLst>
              <a:cxn ang="0">
                <a:pos x="connsiteX0" y="connsiteY0"/>
              </a:cxn>
              <a:cxn ang="0">
                <a:pos x="connsiteX1" y="connsiteY1"/>
              </a:cxn>
              <a:cxn ang="0">
                <a:pos x="connsiteX2" y="connsiteY2"/>
              </a:cxn>
              <a:cxn ang="0">
                <a:pos x="connsiteX3" y="connsiteY3"/>
              </a:cxn>
            </a:cxnLst>
            <a:rect l="l" t="t" r="r" b="b"/>
            <a:pathLst>
              <a:path w="7611763" h="5128055">
                <a:moveTo>
                  <a:pt x="0" y="5128055"/>
                </a:moveTo>
                <a:lnTo>
                  <a:pt x="0" y="0"/>
                </a:lnTo>
                <a:lnTo>
                  <a:pt x="7611763" y="0"/>
                </a:lnTo>
                <a:lnTo>
                  <a:pt x="7611763" y="5128055"/>
                </a:lnTo>
              </a:path>
            </a:pathLst>
          </a:custGeom>
          <a:ln w="12700" cmpd="sng">
            <a:solidFill>
              <a:schemeClr val="bg1">
                <a:lumMod val="65000"/>
              </a:schemeClr>
            </a:solidFill>
            <a:miter lim="800000"/>
          </a:ln>
          <a:effectLst/>
        </p:spPr>
        <p:style>
          <a:lnRef idx="2">
            <a:schemeClr val="accent1"/>
          </a:lnRef>
          <a:fillRef idx="0">
            <a:schemeClr val="accent1"/>
          </a:fillRef>
          <a:effectRef idx="1">
            <a:schemeClr val="accent1"/>
          </a:effectRef>
          <a:fontRef idx="minor">
            <a:schemeClr val="tx1"/>
          </a:fontRef>
        </p:style>
        <p:txBody>
          <a:bodyPr rtlCol="0" anchor="ctr"/>
          <a:lstStyle/>
          <a:p>
            <a:pPr algn="ctr" defTabSz="913395"/>
            <a:endParaRPr lang="en-US" sz="1798">
              <a:solidFill>
                <a:srgbClr val="000000"/>
              </a:solidFill>
              <a:latin typeface="CVS Health Sans"/>
            </a:endParaRPr>
          </a:p>
        </p:txBody>
      </p:sp>
      <p:sp>
        <p:nvSpPr>
          <p:cNvPr id="41" name="Rectangle 40">
            <a:extLst>
              <a:ext uri="{FF2B5EF4-FFF2-40B4-BE49-F238E27FC236}">
                <a16:creationId xmlns:a16="http://schemas.microsoft.com/office/drawing/2014/main" id="{A4428904-F6B7-F40E-4512-0BA574DAB585}"/>
              </a:ext>
            </a:extLst>
          </p:cNvPr>
          <p:cNvSpPr/>
          <p:nvPr/>
        </p:nvSpPr>
        <p:spPr bwMode="gray">
          <a:xfrm>
            <a:off x="12399265" y="913714"/>
            <a:ext cx="2589721" cy="1940397"/>
          </a:xfrm>
          <a:prstGeom prst="rect">
            <a:avLst/>
          </a:prstGeom>
          <a:solidFill>
            <a:srgbClr val="FFFF99"/>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spcAft>
                <a:spcPts val="600"/>
              </a:spcAft>
            </a:pPr>
            <a:r>
              <a:rPr lang="en-US" sz="1300" b="1">
                <a:solidFill>
                  <a:schemeClr val="tx2"/>
                </a:solidFill>
              </a:rPr>
              <a:t>To add photo</a:t>
            </a:r>
          </a:p>
          <a:p>
            <a:pPr>
              <a:spcAft>
                <a:spcPts val="600"/>
              </a:spcAft>
            </a:pPr>
            <a:r>
              <a:rPr lang="en-US" sz="1300">
                <a:solidFill>
                  <a:schemeClr val="tx2"/>
                </a:solidFill>
              </a:rPr>
              <a:t>Click the middle of the gray box to add photo.</a:t>
            </a:r>
          </a:p>
          <a:p>
            <a:r>
              <a:rPr lang="en-US" sz="1300">
                <a:solidFill>
                  <a:schemeClr val="tx2"/>
                </a:solidFill>
              </a:rPr>
              <a:t>Ensure that the size of head and shoulders feels consistent with other headshots throughout the presentation.</a:t>
            </a:r>
          </a:p>
        </p:txBody>
      </p:sp>
      <p:sp>
        <p:nvSpPr>
          <p:cNvPr id="2" name="Text Placeholder 12">
            <a:extLst>
              <a:ext uri="{FF2B5EF4-FFF2-40B4-BE49-F238E27FC236}">
                <a16:creationId xmlns:a16="http://schemas.microsoft.com/office/drawing/2014/main" id="{0E698EF4-87C3-2F22-F66B-37F8789259CB}"/>
              </a:ext>
            </a:extLst>
          </p:cNvPr>
          <p:cNvSpPr txBox="1">
            <a:spLocks/>
          </p:cNvSpPr>
          <p:nvPr/>
        </p:nvSpPr>
        <p:spPr>
          <a:xfrm>
            <a:off x="0" y="820284"/>
            <a:ext cx="4295775" cy="433784"/>
          </a:xfrm>
          <a:prstGeom prst="rect">
            <a:avLst/>
          </a:prstGeom>
        </p:spPr>
        <p:txBody>
          <a:bodyPr vert="horz" lIns="0" tIns="0" rIns="0" bIns="0" rtlCol="0" anchor="b" anchorCtr="0">
            <a:noAutofit/>
          </a:bodyPr>
          <a:lstStyle>
            <a:lvl1pPr marL="0" indent="0" algn="l" defTabSz="457200" rtl="0" eaLnBrk="1" fontAlgn="ctr" latinLnBrk="0" hangingPunct="1">
              <a:lnSpc>
                <a:spcPct val="100000"/>
              </a:lnSpc>
              <a:spcBef>
                <a:spcPts val="1800"/>
              </a:spcBef>
              <a:buClrTx/>
              <a:buFont typeface="Arial"/>
              <a:buNone/>
              <a:defRPr sz="1300" b="0" kern="1200">
                <a:solidFill>
                  <a:schemeClr val="tx2"/>
                </a:solidFill>
                <a:latin typeface="+mn-lt"/>
                <a:ea typeface="+mn-ea"/>
                <a:cs typeface="+mn-cs"/>
              </a:defRPr>
            </a:lvl1pPr>
            <a:lvl2pPr marL="171450" indent="-171450" algn="l" defTabSz="457200" rtl="0" eaLnBrk="1" fontAlgn="ctr" latinLnBrk="0" hangingPunct="1">
              <a:lnSpc>
                <a:spcPct val="100000"/>
              </a:lnSpc>
              <a:spcBef>
                <a:spcPts val="1200"/>
              </a:spcBef>
              <a:buClrTx/>
              <a:buFont typeface="Arial"/>
              <a:buChar char="•"/>
              <a:defRPr sz="1300" kern="1200">
                <a:solidFill>
                  <a:schemeClr val="tx2"/>
                </a:solidFill>
                <a:latin typeface="+mn-lt"/>
                <a:ea typeface="+mn-ea"/>
                <a:cs typeface="+mn-cs"/>
              </a:defRPr>
            </a:lvl2pPr>
            <a:lvl3pPr marL="342900" indent="-171450" algn="l" defTabSz="457200" rtl="0" eaLnBrk="1" fontAlgn="ctr" latinLnBrk="0" hangingPunct="1">
              <a:lnSpc>
                <a:spcPct val="100000"/>
              </a:lnSpc>
              <a:spcBef>
                <a:spcPts val="600"/>
              </a:spcBef>
              <a:buClrTx/>
              <a:buFont typeface="CVS Health Sans"/>
              <a:buChar char="–"/>
              <a:defRPr sz="1300" kern="1200" baseline="0">
                <a:solidFill>
                  <a:schemeClr val="tx2"/>
                </a:solidFill>
                <a:latin typeface="+mn-lt"/>
                <a:ea typeface="+mn-ea"/>
                <a:cs typeface="+mn-cs"/>
              </a:defRPr>
            </a:lvl3pPr>
            <a:lvl4pPr marL="514350" indent="-171450" algn="l" defTabSz="457200" rtl="0" eaLnBrk="1" fontAlgn="ctr" latinLnBrk="0" hangingPunct="1">
              <a:lnSpc>
                <a:spcPct val="100000"/>
              </a:lnSpc>
              <a:spcBef>
                <a:spcPts val="600"/>
              </a:spcBef>
              <a:buClrTx/>
              <a:buFont typeface="Arial"/>
              <a:buChar char="•"/>
              <a:defRPr sz="1300" kern="1200">
                <a:solidFill>
                  <a:schemeClr val="tx2"/>
                </a:solidFill>
                <a:latin typeface="+mn-lt"/>
                <a:ea typeface="+mn-ea"/>
                <a:cs typeface="+mn-cs"/>
              </a:defRPr>
            </a:lvl4pPr>
            <a:lvl5pPr marL="685800" indent="-171450" algn="l" defTabSz="457200" rtl="0" eaLnBrk="1" fontAlgn="ctr" latinLnBrk="0" hangingPunct="1">
              <a:lnSpc>
                <a:spcPct val="100000"/>
              </a:lnSpc>
              <a:spcBef>
                <a:spcPts val="600"/>
              </a:spcBef>
              <a:buClrTx/>
              <a:buFont typeface="Arial" panose="020B0604020202020204" pitchFamily="34" charset="0"/>
              <a:buChar char="–"/>
              <a:defRPr sz="1300" kern="1200" baseline="0">
                <a:solidFill>
                  <a:schemeClr val="tx2"/>
                </a:solidFill>
                <a:latin typeface="+mn-lt"/>
                <a:ea typeface="+mn-ea"/>
                <a:cs typeface="+mn-cs"/>
              </a:defRPr>
            </a:lvl5pPr>
            <a:lvl6pPr marL="857250" indent="-171450" algn="l" defTabSz="457200" rtl="0" eaLnBrk="1" fontAlgn="ctr" latinLnBrk="0" hangingPunct="1">
              <a:lnSpc>
                <a:spcPct val="100000"/>
              </a:lnSpc>
              <a:spcBef>
                <a:spcPts val="600"/>
              </a:spcBef>
              <a:buClrTx/>
              <a:buFont typeface="Arial" panose="020B0604020202020204" pitchFamily="34" charset="0"/>
              <a:buChar char="•"/>
              <a:defRPr sz="1300" kern="1200">
                <a:solidFill>
                  <a:schemeClr val="tx2"/>
                </a:solidFill>
                <a:latin typeface="+mn-lt"/>
                <a:ea typeface="+mn-ea"/>
                <a:cs typeface="+mn-cs"/>
              </a:defRPr>
            </a:lvl6pPr>
            <a:lvl7pPr marL="1028700" indent="-165100" algn="l" defTabSz="457200" rtl="0" eaLnBrk="1" fontAlgn="ctr" latinLnBrk="0" hangingPunct="1">
              <a:lnSpc>
                <a:spcPct val="100000"/>
              </a:lnSpc>
              <a:spcBef>
                <a:spcPts val="600"/>
              </a:spcBef>
              <a:buClrTx/>
              <a:buFont typeface="Arial" panose="020B0604020202020204" pitchFamily="34" charset="0"/>
              <a:buChar char="–"/>
              <a:defRPr sz="1300" kern="1200">
                <a:solidFill>
                  <a:schemeClr val="tx2"/>
                </a:solidFill>
                <a:latin typeface="+mn-lt"/>
                <a:ea typeface="+mn-ea"/>
                <a:cs typeface="+mn-cs"/>
              </a:defRPr>
            </a:lvl7pPr>
            <a:lvl8pPr marL="1206500" indent="-177800" algn="l" defTabSz="457200" rtl="0" eaLnBrk="1" fontAlgn="ctr" latinLnBrk="0" hangingPunct="1">
              <a:lnSpc>
                <a:spcPct val="100000"/>
              </a:lnSpc>
              <a:spcBef>
                <a:spcPts val="600"/>
              </a:spcBef>
              <a:buClrTx/>
              <a:buFont typeface="Arial"/>
              <a:buChar char="•"/>
              <a:defRPr sz="1300" kern="1200">
                <a:solidFill>
                  <a:schemeClr val="tx2"/>
                </a:solidFill>
                <a:latin typeface="+mn-lt"/>
                <a:ea typeface="+mn-ea"/>
                <a:cs typeface="+mn-cs"/>
              </a:defRPr>
            </a:lvl8pPr>
            <a:lvl9pPr marL="1371600" indent="-165100" algn="l" defTabSz="457200" rtl="0" eaLnBrk="1" fontAlgn="ctr" latinLnBrk="0" hangingPunct="1">
              <a:lnSpc>
                <a:spcPct val="100000"/>
              </a:lnSpc>
              <a:spcBef>
                <a:spcPts val="600"/>
              </a:spcBef>
              <a:buClrTx/>
              <a:buFont typeface="Arial" panose="020B0604020202020204" pitchFamily="34" charset="0"/>
              <a:buChar char="–"/>
              <a:defRPr sz="1300" kern="1200">
                <a:solidFill>
                  <a:schemeClr val="tx2"/>
                </a:solidFill>
                <a:latin typeface="+mn-lt"/>
                <a:ea typeface="+mn-ea"/>
                <a:cs typeface="+mn-cs"/>
              </a:defRPr>
            </a:lvl9pPr>
          </a:lstStyle>
          <a:p>
            <a:pPr marL="573088"/>
            <a:r>
              <a:rPr lang="en-US"/>
              <a:t>Leadership team</a:t>
            </a:r>
          </a:p>
        </p:txBody>
      </p:sp>
    </p:spTree>
    <p:extLst>
      <p:ext uri="{BB962C8B-B14F-4D97-AF65-F5344CB8AC3E}">
        <p14:creationId xmlns:p14="http://schemas.microsoft.com/office/powerpoint/2010/main" val="365643596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B8D114D-7C0E-5546-72FE-520EAE36F9CA}"/>
            </a:ext>
          </a:extLst>
        </p:cNvPr>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5DAC265D-3E1A-ECD4-A285-4BCABDFF0399}"/>
              </a:ext>
            </a:extLst>
          </p:cNvPr>
          <p:cNvGraphicFramePr>
            <a:graphicFrameLocks noGrp="1"/>
          </p:cNvGraphicFramePr>
          <p:nvPr/>
        </p:nvGraphicFramePr>
        <p:xfrm>
          <a:off x="2652204" y="4331955"/>
          <a:ext cx="6884416" cy="1353312"/>
        </p:xfrm>
        <a:graphic>
          <a:graphicData uri="http://schemas.openxmlformats.org/drawingml/2006/table">
            <a:tbl>
              <a:tblPr firstRow="1" bandRow="1"/>
              <a:tblGrid>
                <a:gridCol w="1147403">
                  <a:extLst>
                    <a:ext uri="{9D8B030D-6E8A-4147-A177-3AD203B41FA5}">
                      <a16:colId xmlns:a16="http://schemas.microsoft.com/office/drawing/2014/main" val="2874026497"/>
                    </a:ext>
                  </a:extLst>
                </a:gridCol>
                <a:gridCol w="1147403">
                  <a:extLst>
                    <a:ext uri="{9D8B030D-6E8A-4147-A177-3AD203B41FA5}">
                      <a16:colId xmlns:a16="http://schemas.microsoft.com/office/drawing/2014/main" val="1141467473"/>
                    </a:ext>
                  </a:extLst>
                </a:gridCol>
                <a:gridCol w="1147403">
                  <a:extLst>
                    <a:ext uri="{9D8B030D-6E8A-4147-A177-3AD203B41FA5}">
                      <a16:colId xmlns:a16="http://schemas.microsoft.com/office/drawing/2014/main" val="3664805901"/>
                    </a:ext>
                  </a:extLst>
                </a:gridCol>
                <a:gridCol w="1138071">
                  <a:extLst>
                    <a:ext uri="{9D8B030D-6E8A-4147-A177-3AD203B41FA5}">
                      <a16:colId xmlns:a16="http://schemas.microsoft.com/office/drawing/2014/main" val="2617965476"/>
                    </a:ext>
                  </a:extLst>
                </a:gridCol>
                <a:gridCol w="1156733">
                  <a:extLst>
                    <a:ext uri="{9D8B030D-6E8A-4147-A177-3AD203B41FA5}">
                      <a16:colId xmlns:a16="http://schemas.microsoft.com/office/drawing/2014/main" val="3957132692"/>
                    </a:ext>
                  </a:extLst>
                </a:gridCol>
                <a:gridCol w="1147403">
                  <a:extLst>
                    <a:ext uri="{9D8B030D-6E8A-4147-A177-3AD203B41FA5}">
                      <a16:colId xmlns:a16="http://schemas.microsoft.com/office/drawing/2014/main" val="2141364351"/>
                    </a:ext>
                  </a:extLst>
                </a:gridCol>
              </a:tblGrid>
              <a:tr h="804672">
                <a:tc>
                  <a:txBody>
                    <a:bodyPr/>
                    <a:lstStyle/>
                    <a:p>
                      <a:pPr algn="ctr"/>
                      <a:r>
                        <a:rPr lang="en-US" sz="900" b="1">
                          <a:solidFill>
                            <a:schemeClr val="tx2"/>
                          </a:solidFill>
                        </a:rPr>
                        <a:t>First last name</a:t>
                      </a:r>
                    </a:p>
                  </a:txBody>
                  <a:tcPr marL="91345" marR="91345" marT="91345" marB="45672"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900" b="1">
                          <a:solidFill>
                            <a:schemeClr val="tx2"/>
                          </a:solidFill>
                        </a:rPr>
                        <a:t>First last name</a:t>
                      </a:r>
                    </a:p>
                  </a:txBody>
                  <a:tcPr marL="91345" marR="91345" marT="91345" marB="45672"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900" b="1">
                          <a:solidFill>
                            <a:schemeClr val="tx2"/>
                          </a:solidFill>
                        </a:rPr>
                        <a:t>First last name</a:t>
                      </a:r>
                    </a:p>
                  </a:txBody>
                  <a:tcPr marL="91345" marR="91345" marT="91345" marB="45672"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456834" rtl="0" eaLnBrk="1" fontAlgn="ctr" latinLnBrk="0" hangingPunct="1">
                        <a:lnSpc>
                          <a:spcPct val="100000"/>
                        </a:lnSpc>
                        <a:spcBef>
                          <a:spcPts val="0"/>
                        </a:spcBef>
                        <a:spcAft>
                          <a:spcPts val="0"/>
                        </a:spcAft>
                        <a:buClrTx/>
                        <a:buSzTx/>
                        <a:buFontTx/>
                        <a:buNone/>
                        <a:tabLst/>
                        <a:defRPr/>
                      </a:pPr>
                      <a:r>
                        <a:rPr lang="en-US" sz="900" b="1">
                          <a:solidFill>
                            <a:schemeClr val="tx2"/>
                          </a:solidFill>
                        </a:rPr>
                        <a:t>First last name</a:t>
                      </a:r>
                    </a:p>
                  </a:txBody>
                  <a:tcPr marL="91345" marR="91345" marT="91345" marB="45672"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900" b="1">
                          <a:solidFill>
                            <a:schemeClr val="tx2"/>
                          </a:solidFill>
                        </a:rPr>
                        <a:t>First last name</a:t>
                      </a:r>
                    </a:p>
                  </a:txBody>
                  <a:tcPr marL="91345" marR="91345" marT="91345" marB="45672"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900" b="1">
                          <a:solidFill>
                            <a:schemeClr val="tx2"/>
                          </a:solidFill>
                        </a:rPr>
                        <a:t>First last name</a:t>
                      </a:r>
                    </a:p>
                  </a:txBody>
                  <a:tcPr marL="91345" marR="91345" marT="91345" marB="45672"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795217669"/>
                  </a:ext>
                </a:extLst>
              </a:tr>
              <a:tr h="548640">
                <a:tc>
                  <a:txBody>
                    <a:bodyPr/>
                    <a:lstStyle/>
                    <a:p>
                      <a:pPr algn="ctr"/>
                      <a:r>
                        <a:rPr lang="en-US" sz="800" i="0">
                          <a:solidFill>
                            <a:schemeClr val="tx2"/>
                          </a:solidFill>
                        </a:rPr>
                        <a:t>Title, </a:t>
                      </a:r>
                      <a:br>
                        <a:rPr lang="en-US" sz="800" i="0">
                          <a:solidFill>
                            <a:schemeClr val="tx2"/>
                          </a:solidFill>
                        </a:rPr>
                      </a:br>
                      <a:r>
                        <a:rPr lang="en-US" sz="800" i="0">
                          <a:solidFill>
                            <a:schemeClr val="tx2"/>
                          </a:solidFill>
                        </a:rPr>
                        <a:t>organization</a:t>
                      </a:r>
                    </a:p>
                  </a:txBody>
                  <a:tcPr marL="91345" marR="91345" marT="0" marB="45672">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800" i="0">
                          <a:solidFill>
                            <a:schemeClr val="tx2"/>
                          </a:solidFill>
                        </a:rPr>
                        <a:t>Title, </a:t>
                      </a:r>
                      <a:br>
                        <a:rPr lang="en-US" sz="800" i="0">
                          <a:solidFill>
                            <a:schemeClr val="tx2"/>
                          </a:solidFill>
                        </a:rPr>
                      </a:br>
                      <a:r>
                        <a:rPr lang="en-US" sz="800" i="0">
                          <a:solidFill>
                            <a:schemeClr val="tx2"/>
                          </a:solidFill>
                        </a:rPr>
                        <a:t>organization</a:t>
                      </a:r>
                    </a:p>
                  </a:txBody>
                  <a:tcPr marL="91345" marR="91345" marT="0" marB="45672">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800" i="0">
                          <a:solidFill>
                            <a:schemeClr val="tx2"/>
                          </a:solidFill>
                        </a:rPr>
                        <a:t>Title, </a:t>
                      </a:r>
                      <a:br>
                        <a:rPr lang="en-US" sz="800" i="0">
                          <a:solidFill>
                            <a:schemeClr val="tx2"/>
                          </a:solidFill>
                        </a:rPr>
                      </a:br>
                      <a:r>
                        <a:rPr lang="en-US" sz="800" i="0">
                          <a:solidFill>
                            <a:schemeClr val="tx2"/>
                          </a:solidFill>
                        </a:rPr>
                        <a:t>organization</a:t>
                      </a:r>
                    </a:p>
                  </a:txBody>
                  <a:tcPr marL="91345" marR="91345" marT="0" marB="45672">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800" i="0">
                          <a:solidFill>
                            <a:schemeClr val="tx2"/>
                          </a:solidFill>
                        </a:rPr>
                        <a:t>Title, </a:t>
                      </a:r>
                      <a:br>
                        <a:rPr lang="en-US" sz="800" i="0">
                          <a:solidFill>
                            <a:schemeClr val="tx2"/>
                          </a:solidFill>
                        </a:rPr>
                      </a:br>
                      <a:r>
                        <a:rPr lang="en-US" sz="800" i="0">
                          <a:solidFill>
                            <a:schemeClr val="tx2"/>
                          </a:solidFill>
                        </a:rPr>
                        <a:t>organization</a:t>
                      </a:r>
                    </a:p>
                  </a:txBody>
                  <a:tcPr marL="91345" marR="91345" marT="0" marB="45672">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800" i="0">
                          <a:solidFill>
                            <a:schemeClr val="tx2"/>
                          </a:solidFill>
                        </a:rPr>
                        <a:t>Title, </a:t>
                      </a:r>
                      <a:br>
                        <a:rPr lang="en-US" sz="800" i="0">
                          <a:solidFill>
                            <a:schemeClr val="tx2"/>
                          </a:solidFill>
                        </a:rPr>
                      </a:br>
                      <a:r>
                        <a:rPr lang="en-US" sz="800" i="0">
                          <a:solidFill>
                            <a:schemeClr val="tx2"/>
                          </a:solidFill>
                        </a:rPr>
                        <a:t>organization</a:t>
                      </a:r>
                    </a:p>
                  </a:txBody>
                  <a:tcPr marL="91345" marR="91345" marT="0" marB="45672">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800" i="0">
                          <a:solidFill>
                            <a:schemeClr val="tx2"/>
                          </a:solidFill>
                        </a:rPr>
                        <a:t>Title, </a:t>
                      </a:r>
                      <a:br>
                        <a:rPr lang="en-US" sz="800" i="0">
                          <a:solidFill>
                            <a:schemeClr val="tx2"/>
                          </a:solidFill>
                        </a:rPr>
                      </a:br>
                      <a:r>
                        <a:rPr lang="en-US" sz="800" i="0">
                          <a:solidFill>
                            <a:schemeClr val="tx2"/>
                          </a:solidFill>
                        </a:rPr>
                        <a:t>organization</a:t>
                      </a:r>
                    </a:p>
                  </a:txBody>
                  <a:tcPr marL="91345" marR="91345" marT="0" marB="45672">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6203972"/>
                  </a:ext>
                </a:extLst>
              </a:tr>
            </a:tbl>
          </a:graphicData>
        </a:graphic>
      </p:graphicFrame>
      <p:graphicFrame>
        <p:nvGraphicFramePr>
          <p:cNvPr id="6" name="Table 2">
            <a:extLst>
              <a:ext uri="{FF2B5EF4-FFF2-40B4-BE49-F238E27FC236}">
                <a16:creationId xmlns:a16="http://schemas.microsoft.com/office/drawing/2014/main" id="{662167E7-4CDD-6B1D-5A3B-93CB246B3A89}"/>
              </a:ext>
            </a:extLst>
          </p:cNvPr>
          <p:cNvGraphicFramePr>
            <a:graphicFrameLocks noGrp="1"/>
          </p:cNvGraphicFramePr>
          <p:nvPr/>
        </p:nvGraphicFramePr>
        <p:xfrm>
          <a:off x="2652204" y="2965999"/>
          <a:ext cx="6884416" cy="1353312"/>
        </p:xfrm>
        <a:graphic>
          <a:graphicData uri="http://schemas.openxmlformats.org/drawingml/2006/table">
            <a:tbl>
              <a:tblPr firstRow="1" bandRow="1"/>
              <a:tblGrid>
                <a:gridCol w="1147403">
                  <a:extLst>
                    <a:ext uri="{9D8B030D-6E8A-4147-A177-3AD203B41FA5}">
                      <a16:colId xmlns:a16="http://schemas.microsoft.com/office/drawing/2014/main" val="2874026497"/>
                    </a:ext>
                  </a:extLst>
                </a:gridCol>
                <a:gridCol w="1147403">
                  <a:extLst>
                    <a:ext uri="{9D8B030D-6E8A-4147-A177-3AD203B41FA5}">
                      <a16:colId xmlns:a16="http://schemas.microsoft.com/office/drawing/2014/main" val="1141467473"/>
                    </a:ext>
                  </a:extLst>
                </a:gridCol>
                <a:gridCol w="1147403">
                  <a:extLst>
                    <a:ext uri="{9D8B030D-6E8A-4147-A177-3AD203B41FA5}">
                      <a16:colId xmlns:a16="http://schemas.microsoft.com/office/drawing/2014/main" val="3664805901"/>
                    </a:ext>
                  </a:extLst>
                </a:gridCol>
                <a:gridCol w="1138071">
                  <a:extLst>
                    <a:ext uri="{9D8B030D-6E8A-4147-A177-3AD203B41FA5}">
                      <a16:colId xmlns:a16="http://schemas.microsoft.com/office/drawing/2014/main" val="2617965476"/>
                    </a:ext>
                  </a:extLst>
                </a:gridCol>
                <a:gridCol w="1156733">
                  <a:extLst>
                    <a:ext uri="{9D8B030D-6E8A-4147-A177-3AD203B41FA5}">
                      <a16:colId xmlns:a16="http://schemas.microsoft.com/office/drawing/2014/main" val="3957132692"/>
                    </a:ext>
                  </a:extLst>
                </a:gridCol>
                <a:gridCol w="1147403">
                  <a:extLst>
                    <a:ext uri="{9D8B030D-6E8A-4147-A177-3AD203B41FA5}">
                      <a16:colId xmlns:a16="http://schemas.microsoft.com/office/drawing/2014/main" val="2141364351"/>
                    </a:ext>
                  </a:extLst>
                </a:gridCol>
              </a:tblGrid>
              <a:tr h="804672">
                <a:tc>
                  <a:txBody>
                    <a:bodyPr/>
                    <a:lstStyle/>
                    <a:p>
                      <a:pPr algn="ctr"/>
                      <a:r>
                        <a:rPr lang="en-US" sz="900" b="1">
                          <a:solidFill>
                            <a:schemeClr val="tx2"/>
                          </a:solidFill>
                        </a:rPr>
                        <a:t>First last name</a:t>
                      </a:r>
                    </a:p>
                  </a:txBody>
                  <a:tcPr marL="91345" marR="91345" marT="91345" marB="45672"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900" b="1">
                          <a:solidFill>
                            <a:schemeClr val="tx2"/>
                          </a:solidFill>
                        </a:rPr>
                        <a:t>First last name</a:t>
                      </a:r>
                    </a:p>
                  </a:txBody>
                  <a:tcPr marL="91345" marR="91345" marT="91345" marB="45672"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900" b="1">
                          <a:solidFill>
                            <a:schemeClr val="tx2"/>
                          </a:solidFill>
                        </a:rPr>
                        <a:t>First last name</a:t>
                      </a:r>
                    </a:p>
                  </a:txBody>
                  <a:tcPr marL="91345" marR="91345" marT="91345" marB="45672"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456834" rtl="0" eaLnBrk="1" fontAlgn="ctr" latinLnBrk="0" hangingPunct="1">
                        <a:lnSpc>
                          <a:spcPct val="100000"/>
                        </a:lnSpc>
                        <a:spcBef>
                          <a:spcPts val="0"/>
                        </a:spcBef>
                        <a:spcAft>
                          <a:spcPts val="0"/>
                        </a:spcAft>
                        <a:buClrTx/>
                        <a:buSzTx/>
                        <a:buFontTx/>
                        <a:buNone/>
                        <a:tabLst/>
                        <a:defRPr/>
                      </a:pPr>
                      <a:r>
                        <a:rPr lang="en-US" sz="900" b="1">
                          <a:solidFill>
                            <a:schemeClr val="tx2"/>
                          </a:solidFill>
                        </a:rPr>
                        <a:t>First last name</a:t>
                      </a:r>
                    </a:p>
                  </a:txBody>
                  <a:tcPr marL="91345" marR="91345" marT="91345" marB="45672"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900" b="1">
                          <a:solidFill>
                            <a:schemeClr val="tx2"/>
                          </a:solidFill>
                        </a:rPr>
                        <a:t>First last name</a:t>
                      </a:r>
                    </a:p>
                  </a:txBody>
                  <a:tcPr marL="91345" marR="91345" marT="91345" marB="45672"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900" b="1">
                          <a:solidFill>
                            <a:schemeClr val="tx2"/>
                          </a:solidFill>
                        </a:rPr>
                        <a:t>First last name</a:t>
                      </a:r>
                    </a:p>
                  </a:txBody>
                  <a:tcPr marL="91345" marR="91345" marT="91345" marB="45672"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795217669"/>
                  </a:ext>
                </a:extLst>
              </a:tr>
              <a:tr h="548640">
                <a:tc>
                  <a:txBody>
                    <a:bodyPr/>
                    <a:lstStyle/>
                    <a:p>
                      <a:pPr algn="ctr"/>
                      <a:r>
                        <a:rPr lang="en-US" sz="800" i="0">
                          <a:solidFill>
                            <a:schemeClr val="tx2"/>
                          </a:solidFill>
                        </a:rPr>
                        <a:t>Title, </a:t>
                      </a:r>
                      <a:br>
                        <a:rPr lang="en-US" sz="800" i="0">
                          <a:solidFill>
                            <a:schemeClr val="tx2"/>
                          </a:solidFill>
                        </a:rPr>
                      </a:br>
                      <a:r>
                        <a:rPr lang="en-US" sz="800" i="0">
                          <a:solidFill>
                            <a:schemeClr val="tx2"/>
                          </a:solidFill>
                        </a:rPr>
                        <a:t>organization</a:t>
                      </a:r>
                    </a:p>
                  </a:txBody>
                  <a:tcPr marL="91345" marR="91345" marT="0" marB="45672">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800" i="0">
                          <a:solidFill>
                            <a:schemeClr val="tx2"/>
                          </a:solidFill>
                        </a:rPr>
                        <a:t>Title, </a:t>
                      </a:r>
                      <a:br>
                        <a:rPr lang="en-US" sz="800" i="0">
                          <a:solidFill>
                            <a:schemeClr val="tx2"/>
                          </a:solidFill>
                        </a:rPr>
                      </a:br>
                      <a:r>
                        <a:rPr lang="en-US" sz="800" i="0">
                          <a:solidFill>
                            <a:schemeClr val="tx2"/>
                          </a:solidFill>
                        </a:rPr>
                        <a:t>organization</a:t>
                      </a:r>
                    </a:p>
                  </a:txBody>
                  <a:tcPr marL="91345" marR="91345" marT="0" marB="45672">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800" i="0">
                          <a:solidFill>
                            <a:schemeClr val="tx2"/>
                          </a:solidFill>
                        </a:rPr>
                        <a:t>Title, </a:t>
                      </a:r>
                      <a:br>
                        <a:rPr lang="en-US" sz="800" i="0">
                          <a:solidFill>
                            <a:schemeClr val="tx2"/>
                          </a:solidFill>
                        </a:rPr>
                      </a:br>
                      <a:r>
                        <a:rPr lang="en-US" sz="800" i="0">
                          <a:solidFill>
                            <a:schemeClr val="tx2"/>
                          </a:solidFill>
                        </a:rPr>
                        <a:t>organization</a:t>
                      </a:r>
                    </a:p>
                  </a:txBody>
                  <a:tcPr marL="91345" marR="91345" marT="0" marB="45672">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800" i="0">
                          <a:solidFill>
                            <a:schemeClr val="tx2"/>
                          </a:solidFill>
                        </a:rPr>
                        <a:t>Title, </a:t>
                      </a:r>
                      <a:br>
                        <a:rPr lang="en-US" sz="800" i="0">
                          <a:solidFill>
                            <a:schemeClr val="tx2"/>
                          </a:solidFill>
                        </a:rPr>
                      </a:br>
                      <a:r>
                        <a:rPr lang="en-US" sz="800" i="0">
                          <a:solidFill>
                            <a:schemeClr val="tx2"/>
                          </a:solidFill>
                        </a:rPr>
                        <a:t>organization</a:t>
                      </a:r>
                    </a:p>
                  </a:txBody>
                  <a:tcPr marL="91345" marR="91345" marT="0" marB="45672">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800" i="0">
                          <a:solidFill>
                            <a:schemeClr val="tx2"/>
                          </a:solidFill>
                        </a:rPr>
                        <a:t>Title, </a:t>
                      </a:r>
                      <a:br>
                        <a:rPr lang="en-US" sz="800" i="0">
                          <a:solidFill>
                            <a:schemeClr val="tx2"/>
                          </a:solidFill>
                        </a:rPr>
                      </a:br>
                      <a:r>
                        <a:rPr lang="en-US" sz="800" i="0">
                          <a:solidFill>
                            <a:schemeClr val="tx2"/>
                          </a:solidFill>
                        </a:rPr>
                        <a:t>organization</a:t>
                      </a:r>
                    </a:p>
                  </a:txBody>
                  <a:tcPr marL="91345" marR="91345" marT="0" marB="45672">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800" i="0">
                          <a:solidFill>
                            <a:schemeClr val="tx2"/>
                          </a:solidFill>
                        </a:rPr>
                        <a:t>Title, </a:t>
                      </a:r>
                      <a:br>
                        <a:rPr lang="en-US" sz="800" i="0">
                          <a:solidFill>
                            <a:schemeClr val="tx2"/>
                          </a:solidFill>
                        </a:rPr>
                      </a:br>
                      <a:r>
                        <a:rPr lang="en-US" sz="800" i="0">
                          <a:solidFill>
                            <a:schemeClr val="tx2"/>
                          </a:solidFill>
                        </a:rPr>
                        <a:t>organization</a:t>
                      </a:r>
                    </a:p>
                  </a:txBody>
                  <a:tcPr marL="91345" marR="91345" marT="0" marB="45672">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6203972"/>
                  </a:ext>
                </a:extLst>
              </a:tr>
            </a:tbl>
          </a:graphicData>
        </a:graphic>
      </p:graphicFrame>
      <p:cxnSp>
        <p:nvCxnSpPr>
          <p:cNvPr id="3" name="Straight Connector 2">
            <a:extLst>
              <a:ext uri="{FF2B5EF4-FFF2-40B4-BE49-F238E27FC236}">
                <a16:creationId xmlns:a16="http://schemas.microsoft.com/office/drawing/2014/main" id="{D9CB78BD-AC3E-D021-C1B2-AEA1D9FD87EA}"/>
              </a:ext>
            </a:extLst>
          </p:cNvPr>
          <p:cNvCxnSpPr>
            <a:cxnSpLocks/>
          </p:cNvCxnSpPr>
          <p:nvPr/>
        </p:nvCxnSpPr>
        <p:spPr bwMode="gray">
          <a:xfrm>
            <a:off x="6094412" y="1822903"/>
            <a:ext cx="0" cy="932487"/>
          </a:xfrm>
          <a:prstGeom prst="line">
            <a:avLst/>
          </a:prstGeom>
          <a:ln w="12700" cmpd="sng">
            <a:solidFill>
              <a:schemeClr val="bg1">
                <a:lumMod val="65000"/>
              </a:schemeClr>
            </a:solidFill>
            <a:miter lim="800000"/>
          </a:ln>
          <a:effectLst/>
        </p:spPr>
        <p:style>
          <a:lnRef idx="2">
            <a:schemeClr val="accent1"/>
          </a:lnRef>
          <a:fillRef idx="0">
            <a:schemeClr val="accent1"/>
          </a:fillRef>
          <a:effectRef idx="1">
            <a:schemeClr val="accent1"/>
          </a:effectRef>
          <a:fontRef idx="minor">
            <a:schemeClr val="tx1"/>
          </a:fontRef>
        </p:style>
      </p:cxnSp>
      <p:sp>
        <p:nvSpPr>
          <p:cNvPr id="5" name="Freeform: Shape 4">
            <a:extLst>
              <a:ext uri="{FF2B5EF4-FFF2-40B4-BE49-F238E27FC236}">
                <a16:creationId xmlns:a16="http://schemas.microsoft.com/office/drawing/2014/main" id="{08DAF54C-9CC7-66AC-597F-D1145859CD32}"/>
              </a:ext>
            </a:extLst>
          </p:cNvPr>
          <p:cNvSpPr/>
          <p:nvPr/>
        </p:nvSpPr>
        <p:spPr bwMode="gray">
          <a:xfrm>
            <a:off x="2366744" y="2755389"/>
            <a:ext cx="7455336" cy="128016"/>
          </a:xfrm>
          <a:custGeom>
            <a:avLst/>
            <a:gdLst>
              <a:gd name="connsiteX0" fmla="*/ 0 w 7611763"/>
              <a:gd name="connsiteY0" fmla="*/ 5128055 h 5128055"/>
              <a:gd name="connsiteX1" fmla="*/ 0 w 7611763"/>
              <a:gd name="connsiteY1" fmla="*/ 0 h 5128055"/>
              <a:gd name="connsiteX2" fmla="*/ 7611763 w 7611763"/>
              <a:gd name="connsiteY2" fmla="*/ 0 h 5128055"/>
              <a:gd name="connsiteX3" fmla="*/ 7611763 w 7611763"/>
              <a:gd name="connsiteY3" fmla="*/ 5128055 h 5128055"/>
            </a:gdLst>
            <a:ahLst/>
            <a:cxnLst>
              <a:cxn ang="0">
                <a:pos x="connsiteX0" y="connsiteY0"/>
              </a:cxn>
              <a:cxn ang="0">
                <a:pos x="connsiteX1" y="connsiteY1"/>
              </a:cxn>
              <a:cxn ang="0">
                <a:pos x="connsiteX2" y="connsiteY2"/>
              </a:cxn>
              <a:cxn ang="0">
                <a:pos x="connsiteX3" y="connsiteY3"/>
              </a:cxn>
            </a:cxnLst>
            <a:rect l="l" t="t" r="r" b="b"/>
            <a:pathLst>
              <a:path w="7611763" h="5128055">
                <a:moveTo>
                  <a:pt x="0" y="5128055"/>
                </a:moveTo>
                <a:lnTo>
                  <a:pt x="0" y="0"/>
                </a:lnTo>
                <a:lnTo>
                  <a:pt x="7611763" y="0"/>
                </a:lnTo>
                <a:lnTo>
                  <a:pt x="7611763" y="5128055"/>
                </a:lnTo>
              </a:path>
            </a:pathLst>
          </a:custGeom>
          <a:ln w="12700" cmpd="sng">
            <a:solidFill>
              <a:schemeClr val="bg1">
                <a:lumMod val="65000"/>
              </a:schemeClr>
            </a:solidFill>
            <a:miter lim="800000"/>
          </a:ln>
          <a:effectLst/>
        </p:spPr>
        <p:style>
          <a:lnRef idx="2">
            <a:schemeClr val="accent1"/>
          </a:lnRef>
          <a:fillRef idx="0">
            <a:schemeClr val="accent1"/>
          </a:fillRef>
          <a:effectRef idx="1">
            <a:schemeClr val="accent1"/>
          </a:effectRef>
          <a:fontRef idx="minor">
            <a:schemeClr val="tx1"/>
          </a:fontRef>
        </p:style>
        <p:txBody>
          <a:bodyPr rtlCol="0" anchor="ctr"/>
          <a:lstStyle/>
          <a:p>
            <a:pPr algn="ctr" defTabSz="913395"/>
            <a:endParaRPr lang="en-US" sz="1798">
              <a:solidFill>
                <a:srgbClr val="000000"/>
              </a:solidFill>
              <a:latin typeface="CVS Health Sans"/>
            </a:endParaRPr>
          </a:p>
        </p:txBody>
      </p:sp>
      <p:sp>
        <p:nvSpPr>
          <p:cNvPr id="7" name="TextBox 6">
            <a:extLst>
              <a:ext uri="{FF2B5EF4-FFF2-40B4-BE49-F238E27FC236}">
                <a16:creationId xmlns:a16="http://schemas.microsoft.com/office/drawing/2014/main" id="{93D2625B-5CE0-2DB3-1055-15A820AE737F}"/>
              </a:ext>
            </a:extLst>
          </p:cNvPr>
          <p:cNvSpPr txBox="1"/>
          <p:nvPr/>
        </p:nvSpPr>
        <p:spPr>
          <a:xfrm>
            <a:off x="3462577" y="2166185"/>
            <a:ext cx="1670140" cy="366389"/>
          </a:xfrm>
          <a:prstGeom prst="rect">
            <a:avLst/>
          </a:prstGeom>
          <a:noFill/>
        </p:spPr>
        <p:txBody>
          <a:bodyPr wrap="square" lIns="0" tIns="45660" rIns="45660" bIns="45660" rtlCol="0" anchor="ctr">
            <a:spAutoFit/>
          </a:bodyPr>
          <a:lstStyle/>
          <a:p>
            <a:pPr algn="r" defTabSz="913395">
              <a:lnSpc>
                <a:spcPct val="95000"/>
              </a:lnSpc>
              <a:spcAft>
                <a:spcPts val="200"/>
              </a:spcAft>
              <a:defRPr/>
            </a:pPr>
            <a:r>
              <a:rPr lang="en-US" sz="900" b="1"/>
              <a:t>First and last name</a:t>
            </a:r>
          </a:p>
          <a:p>
            <a:pPr algn="r" defTabSz="913395">
              <a:lnSpc>
                <a:spcPct val="95000"/>
              </a:lnSpc>
              <a:spcAft>
                <a:spcPts val="200"/>
              </a:spcAft>
              <a:defRPr/>
            </a:pPr>
            <a:r>
              <a:rPr lang="en-US" sz="800">
                <a:solidFill>
                  <a:srgbClr val="3F3F3F"/>
                </a:solidFill>
              </a:rPr>
              <a:t>Executive Assistant</a:t>
            </a:r>
            <a:endParaRPr lang="en-US" sz="800" strike="sngStrike">
              <a:solidFill>
                <a:srgbClr val="3F3F3F"/>
              </a:solidFill>
              <a:ea typeface="Calibri" panose="020F0502020204030204" pitchFamily="34" charset="0"/>
              <a:cs typeface="Arial" panose="020B0604020202020204" pitchFamily="34" charset="0"/>
            </a:endParaRPr>
          </a:p>
        </p:txBody>
      </p:sp>
      <p:sp>
        <p:nvSpPr>
          <p:cNvPr id="8" name="TextBox 7">
            <a:extLst>
              <a:ext uri="{FF2B5EF4-FFF2-40B4-BE49-F238E27FC236}">
                <a16:creationId xmlns:a16="http://schemas.microsoft.com/office/drawing/2014/main" id="{B5D5C1A2-4C05-79DA-5466-A1E47462D946}"/>
              </a:ext>
            </a:extLst>
          </p:cNvPr>
          <p:cNvSpPr txBox="1"/>
          <p:nvPr/>
        </p:nvSpPr>
        <p:spPr>
          <a:xfrm>
            <a:off x="7070975" y="2172713"/>
            <a:ext cx="1670575" cy="353333"/>
          </a:xfrm>
          <a:prstGeom prst="rect">
            <a:avLst/>
          </a:prstGeom>
          <a:noFill/>
        </p:spPr>
        <p:txBody>
          <a:bodyPr wrap="square" lIns="0" tIns="45672" rIns="45672" bIns="45672" rtlCol="0" anchor="ctr">
            <a:spAutoFit/>
          </a:bodyPr>
          <a:lstStyle/>
          <a:p>
            <a:pPr defTabSz="456834">
              <a:lnSpc>
                <a:spcPct val="90000"/>
              </a:lnSpc>
              <a:spcAft>
                <a:spcPts val="200"/>
              </a:spcAft>
              <a:defRPr/>
            </a:pPr>
            <a:r>
              <a:rPr lang="en-US" sz="900" b="1">
                <a:solidFill>
                  <a:srgbClr val="3F3F3F"/>
                </a:solidFill>
              </a:rPr>
              <a:t>First and last name</a:t>
            </a:r>
          </a:p>
          <a:p>
            <a:pPr defTabSz="456834">
              <a:lnSpc>
                <a:spcPct val="90000"/>
              </a:lnSpc>
              <a:spcAft>
                <a:spcPts val="200"/>
              </a:spcAft>
              <a:defRPr/>
            </a:pPr>
            <a:r>
              <a:rPr lang="en-US" sz="800">
                <a:solidFill>
                  <a:srgbClr val="3F3F3F"/>
                </a:solidFill>
              </a:rPr>
              <a:t>Chief of Staff</a:t>
            </a:r>
            <a:endParaRPr lang="en-US" sz="800" strike="sngStrike">
              <a:solidFill>
                <a:srgbClr val="3F3F3F"/>
              </a:solidFill>
              <a:ea typeface="Calibri" panose="020F050202020403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1EF1F12D-8D8B-69F6-38C1-6922B364F6AB}"/>
              </a:ext>
            </a:extLst>
          </p:cNvPr>
          <p:cNvSpPr txBox="1"/>
          <p:nvPr/>
        </p:nvSpPr>
        <p:spPr>
          <a:xfrm>
            <a:off x="6655711" y="1162739"/>
            <a:ext cx="1580634" cy="448841"/>
          </a:xfrm>
          <a:prstGeom prst="rect">
            <a:avLst/>
          </a:prstGeom>
          <a:noFill/>
        </p:spPr>
        <p:txBody>
          <a:bodyPr wrap="square" rtlCol="0" anchor="ctr">
            <a:spAutoFit/>
          </a:bodyPr>
          <a:lstStyle/>
          <a:p>
            <a:pPr defTabSz="913395">
              <a:spcAft>
                <a:spcPts val="200"/>
              </a:spcAft>
            </a:pPr>
            <a:r>
              <a:rPr lang="en-US" sz="1150" b="1">
                <a:solidFill>
                  <a:srgbClr val="3F3F3F"/>
                </a:solidFill>
              </a:rPr>
              <a:t>First and last name</a:t>
            </a:r>
          </a:p>
          <a:p>
            <a:pPr defTabSz="913395"/>
            <a:r>
              <a:rPr lang="en-US" sz="1000">
                <a:solidFill>
                  <a:srgbClr val="3F3F3F"/>
                </a:solidFill>
              </a:rPr>
              <a:t>Title</a:t>
            </a:r>
            <a:endParaRPr lang="en-US" sz="1049">
              <a:solidFill>
                <a:srgbClr val="3F3F3F"/>
              </a:solidFill>
            </a:endParaRPr>
          </a:p>
        </p:txBody>
      </p:sp>
      <p:sp>
        <p:nvSpPr>
          <p:cNvPr id="163" name="Picture Placeholder 162">
            <a:extLst>
              <a:ext uri="{FF2B5EF4-FFF2-40B4-BE49-F238E27FC236}">
                <a16:creationId xmlns:a16="http://schemas.microsoft.com/office/drawing/2014/main" id="{8B6939B7-663E-3B17-F1DF-598B72B5A043}"/>
              </a:ext>
            </a:extLst>
          </p:cNvPr>
          <p:cNvSpPr>
            <a:spLocks noGrp="1"/>
          </p:cNvSpPr>
          <p:nvPr>
            <p:ph type="pic" sz="quarter" idx="11"/>
          </p:nvPr>
        </p:nvSpPr>
        <p:spPr/>
        <p:txBody>
          <a:bodyPr/>
          <a:lstStyle/>
          <a:p>
            <a:endParaRPr lang="en-US"/>
          </a:p>
        </p:txBody>
      </p:sp>
      <p:sp>
        <p:nvSpPr>
          <p:cNvPr id="164" name="Picture Placeholder 163">
            <a:extLst>
              <a:ext uri="{FF2B5EF4-FFF2-40B4-BE49-F238E27FC236}">
                <a16:creationId xmlns:a16="http://schemas.microsoft.com/office/drawing/2014/main" id="{7F102446-76DF-6505-E17E-09C8EFD26456}"/>
              </a:ext>
            </a:extLst>
          </p:cNvPr>
          <p:cNvSpPr>
            <a:spLocks noGrp="1"/>
          </p:cNvSpPr>
          <p:nvPr>
            <p:ph type="pic" sz="quarter" idx="12"/>
          </p:nvPr>
        </p:nvSpPr>
        <p:spPr/>
        <p:txBody>
          <a:bodyPr/>
          <a:lstStyle/>
          <a:p>
            <a:endParaRPr lang="en-US"/>
          </a:p>
        </p:txBody>
      </p:sp>
      <p:sp>
        <p:nvSpPr>
          <p:cNvPr id="165" name="Picture Placeholder 164">
            <a:extLst>
              <a:ext uri="{FF2B5EF4-FFF2-40B4-BE49-F238E27FC236}">
                <a16:creationId xmlns:a16="http://schemas.microsoft.com/office/drawing/2014/main" id="{3B149C0E-55B7-FF86-11BD-ED9025F4AA30}"/>
              </a:ext>
            </a:extLst>
          </p:cNvPr>
          <p:cNvSpPr>
            <a:spLocks noGrp="1"/>
          </p:cNvSpPr>
          <p:nvPr>
            <p:ph type="pic" sz="quarter" idx="13"/>
          </p:nvPr>
        </p:nvSpPr>
        <p:spPr/>
        <p:txBody>
          <a:bodyPr/>
          <a:lstStyle/>
          <a:p>
            <a:endParaRPr lang="en-US"/>
          </a:p>
        </p:txBody>
      </p:sp>
      <p:sp>
        <p:nvSpPr>
          <p:cNvPr id="166" name="Picture Placeholder 165">
            <a:extLst>
              <a:ext uri="{FF2B5EF4-FFF2-40B4-BE49-F238E27FC236}">
                <a16:creationId xmlns:a16="http://schemas.microsoft.com/office/drawing/2014/main" id="{9314B40E-F0D6-B4D0-2483-97883BA4330A}"/>
              </a:ext>
            </a:extLst>
          </p:cNvPr>
          <p:cNvSpPr>
            <a:spLocks noGrp="1"/>
          </p:cNvSpPr>
          <p:nvPr>
            <p:ph type="pic" sz="quarter" idx="14"/>
          </p:nvPr>
        </p:nvSpPr>
        <p:spPr/>
        <p:txBody>
          <a:bodyPr/>
          <a:lstStyle/>
          <a:p>
            <a:endParaRPr lang="en-US"/>
          </a:p>
        </p:txBody>
      </p:sp>
      <p:sp>
        <p:nvSpPr>
          <p:cNvPr id="167" name="Picture Placeholder 166">
            <a:extLst>
              <a:ext uri="{FF2B5EF4-FFF2-40B4-BE49-F238E27FC236}">
                <a16:creationId xmlns:a16="http://schemas.microsoft.com/office/drawing/2014/main" id="{F07F4835-0119-DACC-05A1-C4E346AA4A47}"/>
              </a:ext>
            </a:extLst>
          </p:cNvPr>
          <p:cNvSpPr>
            <a:spLocks noGrp="1"/>
          </p:cNvSpPr>
          <p:nvPr>
            <p:ph type="pic" sz="quarter" idx="15"/>
          </p:nvPr>
        </p:nvSpPr>
        <p:spPr/>
        <p:txBody>
          <a:bodyPr/>
          <a:lstStyle/>
          <a:p>
            <a:endParaRPr lang="en-US"/>
          </a:p>
        </p:txBody>
      </p:sp>
      <p:sp>
        <p:nvSpPr>
          <p:cNvPr id="168" name="Picture Placeholder 167">
            <a:extLst>
              <a:ext uri="{FF2B5EF4-FFF2-40B4-BE49-F238E27FC236}">
                <a16:creationId xmlns:a16="http://schemas.microsoft.com/office/drawing/2014/main" id="{741D7D07-8011-F7DD-A4BD-27F81318AB18}"/>
              </a:ext>
            </a:extLst>
          </p:cNvPr>
          <p:cNvSpPr>
            <a:spLocks noGrp="1"/>
          </p:cNvSpPr>
          <p:nvPr>
            <p:ph type="pic" sz="quarter" idx="16"/>
          </p:nvPr>
        </p:nvSpPr>
        <p:spPr/>
        <p:txBody>
          <a:bodyPr/>
          <a:lstStyle/>
          <a:p>
            <a:endParaRPr lang="en-US"/>
          </a:p>
        </p:txBody>
      </p:sp>
      <p:sp>
        <p:nvSpPr>
          <p:cNvPr id="169" name="Picture Placeholder 168">
            <a:extLst>
              <a:ext uri="{FF2B5EF4-FFF2-40B4-BE49-F238E27FC236}">
                <a16:creationId xmlns:a16="http://schemas.microsoft.com/office/drawing/2014/main" id="{9719C9ED-37CC-93A9-9358-5947BB429250}"/>
              </a:ext>
            </a:extLst>
          </p:cNvPr>
          <p:cNvSpPr>
            <a:spLocks noGrp="1"/>
          </p:cNvSpPr>
          <p:nvPr>
            <p:ph type="pic" sz="quarter" idx="20"/>
          </p:nvPr>
        </p:nvSpPr>
        <p:spPr/>
        <p:txBody>
          <a:bodyPr/>
          <a:lstStyle/>
          <a:p>
            <a:endParaRPr lang="en-US"/>
          </a:p>
        </p:txBody>
      </p:sp>
      <p:sp>
        <p:nvSpPr>
          <p:cNvPr id="170" name="Picture Placeholder 169">
            <a:extLst>
              <a:ext uri="{FF2B5EF4-FFF2-40B4-BE49-F238E27FC236}">
                <a16:creationId xmlns:a16="http://schemas.microsoft.com/office/drawing/2014/main" id="{E2E51D89-AB5B-EC2A-393E-F299E10E4FC5}"/>
              </a:ext>
            </a:extLst>
          </p:cNvPr>
          <p:cNvSpPr>
            <a:spLocks noGrp="1"/>
          </p:cNvSpPr>
          <p:nvPr>
            <p:ph type="pic" sz="quarter" idx="21"/>
          </p:nvPr>
        </p:nvSpPr>
        <p:spPr/>
        <p:txBody>
          <a:bodyPr/>
          <a:lstStyle/>
          <a:p>
            <a:endParaRPr lang="en-US"/>
          </a:p>
        </p:txBody>
      </p:sp>
      <p:sp>
        <p:nvSpPr>
          <p:cNvPr id="171" name="Picture Placeholder 170">
            <a:extLst>
              <a:ext uri="{FF2B5EF4-FFF2-40B4-BE49-F238E27FC236}">
                <a16:creationId xmlns:a16="http://schemas.microsoft.com/office/drawing/2014/main" id="{2EB94423-CBBD-D838-DF67-4C05BC4668D4}"/>
              </a:ext>
            </a:extLst>
          </p:cNvPr>
          <p:cNvSpPr>
            <a:spLocks noGrp="1"/>
          </p:cNvSpPr>
          <p:nvPr>
            <p:ph type="pic" sz="quarter" idx="22"/>
          </p:nvPr>
        </p:nvSpPr>
        <p:spPr/>
        <p:txBody>
          <a:bodyPr/>
          <a:lstStyle/>
          <a:p>
            <a:endParaRPr lang="en-US"/>
          </a:p>
        </p:txBody>
      </p:sp>
      <p:sp>
        <p:nvSpPr>
          <p:cNvPr id="172" name="Picture Placeholder 171">
            <a:extLst>
              <a:ext uri="{FF2B5EF4-FFF2-40B4-BE49-F238E27FC236}">
                <a16:creationId xmlns:a16="http://schemas.microsoft.com/office/drawing/2014/main" id="{45B148D5-A1BB-F88A-EAAF-7659D0B2457A}"/>
              </a:ext>
            </a:extLst>
          </p:cNvPr>
          <p:cNvSpPr>
            <a:spLocks noGrp="1"/>
          </p:cNvSpPr>
          <p:nvPr>
            <p:ph type="pic" sz="quarter" idx="23"/>
          </p:nvPr>
        </p:nvSpPr>
        <p:spPr/>
        <p:txBody>
          <a:bodyPr/>
          <a:lstStyle/>
          <a:p>
            <a:endParaRPr lang="en-US"/>
          </a:p>
        </p:txBody>
      </p:sp>
      <p:sp>
        <p:nvSpPr>
          <p:cNvPr id="173" name="Picture Placeholder 172">
            <a:extLst>
              <a:ext uri="{FF2B5EF4-FFF2-40B4-BE49-F238E27FC236}">
                <a16:creationId xmlns:a16="http://schemas.microsoft.com/office/drawing/2014/main" id="{03BF2E72-E09D-0B63-8D69-9F57BD058BAC}"/>
              </a:ext>
            </a:extLst>
          </p:cNvPr>
          <p:cNvSpPr>
            <a:spLocks noGrp="1"/>
          </p:cNvSpPr>
          <p:nvPr>
            <p:ph type="pic" sz="quarter" idx="24"/>
          </p:nvPr>
        </p:nvSpPr>
        <p:spPr/>
        <p:txBody>
          <a:bodyPr/>
          <a:lstStyle/>
          <a:p>
            <a:endParaRPr lang="en-US"/>
          </a:p>
        </p:txBody>
      </p:sp>
      <p:sp>
        <p:nvSpPr>
          <p:cNvPr id="174" name="Picture Placeholder 173">
            <a:extLst>
              <a:ext uri="{FF2B5EF4-FFF2-40B4-BE49-F238E27FC236}">
                <a16:creationId xmlns:a16="http://schemas.microsoft.com/office/drawing/2014/main" id="{9C34FE95-EB82-B509-512C-7B494D7DEA15}"/>
              </a:ext>
            </a:extLst>
          </p:cNvPr>
          <p:cNvSpPr>
            <a:spLocks noGrp="1"/>
          </p:cNvSpPr>
          <p:nvPr>
            <p:ph type="pic" sz="quarter" idx="25"/>
          </p:nvPr>
        </p:nvSpPr>
        <p:spPr/>
        <p:txBody>
          <a:bodyPr/>
          <a:lstStyle/>
          <a:p>
            <a:endParaRPr lang="en-US"/>
          </a:p>
        </p:txBody>
      </p:sp>
      <p:sp>
        <p:nvSpPr>
          <p:cNvPr id="175" name="Picture Placeholder 174">
            <a:extLst>
              <a:ext uri="{FF2B5EF4-FFF2-40B4-BE49-F238E27FC236}">
                <a16:creationId xmlns:a16="http://schemas.microsoft.com/office/drawing/2014/main" id="{A0BAF339-7251-0F58-2E16-F2A7E1F3F9EC}"/>
              </a:ext>
            </a:extLst>
          </p:cNvPr>
          <p:cNvSpPr>
            <a:spLocks noGrp="1"/>
          </p:cNvSpPr>
          <p:nvPr>
            <p:ph type="pic" sz="quarter" idx="28"/>
          </p:nvPr>
        </p:nvSpPr>
        <p:spPr>
          <a:xfrm>
            <a:off x="5635636" y="929960"/>
            <a:ext cx="914399" cy="914399"/>
          </a:xfrm>
        </p:spPr>
        <p:txBody>
          <a:bodyPr/>
          <a:lstStyle/>
          <a:p>
            <a:endParaRPr lang="en-US"/>
          </a:p>
        </p:txBody>
      </p:sp>
      <p:sp>
        <p:nvSpPr>
          <p:cNvPr id="176" name="Picture Placeholder 175">
            <a:extLst>
              <a:ext uri="{FF2B5EF4-FFF2-40B4-BE49-F238E27FC236}">
                <a16:creationId xmlns:a16="http://schemas.microsoft.com/office/drawing/2014/main" id="{1594C5FC-1DD4-FD24-89CA-B2B23C7540E5}"/>
              </a:ext>
            </a:extLst>
          </p:cNvPr>
          <p:cNvSpPr>
            <a:spLocks noGrp="1"/>
          </p:cNvSpPr>
          <p:nvPr>
            <p:ph type="pic" sz="quarter" idx="39"/>
          </p:nvPr>
        </p:nvSpPr>
        <p:spPr>
          <a:xfrm>
            <a:off x="5313671" y="2075059"/>
            <a:ext cx="548640" cy="548640"/>
          </a:xfrm>
        </p:spPr>
        <p:txBody>
          <a:bodyPr/>
          <a:lstStyle/>
          <a:p>
            <a:endParaRPr lang="en-US"/>
          </a:p>
        </p:txBody>
      </p:sp>
      <p:sp>
        <p:nvSpPr>
          <p:cNvPr id="177" name="Picture Placeholder 176">
            <a:extLst>
              <a:ext uri="{FF2B5EF4-FFF2-40B4-BE49-F238E27FC236}">
                <a16:creationId xmlns:a16="http://schemas.microsoft.com/office/drawing/2014/main" id="{932D879C-E6C2-8C94-8779-EADAFAD11748}"/>
              </a:ext>
            </a:extLst>
          </p:cNvPr>
          <p:cNvSpPr>
            <a:spLocks noGrp="1"/>
          </p:cNvSpPr>
          <p:nvPr>
            <p:ph type="pic" sz="quarter" idx="40"/>
          </p:nvPr>
        </p:nvSpPr>
        <p:spPr>
          <a:xfrm>
            <a:off x="6311528" y="2075059"/>
            <a:ext cx="548640" cy="548640"/>
          </a:xfrm>
        </p:spPr>
        <p:txBody>
          <a:bodyPr/>
          <a:lstStyle/>
          <a:p>
            <a:endParaRPr lang="en-US"/>
          </a:p>
        </p:txBody>
      </p:sp>
      <p:sp>
        <p:nvSpPr>
          <p:cNvPr id="94" name="Text Placeholder 93">
            <a:extLst>
              <a:ext uri="{FF2B5EF4-FFF2-40B4-BE49-F238E27FC236}">
                <a16:creationId xmlns:a16="http://schemas.microsoft.com/office/drawing/2014/main" id="{5E7CC6C2-6AE3-2AB1-FFD0-9A49B54184C7}"/>
              </a:ext>
            </a:extLst>
          </p:cNvPr>
          <p:cNvSpPr>
            <a:spLocks noGrp="1"/>
          </p:cNvSpPr>
          <p:nvPr>
            <p:ph type="body" sz="quarter" idx="41"/>
          </p:nvPr>
        </p:nvSpPr>
        <p:spPr/>
        <p:txBody>
          <a:bodyPr/>
          <a:lstStyle/>
          <a:p>
            <a:pPr lvl="0"/>
            <a:r>
              <a:rPr lang="en-US">
                <a:solidFill>
                  <a:schemeClr val="tx1"/>
                </a:solidFill>
              </a:rPr>
              <a:t>Title of organization</a:t>
            </a:r>
          </a:p>
        </p:txBody>
      </p:sp>
      <p:sp>
        <p:nvSpPr>
          <p:cNvPr id="76" name="Rectangle 75">
            <a:extLst>
              <a:ext uri="{FF2B5EF4-FFF2-40B4-BE49-F238E27FC236}">
                <a16:creationId xmlns:a16="http://schemas.microsoft.com/office/drawing/2014/main" id="{7547DFC1-0C9F-3933-CC41-AD4E555529D4}"/>
              </a:ext>
            </a:extLst>
          </p:cNvPr>
          <p:cNvSpPr/>
          <p:nvPr/>
        </p:nvSpPr>
        <p:spPr bwMode="gray">
          <a:xfrm>
            <a:off x="12399263" y="0"/>
            <a:ext cx="2589723" cy="750771"/>
          </a:xfrm>
          <a:prstGeom prst="rect">
            <a:avLst/>
          </a:prstGeom>
          <a:solidFill>
            <a:srgbClr val="FFFF99"/>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r>
              <a:rPr lang="en-US" sz="1300">
                <a:solidFill>
                  <a:schemeClr val="tx2"/>
                </a:solidFill>
              </a:rPr>
              <a:t>Leadership org chart with </a:t>
            </a:r>
            <a:br>
              <a:rPr lang="en-US" sz="1300">
                <a:solidFill>
                  <a:schemeClr val="tx2"/>
                </a:solidFill>
              </a:rPr>
            </a:br>
            <a:r>
              <a:rPr lang="en-US" sz="1300">
                <a:solidFill>
                  <a:schemeClr val="tx2"/>
                </a:solidFill>
              </a:rPr>
              <a:t>12 direct reports</a:t>
            </a:r>
          </a:p>
        </p:txBody>
      </p:sp>
      <p:sp>
        <p:nvSpPr>
          <p:cNvPr id="4" name="Text Placeholder 12">
            <a:extLst>
              <a:ext uri="{FF2B5EF4-FFF2-40B4-BE49-F238E27FC236}">
                <a16:creationId xmlns:a16="http://schemas.microsoft.com/office/drawing/2014/main" id="{8490C5DE-F5B4-7032-CD68-CF459E2158FF}"/>
              </a:ext>
            </a:extLst>
          </p:cNvPr>
          <p:cNvSpPr txBox="1">
            <a:spLocks/>
          </p:cNvSpPr>
          <p:nvPr/>
        </p:nvSpPr>
        <p:spPr>
          <a:xfrm>
            <a:off x="0" y="820284"/>
            <a:ext cx="4295775" cy="433784"/>
          </a:xfrm>
          <a:prstGeom prst="rect">
            <a:avLst/>
          </a:prstGeom>
        </p:spPr>
        <p:txBody>
          <a:bodyPr vert="horz" lIns="0" tIns="0" rIns="0" bIns="0" rtlCol="0" anchor="b" anchorCtr="0">
            <a:noAutofit/>
          </a:bodyPr>
          <a:lstStyle>
            <a:lvl1pPr marL="0" indent="0" algn="l" defTabSz="457200" rtl="0" eaLnBrk="1" fontAlgn="ctr" latinLnBrk="0" hangingPunct="1">
              <a:lnSpc>
                <a:spcPct val="100000"/>
              </a:lnSpc>
              <a:spcBef>
                <a:spcPts val="1800"/>
              </a:spcBef>
              <a:buClrTx/>
              <a:buFont typeface="Arial"/>
              <a:buNone/>
              <a:defRPr sz="1300" b="0" kern="1200">
                <a:solidFill>
                  <a:schemeClr val="tx2"/>
                </a:solidFill>
                <a:latin typeface="+mn-lt"/>
                <a:ea typeface="+mn-ea"/>
                <a:cs typeface="+mn-cs"/>
              </a:defRPr>
            </a:lvl1pPr>
            <a:lvl2pPr marL="171450" indent="-171450" algn="l" defTabSz="457200" rtl="0" eaLnBrk="1" fontAlgn="ctr" latinLnBrk="0" hangingPunct="1">
              <a:lnSpc>
                <a:spcPct val="100000"/>
              </a:lnSpc>
              <a:spcBef>
                <a:spcPts val="1200"/>
              </a:spcBef>
              <a:buClrTx/>
              <a:buFont typeface="Arial"/>
              <a:buChar char="•"/>
              <a:defRPr sz="1300" kern="1200">
                <a:solidFill>
                  <a:schemeClr val="tx2"/>
                </a:solidFill>
                <a:latin typeface="+mn-lt"/>
                <a:ea typeface="+mn-ea"/>
                <a:cs typeface="+mn-cs"/>
              </a:defRPr>
            </a:lvl2pPr>
            <a:lvl3pPr marL="342900" indent="-171450" algn="l" defTabSz="457200" rtl="0" eaLnBrk="1" fontAlgn="ctr" latinLnBrk="0" hangingPunct="1">
              <a:lnSpc>
                <a:spcPct val="100000"/>
              </a:lnSpc>
              <a:spcBef>
                <a:spcPts val="600"/>
              </a:spcBef>
              <a:buClrTx/>
              <a:buFont typeface="CVS Health Sans"/>
              <a:buChar char="–"/>
              <a:defRPr sz="1300" kern="1200" baseline="0">
                <a:solidFill>
                  <a:schemeClr val="tx2"/>
                </a:solidFill>
                <a:latin typeface="+mn-lt"/>
                <a:ea typeface="+mn-ea"/>
                <a:cs typeface="+mn-cs"/>
              </a:defRPr>
            </a:lvl3pPr>
            <a:lvl4pPr marL="514350" indent="-171450" algn="l" defTabSz="457200" rtl="0" eaLnBrk="1" fontAlgn="ctr" latinLnBrk="0" hangingPunct="1">
              <a:lnSpc>
                <a:spcPct val="100000"/>
              </a:lnSpc>
              <a:spcBef>
                <a:spcPts val="600"/>
              </a:spcBef>
              <a:buClrTx/>
              <a:buFont typeface="Arial"/>
              <a:buChar char="•"/>
              <a:defRPr sz="1300" kern="1200">
                <a:solidFill>
                  <a:schemeClr val="tx2"/>
                </a:solidFill>
                <a:latin typeface="+mn-lt"/>
                <a:ea typeface="+mn-ea"/>
                <a:cs typeface="+mn-cs"/>
              </a:defRPr>
            </a:lvl4pPr>
            <a:lvl5pPr marL="685800" indent="-171450" algn="l" defTabSz="457200" rtl="0" eaLnBrk="1" fontAlgn="ctr" latinLnBrk="0" hangingPunct="1">
              <a:lnSpc>
                <a:spcPct val="100000"/>
              </a:lnSpc>
              <a:spcBef>
                <a:spcPts val="600"/>
              </a:spcBef>
              <a:buClrTx/>
              <a:buFont typeface="Arial" panose="020B0604020202020204" pitchFamily="34" charset="0"/>
              <a:buChar char="–"/>
              <a:defRPr sz="1300" kern="1200" baseline="0">
                <a:solidFill>
                  <a:schemeClr val="tx2"/>
                </a:solidFill>
                <a:latin typeface="+mn-lt"/>
                <a:ea typeface="+mn-ea"/>
                <a:cs typeface="+mn-cs"/>
              </a:defRPr>
            </a:lvl5pPr>
            <a:lvl6pPr marL="857250" indent="-171450" algn="l" defTabSz="457200" rtl="0" eaLnBrk="1" fontAlgn="ctr" latinLnBrk="0" hangingPunct="1">
              <a:lnSpc>
                <a:spcPct val="100000"/>
              </a:lnSpc>
              <a:spcBef>
                <a:spcPts val="600"/>
              </a:spcBef>
              <a:buClrTx/>
              <a:buFont typeface="Arial" panose="020B0604020202020204" pitchFamily="34" charset="0"/>
              <a:buChar char="•"/>
              <a:defRPr sz="1300" kern="1200">
                <a:solidFill>
                  <a:schemeClr val="tx2"/>
                </a:solidFill>
                <a:latin typeface="+mn-lt"/>
                <a:ea typeface="+mn-ea"/>
                <a:cs typeface="+mn-cs"/>
              </a:defRPr>
            </a:lvl6pPr>
            <a:lvl7pPr marL="1028700" indent="-165100" algn="l" defTabSz="457200" rtl="0" eaLnBrk="1" fontAlgn="ctr" latinLnBrk="0" hangingPunct="1">
              <a:lnSpc>
                <a:spcPct val="100000"/>
              </a:lnSpc>
              <a:spcBef>
                <a:spcPts val="600"/>
              </a:spcBef>
              <a:buClrTx/>
              <a:buFont typeface="Arial" panose="020B0604020202020204" pitchFamily="34" charset="0"/>
              <a:buChar char="–"/>
              <a:defRPr sz="1300" kern="1200">
                <a:solidFill>
                  <a:schemeClr val="tx2"/>
                </a:solidFill>
                <a:latin typeface="+mn-lt"/>
                <a:ea typeface="+mn-ea"/>
                <a:cs typeface="+mn-cs"/>
              </a:defRPr>
            </a:lvl7pPr>
            <a:lvl8pPr marL="1206500" indent="-177800" algn="l" defTabSz="457200" rtl="0" eaLnBrk="1" fontAlgn="ctr" latinLnBrk="0" hangingPunct="1">
              <a:lnSpc>
                <a:spcPct val="100000"/>
              </a:lnSpc>
              <a:spcBef>
                <a:spcPts val="600"/>
              </a:spcBef>
              <a:buClrTx/>
              <a:buFont typeface="Arial"/>
              <a:buChar char="•"/>
              <a:defRPr sz="1300" kern="1200">
                <a:solidFill>
                  <a:schemeClr val="tx2"/>
                </a:solidFill>
                <a:latin typeface="+mn-lt"/>
                <a:ea typeface="+mn-ea"/>
                <a:cs typeface="+mn-cs"/>
              </a:defRPr>
            </a:lvl8pPr>
            <a:lvl9pPr marL="1371600" indent="-165100" algn="l" defTabSz="457200" rtl="0" eaLnBrk="1" fontAlgn="ctr" latinLnBrk="0" hangingPunct="1">
              <a:lnSpc>
                <a:spcPct val="100000"/>
              </a:lnSpc>
              <a:spcBef>
                <a:spcPts val="600"/>
              </a:spcBef>
              <a:buClrTx/>
              <a:buFont typeface="Arial" panose="020B0604020202020204" pitchFamily="34" charset="0"/>
              <a:buChar char="–"/>
              <a:defRPr sz="1300" kern="1200">
                <a:solidFill>
                  <a:schemeClr val="tx2"/>
                </a:solidFill>
                <a:latin typeface="+mn-lt"/>
                <a:ea typeface="+mn-ea"/>
                <a:cs typeface="+mn-cs"/>
              </a:defRPr>
            </a:lvl9pPr>
          </a:lstStyle>
          <a:p>
            <a:pPr marL="573088"/>
            <a:r>
              <a:rPr lang="en-US"/>
              <a:t>Leadership team</a:t>
            </a:r>
          </a:p>
        </p:txBody>
      </p:sp>
      <p:sp>
        <p:nvSpPr>
          <p:cNvPr id="9" name="Rectangle 8">
            <a:extLst>
              <a:ext uri="{FF2B5EF4-FFF2-40B4-BE49-F238E27FC236}">
                <a16:creationId xmlns:a16="http://schemas.microsoft.com/office/drawing/2014/main" id="{EDA6248E-62F1-888B-EA55-A88E49AC52C7}"/>
              </a:ext>
            </a:extLst>
          </p:cNvPr>
          <p:cNvSpPr/>
          <p:nvPr/>
        </p:nvSpPr>
        <p:spPr bwMode="gray">
          <a:xfrm>
            <a:off x="12399263" y="913714"/>
            <a:ext cx="2589721" cy="1940397"/>
          </a:xfrm>
          <a:prstGeom prst="rect">
            <a:avLst/>
          </a:prstGeom>
          <a:solidFill>
            <a:srgbClr val="FFFF99"/>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spcAft>
                <a:spcPts val="600"/>
              </a:spcAft>
            </a:pPr>
            <a:r>
              <a:rPr lang="en-US" sz="1300" b="1">
                <a:solidFill>
                  <a:schemeClr val="tx2"/>
                </a:solidFill>
              </a:rPr>
              <a:t>To add photo</a:t>
            </a:r>
          </a:p>
          <a:p>
            <a:pPr>
              <a:spcAft>
                <a:spcPts val="600"/>
              </a:spcAft>
            </a:pPr>
            <a:r>
              <a:rPr lang="en-US" sz="1300">
                <a:solidFill>
                  <a:schemeClr val="tx2"/>
                </a:solidFill>
              </a:rPr>
              <a:t>Click the middle of the gray box to add photo.</a:t>
            </a:r>
          </a:p>
          <a:p>
            <a:r>
              <a:rPr lang="en-US" sz="1300">
                <a:solidFill>
                  <a:schemeClr val="tx2"/>
                </a:solidFill>
              </a:rPr>
              <a:t>Ensure that the size of head and shoulders feels consistent with other headshots throughout the presentation.</a:t>
            </a:r>
          </a:p>
        </p:txBody>
      </p:sp>
    </p:spTree>
    <p:extLst>
      <p:ext uri="{BB962C8B-B14F-4D97-AF65-F5344CB8AC3E}">
        <p14:creationId xmlns:p14="http://schemas.microsoft.com/office/powerpoint/2010/main" val="278446544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B234643-F224-29A9-990D-F3C826C664EE}"/>
            </a:ext>
          </a:extLst>
        </p:cNvPr>
        <p:cNvGrpSpPr/>
        <p:nvPr/>
      </p:nvGrpSpPr>
      <p:grpSpPr>
        <a:xfrm>
          <a:off x="0" y="0"/>
          <a:ext cx="0" cy="0"/>
          <a:chOff x="0" y="0"/>
          <a:chExt cx="0" cy="0"/>
        </a:xfrm>
      </p:grpSpPr>
      <p:graphicFrame>
        <p:nvGraphicFramePr>
          <p:cNvPr id="36" name="Table 2">
            <a:extLst>
              <a:ext uri="{FF2B5EF4-FFF2-40B4-BE49-F238E27FC236}">
                <a16:creationId xmlns:a16="http://schemas.microsoft.com/office/drawing/2014/main" id="{9AEF08CB-1A82-E83C-AFD7-B8EA1DB2960E}"/>
              </a:ext>
            </a:extLst>
          </p:cNvPr>
          <p:cNvGraphicFramePr>
            <a:graphicFrameLocks noGrp="1"/>
          </p:cNvGraphicFramePr>
          <p:nvPr/>
        </p:nvGraphicFramePr>
        <p:xfrm>
          <a:off x="950976" y="2965999"/>
          <a:ext cx="10326625" cy="1353312"/>
        </p:xfrm>
        <a:graphic>
          <a:graphicData uri="http://schemas.openxmlformats.org/drawingml/2006/table">
            <a:tbl>
              <a:tblPr firstRow="1" bandRow="1"/>
              <a:tblGrid>
                <a:gridCol w="1147403">
                  <a:extLst>
                    <a:ext uri="{9D8B030D-6E8A-4147-A177-3AD203B41FA5}">
                      <a16:colId xmlns:a16="http://schemas.microsoft.com/office/drawing/2014/main" val="2874026497"/>
                    </a:ext>
                  </a:extLst>
                </a:gridCol>
                <a:gridCol w="1147403">
                  <a:extLst>
                    <a:ext uri="{9D8B030D-6E8A-4147-A177-3AD203B41FA5}">
                      <a16:colId xmlns:a16="http://schemas.microsoft.com/office/drawing/2014/main" val="1141467473"/>
                    </a:ext>
                  </a:extLst>
                </a:gridCol>
                <a:gridCol w="1147403">
                  <a:extLst>
                    <a:ext uri="{9D8B030D-6E8A-4147-A177-3AD203B41FA5}">
                      <a16:colId xmlns:a16="http://schemas.microsoft.com/office/drawing/2014/main" val="3664805901"/>
                    </a:ext>
                  </a:extLst>
                </a:gridCol>
                <a:gridCol w="1138071">
                  <a:extLst>
                    <a:ext uri="{9D8B030D-6E8A-4147-A177-3AD203B41FA5}">
                      <a16:colId xmlns:a16="http://schemas.microsoft.com/office/drawing/2014/main" val="2617965476"/>
                    </a:ext>
                  </a:extLst>
                </a:gridCol>
                <a:gridCol w="1156733">
                  <a:extLst>
                    <a:ext uri="{9D8B030D-6E8A-4147-A177-3AD203B41FA5}">
                      <a16:colId xmlns:a16="http://schemas.microsoft.com/office/drawing/2014/main" val="3957132692"/>
                    </a:ext>
                  </a:extLst>
                </a:gridCol>
                <a:gridCol w="1147403">
                  <a:extLst>
                    <a:ext uri="{9D8B030D-6E8A-4147-A177-3AD203B41FA5}">
                      <a16:colId xmlns:a16="http://schemas.microsoft.com/office/drawing/2014/main" val="2141364351"/>
                    </a:ext>
                  </a:extLst>
                </a:gridCol>
                <a:gridCol w="1147403">
                  <a:extLst>
                    <a:ext uri="{9D8B030D-6E8A-4147-A177-3AD203B41FA5}">
                      <a16:colId xmlns:a16="http://schemas.microsoft.com/office/drawing/2014/main" val="2402631857"/>
                    </a:ext>
                  </a:extLst>
                </a:gridCol>
                <a:gridCol w="1147403">
                  <a:extLst>
                    <a:ext uri="{9D8B030D-6E8A-4147-A177-3AD203B41FA5}">
                      <a16:colId xmlns:a16="http://schemas.microsoft.com/office/drawing/2014/main" val="844573154"/>
                    </a:ext>
                  </a:extLst>
                </a:gridCol>
                <a:gridCol w="1147403">
                  <a:extLst>
                    <a:ext uri="{9D8B030D-6E8A-4147-A177-3AD203B41FA5}">
                      <a16:colId xmlns:a16="http://schemas.microsoft.com/office/drawing/2014/main" val="143937816"/>
                    </a:ext>
                  </a:extLst>
                </a:gridCol>
              </a:tblGrid>
              <a:tr h="804672">
                <a:tc>
                  <a:txBody>
                    <a:bodyPr/>
                    <a:lstStyle/>
                    <a:p>
                      <a:pPr algn="ctr"/>
                      <a:r>
                        <a:rPr lang="en-US" sz="900" b="1">
                          <a:solidFill>
                            <a:schemeClr val="tx2"/>
                          </a:solidFill>
                        </a:rPr>
                        <a:t>First last name</a:t>
                      </a:r>
                    </a:p>
                  </a:txBody>
                  <a:tcPr marL="91345" marR="91345" marT="91345" marB="45672"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900" b="1">
                          <a:solidFill>
                            <a:schemeClr val="tx2"/>
                          </a:solidFill>
                        </a:rPr>
                        <a:t>First last name</a:t>
                      </a:r>
                    </a:p>
                  </a:txBody>
                  <a:tcPr marL="91345" marR="91345" marT="91345" marB="45672"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900" b="1">
                          <a:solidFill>
                            <a:schemeClr val="tx2"/>
                          </a:solidFill>
                        </a:rPr>
                        <a:t>First last name</a:t>
                      </a:r>
                    </a:p>
                  </a:txBody>
                  <a:tcPr marL="91345" marR="91345" marT="91345" marB="45672"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456834" rtl="0" eaLnBrk="1" fontAlgn="ctr" latinLnBrk="0" hangingPunct="1">
                        <a:lnSpc>
                          <a:spcPct val="100000"/>
                        </a:lnSpc>
                        <a:spcBef>
                          <a:spcPts val="0"/>
                        </a:spcBef>
                        <a:spcAft>
                          <a:spcPts val="0"/>
                        </a:spcAft>
                        <a:buClrTx/>
                        <a:buSzTx/>
                        <a:buFontTx/>
                        <a:buNone/>
                        <a:tabLst/>
                        <a:defRPr/>
                      </a:pPr>
                      <a:r>
                        <a:rPr lang="en-US" sz="900" b="1">
                          <a:solidFill>
                            <a:schemeClr val="tx2"/>
                          </a:solidFill>
                        </a:rPr>
                        <a:t>First last name</a:t>
                      </a:r>
                    </a:p>
                  </a:txBody>
                  <a:tcPr marL="91345" marR="91345" marT="91345" marB="45672"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900" b="1">
                          <a:solidFill>
                            <a:schemeClr val="tx2"/>
                          </a:solidFill>
                        </a:rPr>
                        <a:t>First last name</a:t>
                      </a:r>
                    </a:p>
                  </a:txBody>
                  <a:tcPr marL="91345" marR="91345" marT="91345" marB="45672"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900" b="1">
                          <a:solidFill>
                            <a:schemeClr val="tx2"/>
                          </a:solidFill>
                        </a:rPr>
                        <a:t>First last name</a:t>
                      </a:r>
                    </a:p>
                  </a:txBody>
                  <a:tcPr marL="91345" marR="91345" marT="91345" marB="45672"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900" b="1">
                          <a:solidFill>
                            <a:schemeClr val="tx2"/>
                          </a:solidFill>
                        </a:rPr>
                        <a:t>First last name</a:t>
                      </a:r>
                    </a:p>
                  </a:txBody>
                  <a:tcPr marL="91345" marR="91345" marT="91345" marB="45672"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900" b="1">
                          <a:solidFill>
                            <a:schemeClr val="tx2"/>
                          </a:solidFill>
                        </a:rPr>
                        <a:t>First last name</a:t>
                      </a:r>
                    </a:p>
                  </a:txBody>
                  <a:tcPr marL="91345" marR="91345" marT="91345" marB="45672"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900" b="1">
                          <a:solidFill>
                            <a:schemeClr val="tx2"/>
                          </a:solidFill>
                        </a:rPr>
                        <a:t>First last name</a:t>
                      </a:r>
                    </a:p>
                  </a:txBody>
                  <a:tcPr marL="91345" marR="91345" marT="91345" marB="45672"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795217669"/>
                  </a:ext>
                </a:extLst>
              </a:tr>
              <a:tr h="548640">
                <a:tc>
                  <a:txBody>
                    <a:bodyPr/>
                    <a:lstStyle/>
                    <a:p>
                      <a:pPr algn="ctr"/>
                      <a:r>
                        <a:rPr lang="en-US" sz="800" i="0">
                          <a:solidFill>
                            <a:schemeClr val="tx2"/>
                          </a:solidFill>
                        </a:rPr>
                        <a:t>Title, </a:t>
                      </a:r>
                      <a:br>
                        <a:rPr lang="en-US" sz="800" i="0">
                          <a:solidFill>
                            <a:schemeClr val="tx2"/>
                          </a:solidFill>
                        </a:rPr>
                      </a:br>
                      <a:r>
                        <a:rPr lang="en-US" sz="800" i="0">
                          <a:solidFill>
                            <a:schemeClr val="tx2"/>
                          </a:solidFill>
                        </a:rPr>
                        <a:t>organization</a:t>
                      </a:r>
                    </a:p>
                  </a:txBody>
                  <a:tcPr marL="91345" marR="91345" marT="0" marB="45672">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800" i="0">
                          <a:solidFill>
                            <a:schemeClr val="tx2"/>
                          </a:solidFill>
                        </a:rPr>
                        <a:t>Title, </a:t>
                      </a:r>
                      <a:br>
                        <a:rPr lang="en-US" sz="800" i="0">
                          <a:solidFill>
                            <a:schemeClr val="tx2"/>
                          </a:solidFill>
                        </a:rPr>
                      </a:br>
                      <a:r>
                        <a:rPr lang="en-US" sz="800" i="0">
                          <a:solidFill>
                            <a:schemeClr val="tx2"/>
                          </a:solidFill>
                        </a:rPr>
                        <a:t>organization</a:t>
                      </a:r>
                    </a:p>
                  </a:txBody>
                  <a:tcPr marL="91345" marR="91345" marT="0" marB="45672">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800" i="0">
                          <a:solidFill>
                            <a:schemeClr val="tx2"/>
                          </a:solidFill>
                        </a:rPr>
                        <a:t>Title, </a:t>
                      </a:r>
                      <a:br>
                        <a:rPr lang="en-US" sz="800" i="0">
                          <a:solidFill>
                            <a:schemeClr val="tx2"/>
                          </a:solidFill>
                        </a:rPr>
                      </a:br>
                      <a:r>
                        <a:rPr lang="en-US" sz="800" i="0">
                          <a:solidFill>
                            <a:schemeClr val="tx2"/>
                          </a:solidFill>
                        </a:rPr>
                        <a:t>organization</a:t>
                      </a:r>
                    </a:p>
                  </a:txBody>
                  <a:tcPr marL="91345" marR="91345" marT="0" marB="45672">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800" i="0">
                          <a:solidFill>
                            <a:schemeClr val="tx2"/>
                          </a:solidFill>
                        </a:rPr>
                        <a:t>Title, </a:t>
                      </a:r>
                      <a:br>
                        <a:rPr lang="en-US" sz="800" i="0">
                          <a:solidFill>
                            <a:schemeClr val="tx2"/>
                          </a:solidFill>
                        </a:rPr>
                      </a:br>
                      <a:r>
                        <a:rPr lang="en-US" sz="800" i="0">
                          <a:solidFill>
                            <a:schemeClr val="tx2"/>
                          </a:solidFill>
                        </a:rPr>
                        <a:t>organization</a:t>
                      </a:r>
                    </a:p>
                  </a:txBody>
                  <a:tcPr marL="91345" marR="91345" marT="0" marB="45672">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800" i="0">
                          <a:solidFill>
                            <a:schemeClr val="tx2"/>
                          </a:solidFill>
                        </a:rPr>
                        <a:t>Title, </a:t>
                      </a:r>
                      <a:br>
                        <a:rPr lang="en-US" sz="800" i="0">
                          <a:solidFill>
                            <a:schemeClr val="tx2"/>
                          </a:solidFill>
                        </a:rPr>
                      </a:br>
                      <a:r>
                        <a:rPr lang="en-US" sz="800" i="0">
                          <a:solidFill>
                            <a:schemeClr val="tx2"/>
                          </a:solidFill>
                        </a:rPr>
                        <a:t>organization</a:t>
                      </a:r>
                    </a:p>
                  </a:txBody>
                  <a:tcPr marL="91345" marR="91345" marT="0" marB="45672">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800" i="0">
                          <a:solidFill>
                            <a:schemeClr val="tx2"/>
                          </a:solidFill>
                        </a:rPr>
                        <a:t>Title, </a:t>
                      </a:r>
                      <a:br>
                        <a:rPr lang="en-US" sz="800" i="0">
                          <a:solidFill>
                            <a:schemeClr val="tx2"/>
                          </a:solidFill>
                        </a:rPr>
                      </a:br>
                      <a:r>
                        <a:rPr lang="en-US" sz="800" i="0">
                          <a:solidFill>
                            <a:schemeClr val="tx2"/>
                          </a:solidFill>
                        </a:rPr>
                        <a:t>organization</a:t>
                      </a:r>
                    </a:p>
                  </a:txBody>
                  <a:tcPr marL="91345" marR="91345" marT="0" marB="45672">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800" i="0">
                          <a:solidFill>
                            <a:schemeClr val="tx2"/>
                          </a:solidFill>
                        </a:rPr>
                        <a:t>Title, </a:t>
                      </a:r>
                      <a:br>
                        <a:rPr lang="en-US" sz="800" i="0">
                          <a:solidFill>
                            <a:schemeClr val="tx2"/>
                          </a:solidFill>
                        </a:rPr>
                      </a:br>
                      <a:r>
                        <a:rPr lang="en-US" sz="800" i="0">
                          <a:solidFill>
                            <a:schemeClr val="tx2"/>
                          </a:solidFill>
                        </a:rPr>
                        <a:t>organization</a:t>
                      </a:r>
                    </a:p>
                  </a:txBody>
                  <a:tcPr marL="91345" marR="91345" marT="0" marB="45672">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800" i="0">
                          <a:solidFill>
                            <a:schemeClr val="tx2"/>
                          </a:solidFill>
                        </a:rPr>
                        <a:t>Title, </a:t>
                      </a:r>
                      <a:br>
                        <a:rPr lang="en-US" sz="800" i="0">
                          <a:solidFill>
                            <a:schemeClr val="tx2"/>
                          </a:solidFill>
                        </a:rPr>
                      </a:br>
                      <a:r>
                        <a:rPr lang="en-US" sz="800" i="0">
                          <a:solidFill>
                            <a:schemeClr val="tx2"/>
                          </a:solidFill>
                        </a:rPr>
                        <a:t>organization</a:t>
                      </a:r>
                    </a:p>
                  </a:txBody>
                  <a:tcPr marL="91345" marR="91345" marT="0" marB="45672">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800" i="0">
                          <a:solidFill>
                            <a:schemeClr val="tx2"/>
                          </a:solidFill>
                        </a:rPr>
                        <a:t>Title, </a:t>
                      </a:r>
                      <a:br>
                        <a:rPr lang="en-US" sz="800" i="0">
                          <a:solidFill>
                            <a:schemeClr val="tx2"/>
                          </a:solidFill>
                        </a:rPr>
                      </a:br>
                      <a:r>
                        <a:rPr lang="en-US" sz="800" i="0">
                          <a:solidFill>
                            <a:schemeClr val="tx2"/>
                          </a:solidFill>
                        </a:rPr>
                        <a:t>organization</a:t>
                      </a:r>
                    </a:p>
                  </a:txBody>
                  <a:tcPr marL="91345" marR="91345" marT="0" marB="45672">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6203972"/>
                  </a:ext>
                </a:extLst>
              </a:tr>
            </a:tbl>
          </a:graphicData>
        </a:graphic>
      </p:graphicFrame>
      <p:graphicFrame>
        <p:nvGraphicFramePr>
          <p:cNvPr id="33" name="Table 2">
            <a:extLst>
              <a:ext uri="{FF2B5EF4-FFF2-40B4-BE49-F238E27FC236}">
                <a16:creationId xmlns:a16="http://schemas.microsoft.com/office/drawing/2014/main" id="{73AB4A75-BE4E-B60C-B33F-99685757495C}"/>
              </a:ext>
            </a:extLst>
          </p:cNvPr>
          <p:cNvGraphicFramePr>
            <a:graphicFrameLocks noGrp="1"/>
          </p:cNvGraphicFramePr>
          <p:nvPr/>
        </p:nvGraphicFramePr>
        <p:xfrm>
          <a:off x="950976" y="4331955"/>
          <a:ext cx="10326625" cy="1353312"/>
        </p:xfrm>
        <a:graphic>
          <a:graphicData uri="http://schemas.openxmlformats.org/drawingml/2006/table">
            <a:tbl>
              <a:tblPr firstRow="1" bandRow="1"/>
              <a:tblGrid>
                <a:gridCol w="1147403">
                  <a:extLst>
                    <a:ext uri="{9D8B030D-6E8A-4147-A177-3AD203B41FA5}">
                      <a16:colId xmlns:a16="http://schemas.microsoft.com/office/drawing/2014/main" val="2874026497"/>
                    </a:ext>
                  </a:extLst>
                </a:gridCol>
                <a:gridCol w="1147403">
                  <a:extLst>
                    <a:ext uri="{9D8B030D-6E8A-4147-A177-3AD203B41FA5}">
                      <a16:colId xmlns:a16="http://schemas.microsoft.com/office/drawing/2014/main" val="1141467473"/>
                    </a:ext>
                  </a:extLst>
                </a:gridCol>
                <a:gridCol w="1147403">
                  <a:extLst>
                    <a:ext uri="{9D8B030D-6E8A-4147-A177-3AD203B41FA5}">
                      <a16:colId xmlns:a16="http://schemas.microsoft.com/office/drawing/2014/main" val="3664805901"/>
                    </a:ext>
                  </a:extLst>
                </a:gridCol>
                <a:gridCol w="1138071">
                  <a:extLst>
                    <a:ext uri="{9D8B030D-6E8A-4147-A177-3AD203B41FA5}">
                      <a16:colId xmlns:a16="http://schemas.microsoft.com/office/drawing/2014/main" val="2617965476"/>
                    </a:ext>
                  </a:extLst>
                </a:gridCol>
                <a:gridCol w="1156733">
                  <a:extLst>
                    <a:ext uri="{9D8B030D-6E8A-4147-A177-3AD203B41FA5}">
                      <a16:colId xmlns:a16="http://schemas.microsoft.com/office/drawing/2014/main" val="3957132692"/>
                    </a:ext>
                  </a:extLst>
                </a:gridCol>
                <a:gridCol w="1147403">
                  <a:extLst>
                    <a:ext uri="{9D8B030D-6E8A-4147-A177-3AD203B41FA5}">
                      <a16:colId xmlns:a16="http://schemas.microsoft.com/office/drawing/2014/main" val="2141364351"/>
                    </a:ext>
                  </a:extLst>
                </a:gridCol>
                <a:gridCol w="1147403">
                  <a:extLst>
                    <a:ext uri="{9D8B030D-6E8A-4147-A177-3AD203B41FA5}">
                      <a16:colId xmlns:a16="http://schemas.microsoft.com/office/drawing/2014/main" val="2402631857"/>
                    </a:ext>
                  </a:extLst>
                </a:gridCol>
                <a:gridCol w="1147403">
                  <a:extLst>
                    <a:ext uri="{9D8B030D-6E8A-4147-A177-3AD203B41FA5}">
                      <a16:colId xmlns:a16="http://schemas.microsoft.com/office/drawing/2014/main" val="844573154"/>
                    </a:ext>
                  </a:extLst>
                </a:gridCol>
                <a:gridCol w="1147403">
                  <a:extLst>
                    <a:ext uri="{9D8B030D-6E8A-4147-A177-3AD203B41FA5}">
                      <a16:colId xmlns:a16="http://schemas.microsoft.com/office/drawing/2014/main" val="143937816"/>
                    </a:ext>
                  </a:extLst>
                </a:gridCol>
              </a:tblGrid>
              <a:tr h="804672">
                <a:tc>
                  <a:txBody>
                    <a:bodyPr/>
                    <a:lstStyle/>
                    <a:p>
                      <a:pPr algn="ctr"/>
                      <a:r>
                        <a:rPr lang="en-US" sz="900" b="1">
                          <a:solidFill>
                            <a:schemeClr val="tx2"/>
                          </a:solidFill>
                        </a:rPr>
                        <a:t>First last name</a:t>
                      </a:r>
                    </a:p>
                  </a:txBody>
                  <a:tcPr marL="91345" marR="91345" marT="91345" marB="45672"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900" b="1">
                          <a:solidFill>
                            <a:schemeClr val="tx2"/>
                          </a:solidFill>
                        </a:rPr>
                        <a:t>First last name</a:t>
                      </a:r>
                    </a:p>
                  </a:txBody>
                  <a:tcPr marL="91345" marR="91345" marT="91345" marB="45672"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900" b="1">
                          <a:solidFill>
                            <a:schemeClr val="tx2"/>
                          </a:solidFill>
                        </a:rPr>
                        <a:t>First last name</a:t>
                      </a:r>
                    </a:p>
                  </a:txBody>
                  <a:tcPr marL="91345" marR="91345" marT="91345" marB="45672"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456834" rtl="0" eaLnBrk="1" fontAlgn="ctr" latinLnBrk="0" hangingPunct="1">
                        <a:lnSpc>
                          <a:spcPct val="100000"/>
                        </a:lnSpc>
                        <a:spcBef>
                          <a:spcPts val="0"/>
                        </a:spcBef>
                        <a:spcAft>
                          <a:spcPts val="0"/>
                        </a:spcAft>
                        <a:buClrTx/>
                        <a:buSzTx/>
                        <a:buFontTx/>
                        <a:buNone/>
                        <a:tabLst/>
                        <a:defRPr/>
                      </a:pPr>
                      <a:r>
                        <a:rPr lang="en-US" sz="900" b="1">
                          <a:solidFill>
                            <a:schemeClr val="tx2"/>
                          </a:solidFill>
                        </a:rPr>
                        <a:t>First last name</a:t>
                      </a:r>
                    </a:p>
                  </a:txBody>
                  <a:tcPr marL="91345" marR="91345" marT="91345" marB="45672"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900" b="1">
                          <a:solidFill>
                            <a:schemeClr val="tx2"/>
                          </a:solidFill>
                        </a:rPr>
                        <a:t>First last name</a:t>
                      </a:r>
                    </a:p>
                  </a:txBody>
                  <a:tcPr marL="91345" marR="91345" marT="91345" marB="45672"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900" b="1">
                          <a:solidFill>
                            <a:schemeClr val="tx2"/>
                          </a:solidFill>
                        </a:rPr>
                        <a:t>First last name</a:t>
                      </a:r>
                    </a:p>
                  </a:txBody>
                  <a:tcPr marL="91345" marR="91345" marT="91345" marB="45672"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900" b="1">
                          <a:solidFill>
                            <a:schemeClr val="tx2"/>
                          </a:solidFill>
                        </a:rPr>
                        <a:t>First last name</a:t>
                      </a:r>
                    </a:p>
                  </a:txBody>
                  <a:tcPr marL="91345" marR="91345" marT="91345" marB="45672"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900" b="1">
                          <a:solidFill>
                            <a:schemeClr val="tx2"/>
                          </a:solidFill>
                        </a:rPr>
                        <a:t>First last name</a:t>
                      </a:r>
                    </a:p>
                  </a:txBody>
                  <a:tcPr marL="91345" marR="91345" marT="91345" marB="45672"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900" b="1">
                          <a:solidFill>
                            <a:schemeClr val="tx2"/>
                          </a:solidFill>
                        </a:rPr>
                        <a:t>First last name</a:t>
                      </a:r>
                    </a:p>
                  </a:txBody>
                  <a:tcPr marL="91345" marR="91345" marT="91345" marB="45672"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795217669"/>
                  </a:ext>
                </a:extLst>
              </a:tr>
              <a:tr h="548640">
                <a:tc>
                  <a:txBody>
                    <a:bodyPr/>
                    <a:lstStyle/>
                    <a:p>
                      <a:pPr algn="ctr"/>
                      <a:r>
                        <a:rPr lang="en-US" sz="800" i="0">
                          <a:solidFill>
                            <a:schemeClr val="tx2"/>
                          </a:solidFill>
                        </a:rPr>
                        <a:t>Title, </a:t>
                      </a:r>
                      <a:br>
                        <a:rPr lang="en-US" sz="800" i="0">
                          <a:solidFill>
                            <a:schemeClr val="tx2"/>
                          </a:solidFill>
                        </a:rPr>
                      </a:br>
                      <a:r>
                        <a:rPr lang="en-US" sz="800" i="0">
                          <a:solidFill>
                            <a:schemeClr val="tx2"/>
                          </a:solidFill>
                        </a:rPr>
                        <a:t>organization</a:t>
                      </a:r>
                    </a:p>
                  </a:txBody>
                  <a:tcPr marL="91345" marR="91345" marT="0" marB="45672">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800" i="0">
                          <a:solidFill>
                            <a:schemeClr val="tx2"/>
                          </a:solidFill>
                        </a:rPr>
                        <a:t>Title, </a:t>
                      </a:r>
                      <a:br>
                        <a:rPr lang="en-US" sz="800" i="0">
                          <a:solidFill>
                            <a:schemeClr val="tx2"/>
                          </a:solidFill>
                        </a:rPr>
                      </a:br>
                      <a:r>
                        <a:rPr lang="en-US" sz="800" i="0">
                          <a:solidFill>
                            <a:schemeClr val="tx2"/>
                          </a:solidFill>
                        </a:rPr>
                        <a:t>organization</a:t>
                      </a:r>
                    </a:p>
                  </a:txBody>
                  <a:tcPr marL="91345" marR="91345" marT="0" marB="45672">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800" i="0">
                          <a:solidFill>
                            <a:schemeClr val="tx2"/>
                          </a:solidFill>
                        </a:rPr>
                        <a:t>Title, </a:t>
                      </a:r>
                      <a:br>
                        <a:rPr lang="en-US" sz="800" i="0">
                          <a:solidFill>
                            <a:schemeClr val="tx2"/>
                          </a:solidFill>
                        </a:rPr>
                      </a:br>
                      <a:r>
                        <a:rPr lang="en-US" sz="800" i="0">
                          <a:solidFill>
                            <a:schemeClr val="tx2"/>
                          </a:solidFill>
                        </a:rPr>
                        <a:t>organization</a:t>
                      </a:r>
                    </a:p>
                  </a:txBody>
                  <a:tcPr marL="91345" marR="91345" marT="0" marB="45672">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800" i="0">
                          <a:solidFill>
                            <a:schemeClr val="tx2"/>
                          </a:solidFill>
                        </a:rPr>
                        <a:t>Title, </a:t>
                      </a:r>
                      <a:br>
                        <a:rPr lang="en-US" sz="800" i="0">
                          <a:solidFill>
                            <a:schemeClr val="tx2"/>
                          </a:solidFill>
                        </a:rPr>
                      </a:br>
                      <a:r>
                        <a:rPr lang="en-US" sz="800" i="0">
                          <a:solidFill>
                            <a:schemeClr val="tx2"/>
                          </a:solidFill>
                        </a:rPr>
                        <a:t>organization</a:t>
                      </a:r>
                    </a:p>
                  </a:txBody>
                  <a:tcPr marL="91345" marR="91345" marT="0" marB="45672">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800" i="0">
                          <a:solidFill>
                            <a:schemeClr val="tx2"/>
                          </a:solidFill>
                        </a:rPr>
                        <a:t>Title, </a:t>
                      </a:r>
                      <a:br>
                        <a:rPr lang="en-US" sz="800" i="0">
                          <a:solidFill>
                            <a:schemeClr val="tx2"/>
                          </a:solidFill>
                        </a:rPr>
                      </a:br>
                      <a:r>
                        <a:rPr lang="en-US" sz="800" i="0">
                          <a:solidFill>
                            <a:schemeClr val="tx2"/>
                          </a:solidFill>
                        </a:rPr>
                        <a:t>organization</a:t>
                      </a:r>
                    </a:p>
                  </a:txBody>
                  <a:tcPr marL="91345" marR="91345" marT="0" marB="45672">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800" i="0">
                          <a:solidFill>
                            <a:schemeClr val="tx2"/>
                          </a:solidFill>
                        </a:rPr>
                        <a:t>Title, </a:t>
                      </a:r>
                      <a:br>
                        <a:rPr lang="en-US" sz="800" i="0">
                          <a:solidFill>
                            <a:schemeClr val="tx2"/>
                          </a:solidFill>
                        </a:rPr>
                      </a:br>
                      <a:r>
                        <a:rPr lang="en-US" sz="800" i="0">
                          <a:solidFill>
                            <a:schemeClr val="tx2"/>
                          </a:solidFill>
                        </a:rPr>
                        <a:t>organization</a:t>
                      </a:r>
                    </a:p>
                  </a:txBody>
                  <a:tcPr marL="91345" marR="91345" marT="0" marB="45672">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800" i="0">
                          <a:solidFill>
                            <a:schemeClr val="tx2"/>
                          </a:solidFill>
                        </a:rPr>
                        <a:t>Title, </a:t>
                      </a:r>
                      <a:br>
                        <a:rPr lang="en-US" sz="800" i="0">
                          <a:solidFill>
                            <a:schemeClr val="tx2"/>
                          </a:solidFill>
                        </a:rPr>
                      </a:br>
                      <a:r>
                        <a:rPr lang="en-US" sz="800" i="0">
                          <a:solidFill>
                            <a:schemeClr val="tx2"/>
                          </a:solidFill>
                        </a:rPr>
                        <a:t>organization</a:t>
                      </a:r>
                    </a:p>
                  </a:txBody>
                  <a:tcPr marL="91345" marR="91345" marT="0" marB="45672">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800" i="0">
                          <a:solidFill>
                            <a:schemeClr val="tx2"/>
                          </a:solidFill>
                        </a:rPr>
                        <a:t>Title, </a:t>
                      </a:r>
                      <a:br>
                        <a:rPr lang="en-US" sz="800" i="0">
                          <a:solidFill>
                            <a:schemeClr val="tx2"/>
                          </a:solidFill>
                        </a:rPr>
                      </a:br>
                      <a:r>
                        <a:rPr lang="en-US" sz="800" i="0">
                          <a:solidFill>
                            <a:schemeClr val="tx2"/>
                          </a:solidFill>
                        </a:rPr>
                        <a:t>organization</a:t>
                      </a:r>
                    </a:p>
                  </a:txBody>
                  <a:tcPr marL="91345" marR="91345" marT="0" marB="45672">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800" i="0">
                          <a:solidFill>
                            <a:schemeClr val="tx2"/>
                          </a:solidFill>
                        </a:rPr>
                        <a:t>Title, </a:t>
                      </a:r>
                      <a:br>
                        <a:rPr lang="en-US" sz="800" i="0">
                          <a:solidFill>
                            <a:schemeClr val="tx2"/>
                          </a:solidFill>
                        </a:rPr>
                      </a:br>
                      <a:r>
                        <a:rPr lang="en-US" sz="800" i="0">
                          <a:solidFill>
                            <a:schemeClr val="tx2"/>
                          </a:solidFill>
                        </a:rPr>
                        <a:t>organization</a:t>
                      </a:r>
                    </a:p>
                  </a:txBody>
                  <a:tcPr marL="91345" marR="91345" marT="0" marB="45672">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6203972"/>
                  </a:ext>
                </a:extLst>
              </a:tr>
            </a:tbl>
          </a:graphicData>
        </a:graphic>
      </p:graphicFrame>
      <p:sp>
        <p:nvSpPr>
          <p:cNvPr id="239" name="Picture Placeholder 238">
            <a:extLst>
              <a:ext uri="{FF2B5EF4-FFF2-40B4-BE49-F238E27FC236}">
                <a16:creationId xmlns:a16="http://schemas.microsoft.com/office/drawing/2014/main" id="{1E893CAC-B788-1AA7-8238-389FA46E30D2}"/>
              </a:ext>
            </a:extLst>
          </p:cNvPr>
          <p:cNvSpPr>
            <a:spLocks noGrp="1"/>
          </p:cNvSpPr>
          <p:nvPr>
            <p:ph type="pic" sz="quarter" idx="39"/>
          </p:nvPr>
        </p:nvSpPr>
        <p:spPr>
          <a:xfrm>
            <a:off x="5313671" y="2075059"/>
            <a:ext cx="548640" cy="548640"/>
          </a:xfrm>
        </p:spPr>
        <p:txBody>
          <a:bodyPr/>
          <a:lstStyle/>
          <a:p>
            <a:endParaRPr lang="en-US"/>
          </a:p>
        </p:txBody>
      </p:sp>
      <p:sp>
        <p:nvSpPr>
          <p:cNvPr id="240" name="Picture Placeholder 239">
            <a:extLst>
              <a:ext uri="{FF2B5EF4-FFF2-40B4-BE49-F238E27FC236}">
                <a16:creationId xmlns:a16="http://schemas.microsoft.com/office/drawing/2014/main" id="{59B29BD9-C746-94C3-8F16-354A973CB0FD}"/>
              </a:ext>
            </a:extLst>
          </p:cNvPr>
          <p:cNvSpPr>
            <a:spLocks noGrp="1"/>
          </p:cNvSpPr>
          <p:nvPr>
            <p:ph type="pic" sz="quarter" idx="40"/>
          </p:nvPr>
        </p:nvSpPr>
        <p:spPr>
          <a:xfrm>
            <a:off x="6311528" y="2075059"/>
            <a:ext cx="548640" cy="548640"/>
          </a:xfrm>
        </p:spPr>
        <p:txBody>
          <a:bodyPr/>
          <a:lstStyle/>
          <a:p>
            <a:endParaRPr lang="en-US"/>
          </a:p>
        </p:txBody>
      </p:sp>
      <p:sp>
        <p:nvSpPr>
          <p:cNvPr id="220" name="Picture Placeholder 219">
            <a:extLst>
              <a:ext uri="{FF2B5EF4-FFF2-40B4-BE49-F238E27FC236}">
                <a16:creationId xmlns:a16="http://schemas.microsoft.com/office/drawing/2014/main" id="{31A303DA-3C31-558E-D05F-78B16B87623E}"/>
              </a:ext>
            </a:extLst>
          </p:cNvPr>
          <p:cNvSpPr>
            <a:spLocks noGrp="1"/>
          </p:cNvSpPr>
          <p:nvPr>
            <p:ph type="pic" sz="quarter" idx="11"/>
          </p:nvPr>
        </p:nvSpPr>
        <p:spPr/>
        <p:txBody>
          <a:bodyPr/>
          <a:lstStyle/>
          <a:p>
            <a:endParaRPr lang="en-US"/>
          </a:p>
        </p:txBody>
      </p:sp>
      <p:sp>
        <p:nvSpPr>
          <p:cNvPr id="221" name="Picture Placeholder 220">
            <a:extLst>
              <a:ext uri="{FF2B5EF4-FFF2-40B4-BE49-F238E27FC236}">
                <a16:creationId xmlns:a16="http://schemas.microsoft.com/office/drawing/2014/main" id="{1AC643A2-C404-4799-6F2B-A1D592A7B767}"/>
              </a:ext>
            </a:extLst>
          </p:cNvPr>
          <p:cNvSpPr>
            <a:spLocks noGrp="1"/>
          </p:cNvSpPr>
          <p:nvPr>
            <p:ph type="pic" sz="quarter" idx="12"/>
          </p:nvPr>
        </p:nvSpPr>
        <p:spPr/>
        <p:txBody>
          <a:bodyPr/>
          <a:lstStyle/>
          <a:p>
            <a:endParaRPr lang="en-US"/>
          </a:p>
        </p:txBody>
      </p:sp>
      <p:sp>
        <p:nvSpPr>
          <p:cNvPr id="222" name="Picture Placeholder 221">
            <a:extLst>
              <a:ext uri="{FF2B5EF4-FFF2-40B4-BE49-F238E27FC236}">
                <a16:creationId xmlns:a16="http://schemas.microsoft.com/office/drawing/2014/main" id="{3A9A3EFF-1C9F-4ADF-0A55-5A09F98A1DD4}"/>
              </a:ext>
            </a:extLst>
          </p:cNvPr>
          <p:cNvSpPr>
            <a:spLocks noGrp="1"/>
          </p:cNvSpPr>
          <p:nvPr>
            <p:ph type="pic" sz="quarter" idx="13"/>
          </p:nvPr>
        </p:nvSpPr>
        <p:spPr/>
        <p:txBody>
          <a:bodyPr/>
          <a:lstStyle/>
          <a:p>
            <a:endParaRPr lang="en-US"/>
          </a:p>
        </p:txBody>
      </p:sp>
      <p:sp>
        <p:nvSpPr>
          <p:cNvPr id="223" name="Picture Placeholder 222">
            <a:extLst>
              <a:ext uri="{FF2B5EF4-FFF2-40B4-BE49-F238E27FC236}">
                <a16:creationId xmlns:a16="http://schemas.microsoft.com/office/drawing/2014/main" id="{5E50301C-9A93-3514-CDF8-723E56765ED7}"/>
              </a:ext>
            </a:extLst>
          </p:cNvPr>
          <p:cNvSpPr>
            <a:spLocks noGrp="1"/>
          </p:cNvSpPr>
          <p:nvPr>
            <p:ph type="pic" sz="quarter" idx="14"/>
          </p:nvPr>
        </p:nvSpPr>
        <p:spPr/>
        <p:txBody>
          <a:bodyPr/>
          <a:lstStyle/>
          <a:p>
            <a:endParaRPr lang="en-US"/>
          </a:p>
        </p:txBody>
      </p:sp>
      <p:sp>
        <p:nvSpPr>
          <p:cNvPr id="224" name="Picture Placeholder 223">
            <a:extLst>
              <a:ext uri="{FF2B5EF4-FFF2-40B4-BE49-F238E27FC236}">
                <a16:creationId xmlns:a16="http://schemas.microsoft.com/office/drawing/2014/main" id="{ED6D823E-2A62-E60F-94AD-69625A024BA8}"/>
              </a:ext>
            </a:extLst>
          </p:cNvPr>
          <p:cNvSpPr>
            <a:spLocks noGrp="1"/>
          </p:cNvSpPr>
          <p:nvPr>
            <p:ph type="pic" sz="quarter" idx="15"/>
          </p:nvPr>
        </p:nvSpPr>
        <p:spPr/>
        <p:txBody>
          <a:bodyPr/>
          <a:lstStyle/>
          <a:p>
            <a:endParaRPr lang="en-US"/>
          </a:p>
        </p:txBody>
      </p:sp>
      <p:sp>
        <p:nvSpPr>
          <p:cNvPr id="225" name="Picture Placeholder 224">
            <a:extLst>
              <a:ext uri="{FF2B5EF4-FFF2-40B4-BE49-F238E27FC236}">
                <a16:creationId xmlns:a16="http://schemas.microsoft.com/office/drawing/2014/main" id="{3B1AFEAE-7D46-4BE6-3618-CBF79560BBB0}"/>
              </a:ext>
            </a:extLst>
          </p:cNvPr>
          <p:cNvSpPr>
            <a:spLocks noGrp="1"/>
          </p:cNvSpPr>
          <p:nvPr>
            <p:ph type="pic" sz="quarter" idx="16"/>
          </p:nvPr>
        </p:nvSpPr>
        <p:spPr/>
        <p:txBody>
          <a:bodyPr/>
          <a:lstStyle/>
          <a:p>
            <a:endParaRPr lang="en-US"/>
          </a:p>
        </p:txBody>
      </p:sp>
      <p:sp>
        <p:nvSpPr>
          <p:cNvPr id="226" name="Picture Placeholder 225">
            <a:extLst>
              <a:ext uri="{FF2B5EF4-FFF2-40B4-BE49-F238E27FC236}">
                <a16:creationId xmlns:a16="http://schemas.microsoft.com/office/drawing/2014/main" id="{3A3F09EF-597D-06E5-0CF2-843BB6F5A329}"/>
              </a:ext>
            </a:extLst>
          </p:cNvPr>
          <p:cNvSpPr>
            <a:spLocks noGrp="1"/>
          </p:cNvSpPr>
          <p:nvPr>
            <p:ph type="pic" sz="quarter" idx="20"/>
          </p:nvPr>
        </p:nvSpPr>
        <p:spPr/>
        <p:txBody>
          <a:bodyPr/>
          <a:lstStyle/>
          <a:p>
            <a:endParaRPr lang="en-US"/>
          </a:p>
        </p:txBody>
      </p:sp>
      <p:sp>
        <p:nvSpPr>
          <p:cNvPr id="227" name="Picture Placeholder 226">
            <a:extLst>
              <a:ext uri="{FF2B5EF4-FFF2-40B4-BE49-F238E27FC236}">
                <a16:creationId xmlns:a16="http://schemas.microsoft.com/office/drawing/2014/main" id="{9D5FAC18-8948-559A-D22E-708233E20E7A}"/>
              </a:ext>
            </a:extLst>
          </p:cNvPr>
          <p:cNvSpPr>
            <a:spLocks noGrp="1"/>
          </p:cNvSpPr>
          <p:nvPr>
            <p:ph type="pic" sz="quarter" idx="21"/>
          </p:nvPr>
        </p:nvSpPr>
        <p:spPr/>
        <p:txBody>
          <a:bodyPr/>
          <a:lstStyle/>
          <a:p>
            <a:endParaRPr lang="en-US"/>
          </a:p>
        </p:txBody>
      </p:sp>
      <p:sp>
        <p:nvSpPr>
          <p:cNvPr id="228" name="Picture Placeholder 227">
            <a:extLst>
              <a:ext uri="{FF2B5EF4-FFF2-40B4-BE49-F238E27FC236}">
                <a16:creationId xmlns:a16="http://schemas.microsoft.com/office/drawing/2014/main" id="{347F85C5-1BD1-4C20-3BD1-0A1E5176A673}"/>
              </a:ext>
            </a:extLst>
          </p:cNvPr>
          <p:cNvSpPr>
            <a:spLocks noGrp="1"/>
          </p:cNvSpPr>
          <p:nvPr>
            <p:ph type="pic" sz="quarter" idx="22"/>
          </p:nvPr>
        </p:nvSpPr>
        <p:spPr/>
        <p:txBody>
          <a:bodyPr/>
          <a:lstStyle/>
          <a:p>
            <a:endParaRPr lang="en-US"/>
          </a:p>
        </p:txBody>
      </p:sp>
      <p:sp>
        <p:nvSpPr>
          <p:cNvPr id="229" name="Picture Placeholder 228">
            <a:extLst>
              <a:ext uri="{FF2B5EF4-FFF2-40B4-BE49-F238E27FC236}">
                <a16:creationId xmlns:a16="http://schemas.microsoft.com/office/drawing/2014/main" id="{A50123AA-E4CC-3BD6-8B9A-94E0BB5EB975}"/>
              </a:ext>
            </a:extLst>
          </p:cNvPr>
          <p:cNvSpPr>
            <a:spLocks noGrp="1"/>
          </p:cNvSpPr>
          <p:nvPr>
            <p:ph type="pic" sz="quarter" idx="23"/>
          </p:nvPr>
        </p:nvSpPr>
        <p:spPr/>
        <p:txBody>
          <a:bodyPr/>
          <a:lstStyle/>
          <a:p>
            <a:endParaRPr lang="en-US"/>
          </a:p>
        </p:txBody>
      </p:sp>
      <p:sp>
        <p:nvSpPr>
          <p:cNvPr id="230" name="Picture Placeholder 229">
            <a:extLst>
              <a:ext uri="{FF2B5EF4-FFF2-40B4-BE49-F238E27FC236}">
                <a16:creationId xmlns:a16="http://schemas.microsoft.com/office/drawing/2014/main" id="{075021EE-2874-6623-5B2C-32454ED5337F}"/>
              </a:ext>
            </a:extLst>
          </p:cNvPr>
          <p:cNvSpPr>
            <a:spLocks noGrp="1"/>
          </p:cNvSpPr>
          <p:nvPr>
            <p:ph type="pic" sz="quarter" idx="24"/>
          </p:nvPr>
        </p:nvSpPr>
        <p:spPr/>
        <p:txBody>
          <a:bodyPr/>
          <a:lstStyle/>
          <a:p>
            <a:endParaRPr lang="en-US"/>
          </a:p>
        </p:txBody>
      </p:sp>
      <p:sp>
        <p:nvSpPr>
          <p:cNvPr id="231" name="Picture Placeholder 230">
            <a:extLst>
              <a:ext uri="{FF2B5EF4-FFF2-40B4-BE49-F238E27FC236}">
                <a16:creationId xmlns:a16="http://schemas.microsoft.com/office/drawing/2014/main" id="{0729035C-2711-018F-8EFA-D4290BF68EC1}"/>
              </a:ext>
            </a:extLst>
          </p:cNvPr>
          <p:cNvSpPr>
            <a:spLocks noGrp="1"/>
          </p:cNvSpPr>
          <p:nvPr>
            <p:ph type="pic" sz="quarter" idx="25"/>
          </p:nvPr>
        </p:nvSpPr>
        <p:spPr/>
        <p:txBody>
          <a:bodyPr/>
          <a:lstStyle/>
          <a:p>
            <a:endParaRPr lang="en-US"/>
          </a:p>
        </p:txBody>
      </p:sp>
      <p:sp>
        <p:nvSpPr>
          <p:cNvPr id="232" name="Picture Placeholder 231">
            <a:extLst>
              <a:ext uri="{FF2B5EF4-FFF2-40B4-BE49-F238E27FC236}">
                <a16:creationId xmlns:a16="http://schemas.microsoft.com/office/drawing/2014/main" id="{515DEEAF-7A97-285C-CC12-72386FF8053E}"/>
              </a:ext>
            </a:extLst>
          </p:cNvPr>
          <p:cNvSpPr>
            <a:spLocks noGrp="1"/>
          </p:cNvSpPr>
          <p:nvPr>
            <p:ph type="pic" sz="quarter" idx="28"/>
          </p:nvPr>
        </p:nvSpPr>
        <p:spPr>
          <a:xfrm>
            <a:off x="5635636" y="929960"/>
            <a:ext cx="914399" cy="914399"/>
          </a:xfrm>
        </p:spPr>
        <p:txBody>
          <a:bodyPr/>
          <a:lstStyle/>
          <a:p>
            <a:endParaRPr lang="en-US"/>
          </a:p>
        </p:txBody>
      </p:sp>
      <p:sp>
        <p:nvSpPr>
          <p:cNvPr id="233" name="Picture Placeholder 232">
            <a:extLst>
              <a:ext uri="{FF2B5EF4-FFF2-40B4-BE49-F238E27FC236}">
                <a16:creationId xmlns:a16="http://schemas.microsoft.com/office/drawing/2014/main" id="{86FC34D5-6DB0-61F9-4F1D-BB29533056D8}"/>
              </a:ext>
            </a:extLst>
          </p:cNvPr>
          <p:cNvSpPr>
            <a:spLocks noGrp="1"/>
          </p:cNvSpPr>
          <p:nvPr>
            <p:ph type="pic" sz="quarter" idx="32"/>
          </p:nvPr>
        </p:nvSpPr>
        <p:spPr/>
        <p:txBody>
          <a:bodyPr/>
          <a:lstStyle/>
          <a:p>
            <a:endParaRPr lang="en-US"/>
          </a:p>
        </p:txBody>
      </p:sp>
      <p:sp>
        <p:nvSpPr>
          <p:cNvPr id="234" name="Picture Placeholder 233">
            <a:extLst>
              <a:ext uri="{FF2B5EF4-FFF2-40B4-BE49-F238E27FC236}">
                <a16:creationId xmlns:a16="http://schemas.microsoft.com/office/drawing/2014/main" id="{AA2E108D-D514-BF3A-AC76-0D4B0CB9ACC9}"/>
              </a:ext>
            </a:extLst>
          </p:cNvPr>
          <p:cNvSpPr>
            <a:spLocks noGrp="1"/>
          </p:cNvSpPr>
          <p:nvPr>
            <p:ph type="pic" sz="quarter" idx="34"/>
          </p:nvPr>
        </p:nvSpPr>
        <p:spPr/>
        <p:txBody>
          <a:bodyPr/>
          <a:lstStyle/>
          <a:p>
            <a:endParaRPr lang="en-US"/>
          </a:p>
        </p:txBody>
      </p:sp>
      <p:sp>
        <p:nvSpPr>
          <p:cNvPr id="235" name="Picture Placeholder 234">
            <a:extLst>
              <a:ext uri="{FF2B5EF4-FFF2-40B4-BE49-F238E27FC236}">
                <a16:creationId xmlns:a16="http://schemas.microsoft.com/office/drawing/2014/main" id="{7FD6846E-1BFA-1121-CFEC-9C6FA9E9C650}"/>
              </a:ext>
            </a:extLst>
          </p:cNvPr>
          <p:cNvSpPr>
            <a:spLocks noGrp="1"/>
          </p:cNvSpPr>
          <p:nvPr>
            <p:ph type="pic" sz="quarter" idx="35"/>
          </p:nvPr>
        </p:nvSpPr>
        <p:spPr/>
        <p:txBody>
          <a:bodyPr/>
          <a:lstStyle/>
          <a:p>
            <a:endParaRPr lang="en-US"/>
          </a:p>
        </p:txBody>
      </p:sp>
      <p:sp>
        <p:nvSpPr>
          <p:cNvPr id="236" name="Picture Placeholder 235">
            <a:extLst>
              <a:ext uri="{FF2B5EF4-FFF2-40B4-BE49-F238E27FC236}">
                <a16:creationId xmlns:a16="http://schemas.microsoft.com/office/drawing/2014/main" id="{396F8C27-4FCC-FF03-7880-83D63ABABBE2}"/>
              </a:ext>
            </a:extLst>
          </p:cNvPr>
          <p:cNvSpPr>
            <a:spLocks noGrp="1"/>
          </p:cNvSpPr>
          <p:nvPr>
            <p:ph type="pic" sz="quarter" idx="36"/>
          </p:nvPr>
        </p:nvSpPr>
        <p:spPr/>
        <p:txBody>
          <a:bodyPr/>
          <a:lstStyle/>
          <a:p>
            <a:endParaRPr lang="en-US"/>
          </a:p>
        </p:txBody>
      </p:sp>
      <p:sp>
        <p:nvSpPr>
          <p:cNvPr id="237" name="Picture Placeholder 236">
            <a:extLst>
              <a:ext uri="{FF2B5EF4-FFF2-40B4-BE49-F238E27FC236}">
                <a16:creationId xmlns:a16="http://schemas.microsoft.com/office/drawing/2014/main" id="{D554BF8E-508E-63E5-892A-2A933C7FE721}"/>
              </a:ext>
            </a:extLst>
          </p:cNvPr>
          <p:cNvSpPr>
            <a:spLocks noGrp="1"/>
          </p:cNvSpPr>
          <p:nvPr>
            <p:ph type="pic" sz="quarter" idx="37"/>
          </p:nvPr>
        </p:nvSpPr>
        <p:spPr/>
        <p:txBody>
          <a:bodyPr/>
          <a:lstStyle/>
          <a:p>
            <a:endParaRPr lang="en-US"/>
          </a:p>
        </p:txBody>
      </p:sp>
      <p:sp>
        <p:nvSpPr>
          <p:cNvPr id="238" name="Picture Placeholder 237">
            <a:extLst>
              <a:ext uri="{FF2B5EF4-FFF2-40B4-BE49-F238E27FC236}">
                <a16:creationId xmlns:a16="http://schemas.microsoft.com/office/drawing/2014/main" id="{1DD53779-8162-EF7F-74DC-4ADDA7A8C478}"/>
              </a:ext>
            </a:extLst>
          </p:cNvPr>
          <p:cNvSpPr>
            <a:spLocks noGrp="1"/>
          </p:cNvSpPr>
          <p:nvPr>
            <p:ph type="pic" sz="quarter" idx="38"/>
          </p:nvPr>
        </p:nvSpPr>
        <p:spPr/>
        <p:txBody>
          <a:bodyPr/>
          <a:lstStyle/>
          <a:p>
            <a:endParaRPr lang="en-US"/>
          </a:p>
        </p:txBody>
      </p:sp>
      <p:sp>
        <p:nvSpPr>
          <p:cNvPr id="150" name="Text Placeholder 149">
            <a:extLst>
              <a:ext uri="{FF2B5EF4-FFF2-40B4-BE49-F238E27FC236}">
                <a16:creationId xmlns:a16="http://schemas.microsoft.com/office/drawing/2014/main" id="{68B8BDE1-D05B-4A99-8998-48D338DEEBFB}"/>
              </a:ext>
            </a:extLst>
          </p:cNvPr>
          <p:cNvSpPr>
            <a:spLocks noGrp="1"/>
          </p:cNvSpPr>
          <p:nvPr>
            <p:ph type="body" sz="quarter" idx="41"/>
          </p:nvPr>
        </p:nvSpPr>
        <p:spPr/>
        <p:txBody>
          <a:bodyPr/>
          <a:lstStyle/>
          <a:p>
            <a:pPr lvl="0"/>
            <a:r>
              <a:rPr lang="en-US">
                <a:solidFill>
                  <a:schemeClr val="tx1"/>
                </a:solidFill>
              </a:rPr>
              <a:t>Title of organization</a:t>
            </a:r>
          </a:p>
        </p:txBody>
      </p:sp>
      <p:cxnSp>
        <p:nvCxnSpPr>
          <p:cNvPr id="34" name="Straight Connector 33">
            <a:extLst>
              <a:ext uri="{FF2B5EF4-FFF2-40B4-BE49-F238E27FC236}">
                <a16:creationId xmlns:a16="http://schemas.microsoft.com/office/drawing/2014/main" id="{DDC6C357-FC72-A262-B537-EE1B54FFAA1E}"/>
              </a:ext>
            </a:extLst>
          </p:cNvPr>
          <p:cNvCxnSpPr>
            <a:cxnSpLocks/>
          </p:cNvCxnSpPr>
          <p:nvPr/>
        </p:nvCxnSpPr>
        <p:spPr bwMode="gray">
          <a:xfrm>
            <a:off x="6091999" y="1822903"/>
            <a:ext cx="0" cy="932487"/>
          </a:xfrm>
          <a:prstGeom prst="line">
            <a:avLst/>
          </a:prstGeom>
          <a:ln w="12700" cmpd="sng">
            <a:solidFill>
              <a:schemeClr val="bg1">
                <a:lumMod val="65000"/>
              </a:schemeClr>
            </a:solidFill>
            <a:miter lim="800000"/>
          </a:ln>
          <a:effectLst/>
        </p:spPr>
        <p:style>
          <a:lnRef idx="2">
            <a:schemeClr val="accent1"/>
          </a:lnRef>
          <a:fillRef idx="0">
            <a:schemeClr val="accent1"/>
          </a:fillRef>
          <a:effectRef idx="1">
            <a:schemeClr val="accent1"/>
          </a:effectRef>
          <a:fontRef idx="minor">
            <a:schemeClr val="tx1"/>
          </a:fontRef>
        </p:style>
      </p:cxnSp>
      <p:sp>
        <p:nvSpPr>
          <p:cNvPr id="35" name="Freeform: Shape 34">
            <a:extLst>
              <a:ext uri="{FF2B5EF4-FFF2-40B4-BE49-F238E27FC236}">
                <a16:creationId xmlns:a16="http://schemas.microsoft.com/office/drawing/2014/main" id="{2AECAE65-DBC5-782C-6303-BA9390C92A44}"/>
              </a:ext>
            </a:extLst>
          </p:cNvPr>
          <p:cNvSpPr/>
          <p:nvPr/>
        </p:nvSpPr>
        <p:spPr bwMode="gray">
          <a:xfrm>
            <a:off x="800101" y="2755389"/>
            <a:ext cx="10588622" cy="128016"/>
          </a:xfrm>
          <a:custGeom>
            <a:avLst/>
            <a:gdLst>
              <a:gd name="connsiteX0" fmla="*/ 0 w 7611763"/>
              <a:gd name="connsiteY0" fmla="*/ 5128055 h 5128055"/>
              <a:gd name="connsiteX1" fmla="*/ 0 w 7611763"/>
              <a:gd name="connsiteY1" fmla="*/ 0 h 5128055"/>
              <a:gd name="connsiteX2" fmla="*/ 7611763 w 7611763"/>
              <a:gd name="connsiteY2" fmla="*/ 0 h 5128055"/>
              <a:gd name="connsiteX3" fmla="*/ 7611763 w 7611763"/>
              <a:gd name="connsiteY3" fmla="*/ 5128055 h 5128055"/>
            </a:gdLst>
            <a:ahLst/>
            <a:cxnLst>
              <a:cxn ang="0">
                <a:pos x="connsiteX0" y="connsiteY0"/>
              </a:cxn>
              <a:cxn ang="0">
                <a:pos x="connsiteX1" y="connsiteY1"/>
              </a:cxn>
              <a:cxn ang="0">
                <a:pos x="connsiteX2" y="connsiteY2"/>
              </a:cxn>
              <a:cxn ang="0">
                <a:pos x="connsiteX3" y="connsiteY3"/>
              </a:cxn>
            </a:cxnLst>
            <a:rect l="l" t="t" r="r" b="b"/>
            <a:pathLst>
              <a:path w="7611763" h="5128055">
                <a:moveTo>
                  <a:pt x="0" y="5128055"/>
                </a:moveTo>
                <a:lnTo>
                  <a:pt x="0" y="0"/>
                </a:lnTo>
                <a:lnTo>
                  <a:pt x="7611763" y="0"/>
                </a:lnTo>
                <a:lnTo>
                  <a:pt x="7611763" y="5128055"/>
                </a:lnTo>
              </a:path>
            </a:pathLst>
          </a:custGeom>
          <a:ln w="12700" cmpd="sng">
            <a:solidFill>
              <a:schemeClr val="bg1">
                <a:lumMod val="65000"/>
              </a:schemeClr>
            </a:solidFill>
            <a:miter lim="800000"/>
          </a:ln>
          <a:effectLst/>
        </p:spPr>
        <p:style>
          <a:lnRef idx="2">
            <a:schemeClr val="accent1"/>
          </a:lnRef>
          <a:fillRef idx="0">
            <a:schemeClr val="accent1"/>
          </a:fillRef>
          <a:effectRef idx="1">
            <a:schemeClr val="accent1"/>
          </a:effectRef>
          <a:fontRef idx="minor">
            <a:schemeClr val="tx1"/>
          </a:fontRef>
        </p:style>
        <p:txBody>
          <a:bodyPr rtlCol="0" anchor="ctr"/>
          <a:lstStyle/>
          <a:p>
            <a:pPr algn="ctr" defTabSz="913395"/>
            <a:endParaRPr lang="en-US" sz="1798">
              <a:solidFill>
                <a:srgbClr val="000000"/>
              </a:solidFill>
              <a:latin typeface="CVS Health Sans"/>
            </a:endParaRPr>
          </a:p>
        </p:txBody>
      </p:sp>
      <p:sp>
        <p:nvSpPr>
          <p:cNvPr id="38" name="TextBox 37">
            <a:extLst>
              <a:ext uri="{FF2B5EF4-FFF2-40B4-BE49-F238E27FC236}">
                <a16:creationId xmlns:a16="http://schemas.microsoft.com/office/drawing/2014/main" id="{C64B0A44-AE59-9BEC-5B87-9B1F298742D9}"/>
              </a:ext>
            </a:extLst>
          </p:cNvPr>
          <p:cNvSpPr txBox="1"/>
          <p:nvPr/>
        </p:nvSpPr>
        <p:spPr>
          <a:xfrm>
            <a:off x="7070975" y="2172713"/>
            <a:ext cx="1670575" cy="353333"/>
          </a:xfrm>
          <a:prstGeom prst="rect">
            <a:avLst/>
          </a:prstGeom>
          <a:noFill/>
        </p:spPr>
        <p:txBody>
          <a:bodyPr wrap="square" lIns="0" tIns="45672" rIns="45672" bIns="45672" rtlCol="0" anchor="ctr">
            <a:spAutoFit/>
          </a:bodyPr>
          <a:lstStyle/>
          <a:p>
            <a:pPr defTabSz="456834">
              <a:lnSpc>
                <a:spcPct val="90000"/>
              </a:lnSpc>
              <a:spcAft>
                <a:spcPts val="200"/>
              </a:spcAft>
              <a:defRPr/>
            </a:pPr>
            <a:r>
              <a:rPr lang="en-US" sz="900" b="1">
                <a:solidFill>
                  <a:srgbClr val="3F3F3F"/>
                </a:solidFill>
              </a:rPr>
              <a:t>First and last name</a:t>
            </a:r>
          </a:p>
          <a:p>
            <a:pPr defTabSz="456834">
              <a:lnSpc>
                <a:spcPct val="90000"/>
              </a:lnSpc>
              <a:spcAft>
                <a:spcPts val="200"/>
              </a:spcAft>
              <a:defRPr/>
            </a:pPr>
            <a:r>
              <a:rPr lang="en-US" sz="800">
                <a:solidFill>
                  <a:srgbClr val="3F3F3F"/>
                </a:solidFill>
              </a:rPr>
              <a:t>Chief of Staff</a:t>
            </a:r>
            <a:endParaRPr lang="en-US" sz="800" strike="sngStrike">
              <a:solidFill>
                <a:srgbClr val="3F3F3F"/>
              </a:solidFill>
              <a:ea typeface="Calibri" panose="020F0502020204030204" pitchFamily="34" charset="0"/>
              <a:cs typeface="Arial" panose="020B0604020202020204" pitchFamily="34" charset="0"/>
            </a:endParaRPr>
          </a:p>
        </p:txBody>
      </p:sp>
      <p:sp>
        <p:nvSpPr>
          <p:cNvPr id="59" name="TextBox 58">
            <a:extLst>
              <a:ext uri="{FF2B5EF4-FFF2-40B4-BE49-F238E27FC236}">
                <a16:creationId xmlns:a16="http://schemas.microsoft.com/office/drawing/2014/main" id="{5288EDF8-E2F8-CBA2-4A71-85C8CBEA7A30}"/>
              </a:ext>
            </a:extLst>
          </p:cNvPr>
          <p:cNvSpPr txBox="1"/>
          <p:nvPr/>
        </p:nvSpPr>
        <p:spPr>
          <a:xfrm>
            <a:off x="6655711" y="1162739"/>
            <a:ext cx="1580634" cy="448841"/>
          </a:xfrm>
          <a:prstGeom prst="rect">
            <a:avLst/>
          </a:prstGeom>
          <a:noFill/>
        </p:spPr>
        <p:txBody>
          <a:bodyPr wrap="square" rtlCol="0" anchor="ctr">
            <a:spAutoFit/>
          </a:bodyPr>
          <a:lstStyle/>
          <a:p>
            <a:pPr defTabSz="913395">
              <a:spcAft>
                <a:spcPts val="200"/>
              </a:spcAft>
            </a:pPr>
            <a:r>
              <a:rPr lang="en-US" sz="1150" b="1">
                <a:solidFill>
                  <a:srgbClr val="3F3F3F"/>
                </a:solidFill>
              </a:rPr>
              <a:t>First and last name</a:t>
            </a:r>
          </a:p>
          <a:p>
            <a:pPr defTabSz="913395"/>
            <a:r>
              <a:rPr lang="en-US" sz="1000">
                <a:solidFill>
                  <a:srgbClr val="3F3F3F"/>
                </a:solidFill>
              </a:rPr>
              <a:t>Title</a:t>
            </a:r>
            <a:endParaRPr lang="en-US" sz="1049">
              <a:solidFill>
                <a:srgbClr val="3F3F3F"/>
              </a:solidFill>
            </a:endParaRPr>
          </a:p>
        </p:txBody>
      </p:sp>
      <p:sp>
        <p:nvSpPr>
          <p:cNvPr id="104" name="Rectangle 103">
            <a:extLst>
              <a:ext uri="{FF2B5EF4-FFF2-40B4-BE49-F238E27FC236}">
                <a16:creationId xmlns:a16="http://schemas.microsoft.com/office/drawing/2014/main" id="{0D2B7815-7A7C-7CA5-9632-C84F1BA37790}"/>
              </a:ext>
            </a:extLst>
          </p:cNvPr>
          <p:cNvSpPr/>
          <p:nvPr/>
        </p:nvSpPr>
        <p:spPr bwMode="gray">
          <a:xfrm>
            <a:off x="12399263" y="0"/>
            <a:ext cx="2589723" cy="731520"/>
          </a:xfrm>
          <a:prstGeom prst="rect">
            <a:avLst/>
          </a:prstGeom>
          <a:solidFill>
            <a:srgbClr val="FFFF99"/>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r>
              <a:rPr lang="en-US" sz="1300">
                <a:solidFill>
                  <a:schemeClr val="tx2"/>
                </a:solidFill>
              </a:rPr>
              <a:t>Leadership org chart with </a:t>
            </a:r>
            <a:br>
              <a:rPr lang="en-US" sz="1300">
                <a:solidFill>
                  <a:schemeClr val="tx2"/>
                </a:solidFill>
              </a:rPr>
            </a:br>
            <a:r>
              <a:rPr lang="en-US" sz="1300">
                <a:solidFill>
                  <a:schemeClr val="tx2"/>
                </a:solidFill>
              </a:rPr>
              <a:t>18 direct reports</a:t>
            </a:r>
          </a:p>
        </p:txBody>
      </p:sp>
      <p:sp>
        <p:nvSpPr>
          <p:cNvPr id="2" name="TextBox 1">
            <a:extLst>
              <a:ext uri="{FF2B5EF4-FFF2-40B4-BE49-F238E27FC236}">
                <a16:creationId xmlns:a16="http://schemas.microsoft.com/office/drawing/2014/main" id="{BECBB461-5464-2008-AF3C-DCD5967657E1}"/>
              </a:ext>
            </a:extLst>
          </p:cNvPr>
          <p:cNvSpPr txBox="1"/>
          <p:nvPr/>
        </p:nvSpPr>
        <p:spPr>
          <a:xfrm>
            <a:off x="3462577" y="2166185"/>
            <a:ext cx="1670140" cy="366389"/>
          </a:xfrm>
          <a:prstGeom prst="rect">
            <a:avLst/>
          </a:prstGeom>
          <a:noFill/>
        </p:spPr>
        <p:txBody>
          <a:bodyPr wrap="square" lIns="0" tIns="45660" rIns="45660" bIns="45660" rtlCol="0" anchor="ctr">
            <a:spAutoFit/>
          </a:bodyPr>
          <a:lstStyle/>
          <a:p>
            <a:pPr algn="r" defTabSz="913395">
              <a:lnSpc>
                <a:spcPct val="95000"/>
              </a:lnSpc>
              <a:spcAft>
                <a:spcPts val="200"/>
              </a:spcAft>
              <a:defRPr/>
            </a:pPr>
            <a:r>
              <a:rPr lang="en-US" sz="900" b="1"/>
              <a:t>First and last name</a:t>
            </a:r>
          </a:p>
          <a:p>
            <a:pPr algn="r" defTabSz="913395">
              <a:lnSpc>
                <a:spcPct val="95000"/>
              </a:lnSpc>
              <a:spcAft>
                <a:spcPts val="200"/>
              </a:spcAft>
              <a:defRPr/>
            </a:pPr>
            <a:r>
              <a:rPr lang="en-US" sz="800">
                <a:solidFill>
                  <a:srgbClr val="3F3F3F"/>
                </a:solidFill>
              </a:rPr>
              <a:t>Executive Assistant</a:t>
            </a:r>
            <a:endParaRPr lang="en-US" sz="800" strike="sngStrike">
              <a:solidFill>
                <a:srgbClr val="3F3F3F"/>
              </a:solidFill>
              <a:ea typeface="Calibri" panose="020F0502020204030204" pitchFamily="34" charset="0"/>
              <a:cs typeface="Arial" panose="020B0604020202020204" pitchFamily="34" charset="0"/>
            </a:endParaRPr>
          </a:p>
        </p:txBody>
      </p:sp>
      <p:sp>
        <p:nvSpPr>
          <p:cNvPr id="3" name="Text Placeholder 12">
            <a:extLst>
              <a:ext uri="{FF2B5EF4-FFF2-40B4-BE49-F238E27FC236}">
                <a16:creationId xmlns:a16="http://schemas.microsoft.com/office/drawing/2014/main" id="{261A26C9-BB1F-7F1F-ABCD-2BFB16954795}"/>
              </a:ext>
            </a:extLst>
          </p:cNvPr>
          <p:cNvSpPr txBox="1">
            <a:spLocks/>
          </p:cNvSpPr>
          <p:nvPr/>
        </p:nvSpPr>
        <p:spPr>
          <a:xfrm>
            <a:off x="0" y="820284"/>
            <a:ext cx="4295775" cy="433784"/>
          </a:xfrm>
          <a:prstGeom prst="rect">
            <a:avLst/>
          </a:prstGeom>
        </p:spPr>
        <p:txBody>
          <a:bodyPr vert="horz" lIns="0" tIns="0" rIns="0" bIns="0" rtlCol="0" anchor="b" anchorCtr="0">
            <a:noAutofit/>
          </a:bodyPr>
          <a:lstStyle>
            <a:lvl1pPr marL="0" indent="0" algn="l" defTabSz="457200" rtl="0" eaLnBrk="1" fontAlgn="ctr" latinLnBrk="0" hangingPunct="1">
              <a:lnSpc>
                <a:spcPct val="100000"/>
              </a:lnSpc>
              <a:spcBef>
                <a:spcPts val="1800"/>
              </a:spcBef>
              <a:buClrTx/>
              <a:buFont typeface="Arial"/>
              <a:buNone/>
              <a:defRPr sz="1300" b="0" kern="1200">
                <a:solidFill>
                  <a:schemeClr val="tx2"/>
                </a:solidFill>
                <a:latin typeface="+mn-lt"/>
                <a:ea typeface="+mn-ea"/>
                <a:cs typeface="+mn-cs"/>
              </a:defRPr>
            </a:lvl1pPr>
            <a:lvl2pPr marL="171450" indent="-171450" algn="l" defTabSz="457200" rtl="0" eaLnBrk="1" fontAlgn="ctr" latinLnBrk="0" hangingPunct="1">
              <a:lnSpc>
                <a:spcPct val="100000"/>
              </a:lnSpc>
              <a:spcBef>
                <a:spcPts val="1200"/>
              </a:spcBef>
              <a:buClrTx/>
              <a:buFont typeface="Arial"/>
              <a:buChar char="•"/>
              <a:defRPr sz="1300" kern="1200">
                <a:solidFill>
                  <a:schemeClr val="tx2"/>
                </a:solidFill>
                <a:latin typeface="+mn-lt"/>
                <a:ea typeface="+mn-ea"/>
                <a:cs typeface="+mn-cs"/>
              </a:defRPr>
            </a:lvl2pPr>
            <a:lvl3pPr marL="342900" indent="-171450" algn="l" defTabSz="457200" rtl="0" eaLnBrk="1" fontAlgn="ctr" latinLnBrk="0" hangingPunct="1">
              <a:lnSpc>
                <a:spcPct val="100000"/>
              </a:lnSpc>
              <a:spcBef>
                <a:spcPts val="600"/>
              </a:spcBef>
              <a:buClrTx/>
              <a:buFont typeface="CVS Health Sans"/>
              <a:buChar char="–"/>
              <a:defRPr sz="1300" kern="1200" baseline="0">
                <a:solidFill>
                  <a:schemeClr val="tx2"/>
                </a:solidFill>
                <a:latin typeface="+mn-lt"/>
                <a:ea typeface="+mn-ea"/>
                <a:cs typeface="+mn-cs"/>
              </a:defRPr>
            </a:lvl3pPr>
            <a:lvl4pPr marL="514350" indent="-171450" algn="l" defTabSz="457200" rtl="0" eaLnBrk="1" fontAlgn="ctr" latinLnBrk="0" hangingPunct="1">
              <a:lnSpc>
                <a:spcPct val="100000"/>
              </a:lnSpc>
              <a:spcBef>
                <a:spcPts val="600"/>
              </a:spcBef>
              <a:buClrTx/>
              <a:buFont typeface="Arial"/>
              <a:buChar char="•"/>
              <a:defRPr sz="1300" kern="1200">
                <a:solidFill>
                  <a:schemeClr val="tx2"/>
                </a:solidFill>
                <a:latin typeface="+mn-lt"/>
                <a:ea typeface="+mn-ea"/>
                <a:cs typeface="+mn-cs"/>
              </a:defRPr>
            </a:lvl4pPr>
            <a:lvl5pPr marL="685800" indent="-171450" algn="l" defTabSz="457200" rtl="0" eaLnBrk="1" fontAlgn="ctr" latinLnBrk="0" hangingPunct="1">
              <a:lnSpc>
                <a:spcPct val="100000"/>
              </a:lnSpc>
              <a:spcBef>
                <a:spcPts val="600"/>
              </a:spcBef>
              <a:buClrTx/>
              <a:buFont typeface="Arial" panose="020B0604020202020204" pitchFamily="34" charset="0"/>
              <a:buChar char="–"/>
              <a:defRPr sz="1300" kern="1200" baseline="0">
                <a:solidFill>
                  <a:schemeClr val="tx2"/>
                </a:solidFill>
                <a:latin typeface="+mn-lt"/>
                <a:ea typeface="+mn-ea"/>
                <a:cs typeface="+mn-cs"/>
              </a:defRPr>
            </a:lvl5pPr>
            <a:lvl6pPr marL="857250" indent="-171450" algn="l" defTabSz="457200" rtl="0" eaLnBrk="1" fontAlgn="ctr" latinLnBrk="0" hangingPunct="1">
              <a:lnSpc>
                <a:spcPct val="100000"/>
              </a:lnSpc>
              <a:spcBef>
                <a:spcPts val="600"/>
              </a:spcBef>
              <a:buClrTx/>
              <a:buFont typeface="Arial" panose="020B0604020202020204" pitchFamily="34" charset="0"/>
              <a:buChar char="•"/>
              <a:defRPr sz="1300" kern="1200">
                <a:solidFill>
                  <a:schemeClr val="tx2"/>
                </a:solidFill>
                <a:latin typeface="+mn-lt"/>
                <a:ea typeface="+mn-ea"/>
                <a:cs typeface="+mn-cs"/>
              </a:defRPr>
            </a:lvl6pPr>
            <a:lvl7pPr marL="1028700" indent="-165100" algn="l" defTabSz="457200" rtl="0" eaLnBrk="1" fontAlgn="ctr" latinLnBrk="0" hangingPunct="1">
              <a:lnSpc>
                <a:spcPct val="100000"/>
              </a:lnSpc>
              <a:spcBef>
                <a:spcPts val="600"/>
              </a:spcBef>
              <a:buClrTx/>
              <a:buFont typeface="Arial" panose="020B0604020202020204" pitchFamily="34" charset="0"/>
              <a:buChar char="–"/>
              <a:defRPr sz="1300" kern="1200">
                <a:solidFill>
                  <a:schemeClr val="tx2"/>
                </a:solidFill>
                <a:latin typeface="+mn-lt"/>
                <a:ea typeface="+mn-ea"/>
                <a:cs typeface="+mn-cs"/>
              </a:defRPr>
            </a:lvl7pPr>
            <a:lvl8pPr marL="1206500" indent="-177800" algn="l" defTabSz="457200" rtl="0" eaLnBrk="1" fontAlgn="ctr" latinLnBrk="0" hangingPunct="1">
              <a:lnSpc>
                <a:spcPct val="100000"/>
              </a:lnSpc>
              <a:spcBef>
                <a:spcPts val="600"/>
              </a:spcBef>
              <a:buClrTx/>
              <a:buFont typeface="Arial"/>
              <a:buChar char="•"/>
              <a:defRPr sz="1300" kern="1200">
                <a:solidFill>
                  <a:schemeClr val="tx2"/>
                </a:solidFill>
                <a:latin typeface="+mn-lt"/>
                <a:ea typeface="+mn-ea"/>
                <a:cs typeface="+mn-cs"/>
              </a:defRPr>
            </a:lvl8pPr>
            <a:lvl9pPr marL="1371600" indent="-165100" algn="l" defTabSz="457200" rtl="0" eaLnBrk="1" fontAlgn="ctr" latinLnBrk="0" hangingPunct="1">
              <a:lnSpc>
                <a:spcPct val="100000"/>
              </a:lnSpc>
              <a:spcBef>
                <a:spcPts val="600"/>
              </a:spcBef>
              <a:buClrTx/>
              <a:buFont typeface="Arial" panose="020B0604020202020204" pitchFamily="34" charset="0"/>
              <a:buChar char="–"/>
              <a:defRPr sz="1300" kern="1200">
                <a:solidFill>
                  <a:schemeClr val="tx2"/>
                </a:solidFill>
                <a:latin typeface="+mn-lt"/>
                <a:ea typeface="+mn-ea"/>
                <a:cs typeface="+mn-cs"/>
              </a:defRPr>
            </a:lvl9pPr>
          </a:lstStyle>
          <a:p>
            <a:pPr marL="573088"/>
            <a:r>
              <a:rPr lang="en-US"/>
              <a:t>Leadership team</a:t>
            </a:r>
          </a:p>
        </p:txBody>
      </p:sp>
      <p:sp>
        <p:nvSpPr>
          <p:cNvPr id="4" name="Rectangle 3">
            <a:extLst>
              <a:ext uri="{FF2B5EF4-FFF2-40B4-BE49-F238E27FC236}">
                <a16:creationId xmlns:a16="http://schemas.microsoft.com/office/drawing/2014/main" id="{6C6B1B47-3750-CD34-A892-AF8E0254C0EB}"/>
              </a:ext>
            </a:extLst>
          </p:cNvPr>
          <p:cNvSpPr/>
          <p:nvPr/>
        </p:nvSpPr>
        <p:spPr bwMode="gray">
          <a:xfrm>
            <a:off x="12399265" y="867142"/>
            <a:ext cx="2589721" cy="1911521"/>
          </a:xfrm>
          <a:prstGeom prst="rect">
            <a:avLst/>
          </a:prstGeom>
          <a:solidFill>
            <a:srgbClr val="FFFF99"/>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spcAft>
                <a:spcPts val="600"/>
              </a:spcAft>
            </a:pPr>
            <a:r>
              <a:rPr lang="en-US" sz="1300" b="1">
                <a:solidFill>
                  <a:schemeClr val="tx2"/>
                </a:solidFill>
              </a:rPr>
              <a:t>To add photo</a:t>
            </a:r>
          </a:p>
          <a:p>
            <a:pPr>
              <a:spcAft>
                <a:spcPts val="600"/>
              </a:spcAft>
            </a:pPr>
            <a:r>
              <a:rPr lang="en-US" sz="1300">
                <a:solidFill>
                  <a:schemeClr val="tx2"/>
                </a:solidFill>
              </a:rPr>
              <a:t>Click the middle of the gray box to add photo.</a:t>
            </a:r>
          </a:p>
          <a:p>
            <a:r>
              <a:rPr lang="en-US" sz="1300">
                <a:solidFill>
                  <a:schemeClr val="tx2"/>
                </a:solidFill>
              </a:rPr>
              <a:t>Ensure that the size of head and shoulders feels consistent with other headshots throughout the presentation.</a:t>
            </a:r>
          </a:p>
        </p:txBody>
      </p:sp>
    </p:spTree>
    <p:extLst>
      <p:ext uri="{BB962C8B-B14F-4D97-AF65-F5344CB8AC3E}">
        <p14:creationId xmlns:p14="http://schemas.microsoft.com/office/powerpoint/2010/main" val="270944172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Title for flow chart</a:t>
            </a:r>
          </a:p>
        </p:txBody>
      </p:sp>
      <p:sp>
        <p:nvSpPr>
          <p:cNvPr id="5" name="Content placeholder 1" descr="Example of an organizational chart.">
            <a:extLst>
              <a:ext uri="{FF2B5EF4-FFF2-40B4-BE49-F238E27FC236}">
                <a16:creationId xmlns:a16="http://schemas.microsoft.com/office/drawing/2014/main" id="{74AD3A16-7212-4D56-B968-E17FDABA34FA}"/>
              </a:ext>
            </a:extLst>
          </p:cNvPr>
          <p:cNvSpPr txBox="1">
            <a:spLocks/>
          </p:cNvSpPr>
          <p:nvPr/>
        </p:nvSpPr>
        <p:spPr>
          <a:xfrm>
            <a:off x="5241541" y="1257870"/>
            <a:ext cx="1706370" cy="849207"/>
          </a:xfrm>
          <a:prstGeom prst="rect">
            <a:avLst/>
          </a:prstGeom>
          <a:solidFill>
            <a:schemeClr val="accent2"/>
          </a:solidFill>
          <a:ln>
            <a:noFill/>
          </a:ln>
        </p:spPr>
        <p:txBody>
          <a:bodyPr anchor="ctr"/>
          <a:lstStyle>
            <a:lvl1pPr marL="0" indent="0" algn="l" defTabSz="457200" rtl="0" eaLnBrk="1" latinLnBrk="0" hangingPunct="1">
              <a:lnSpc>
                <a:spcPct val="100000"/>
              </a:lnSpc>
              <a:spcBef>
                <a:spcPts val="1800"/>
              </a:spcBef>
              <a:buClrTx/>
              <a:buFont typeface="Arial"/>
              <a:buNone/>
              <a:defRPr sz="1300" b="0" kern="1200">
                <a:solidFill>
                  <a:schemeClr val="tx2"/>
                </a:solidFill>
                <a:latin typeface="+mn-lt"/>
                <a:ea typeface="+mn-ea"/>
                <a:cs typeface="+mn-cs"/>
              </a:defRPr>
            </a:lvl1pPr>
            <a:lvl2pPr marL="171450" indent="-171450" algn="l" defTabSz="457200" rtl="0" eaLnBrk="1" latinLnBrk="0" hangingPunct="1">
              <a:lnSpc>
                <a:spcPct val="100000"/>
              </a:lnSpc>
              <a:spcBef>
                <a:spcPts val="1200"/>
              </a:spcBef>
              <a:buClrTx/>
              <a:buFont typeface="Arial"/>
              <a:buChar char="•"/>
              <a:defRPr sz="1300" kern="1200">
                <a:solidFill>
                  <a:schemeClr val="tx2"/>
                </a:solidFill>
                <a:latin typeface="+mn-lt"/>
                <a:ea typeface="+mn-ea"/>
                <a:cs typeface="+mn-cs"/>
              </a:defRPr>
            </a:lvl2pPr>
            <a:lvl3pPr marL="342900" indent="-171450" algn="l" defTabSz="457200" rtl="0" eaLnBrk="1" latinLnBrk="0" hangingPunct="1">
              <a:lnSpc>
                <a:spcPct val="100000"/>
              </a:lnSpc>
              <a:spcBef>
                <a:spcPts val="600"/>
              </a:spcBef>
              <a:buClrTx/>
              <a:buFont typeface="CVS Health Sans"/>
              <a:buChar char="–"/>
              <a:defRPr sz="1300" kern="1200" baseline="0">
                <a:solidFill>
                  <a:schemeClr val="tx2"/>
                </a:solidFill>
                <a:latin typeface="+mn-lt"/>
                <a:ea typeface="+mn-ea"/>
                <a:cs typeface="+mn-cs"/>
              </a:defRPr>
            </a:lvl3pPr>
            <a:lvl4pPr marL="514350" indent="-171450" algn="l" defTabSz="457200" rtl="0" eaLnBrk="1" latinLnBrk="0" hangingPunct="1">
              <a:lnSpc>
                <a:spcPct val="100000"/>
              </a:lnSpc>
              <a:spcBef>
                <a:spcPts val="600"/>
              </a:spcBef>
              <a:buClrTx/>
              <a:buFont typeface="Arial"/>
              <a:buChar char="•"/>
              <a:defRPr sz="1300" kern="1200">
                <a:solidFill>
                  <a:schemeClr val="tx2"/>
                </a:solidFill>
                <a:latin typeface="+mn-lt"/>
                <a:ea typeface="+mn-ea"/>
                <a:cs typeface="+mn-cs"/>
              </a:defRPr>
            </a:lvl4pPr>
            <a:lvl5pPr marL="685800" indent="-171450" algn="l" defTabSz="457200" rtl="0" eaLnBrk="1" latinLnBrk="0" hangingPunct="1">
              <a:lnSpc>
                <a:spcPct val="100000"/>
              </a:lnSpc>
              <a:spcBef>
                <a:spcPts val="600"/>
              </a:spcBef>
              <a:buClrTx/>
              <a:buFont typeface="Arial" panose="020B0604020202020204" pitchFamily="34" charset="0"/>
              <a:buChar char="–"/>
              <a:defRPr sz="1300" kern="1200" baseline="0">
                <a:solidFill>
                  <a:schemeClr val="tx2"/>
                </a:solidFill>
                <a:latin typeface="+mn-lt"/>
                <a:ea typeface="+mn-ea"/>
                <a:cs typeface="+mn-cs"/>
              </a:defRPr>
            </a:lvl5pPr>
            <a:lvl6pPr marL="857250" indent="-171450" algn="l" defTabSz="457200" rtl="0" eaLnBrk="1" latinLnBrk="0" hangingPunct="1">
              <a:lnSpc>
                <a:spcPct val="100000"/>
              </a:lnSpc>
              <a:spcBef>
                <a:spcPts val="600"/>
              </a:spcBef>
              <a:buClrTx/>
              <a:buFont typeface="Arial" panose="020B0604020202020204" pitchFamily="34" charset="0"/>
              <a:buChar char="•"/>
              <a:defRPr sz="1300" kern="1200">
                <a:solidFill>
                  <a:schemeClr val="tx2"/>
                </a:solidFill>
                <a:latin typeface="+mn-lt"/>
                <a:ea typeface="+mn-ea"/>
                <a:cs typeface="+mn-cs"/>
              </a:defRPr>
            </a:lvl6pPr>
            <a:lvl7pPr marL="1028700" indent="-165100" algn="l" defTabSz="457200" rtl="0" eaLnBrk="1" latinLnBrk="0" hangingPunct="1">
              <a:lnSpc>
                <a:spcPct val="100000"/>
              </a:lnSpc>
              <a:spcBef>
                <a:spcPts val="600"/>
              </a:spcBef>
              <a:buClrTx/>
              <a:buFont typeface="Arial" panose="020B0604020202020204" pitchFamily="34" charset="0"/>
              <a:buChar char="–"/>
              <a:defRPr sz="1300" kern="1200">
                <a:solidFill>
                  <a:schemeClr val="tx2"/>
                </a:solidFill>
                <a:latin typeface="+mn-lt"/>
                <a:ea typeface="+mn-ea"/>
                <a:cs typeface="+mn-cs"/>
              </a:defRPr>
            </a:lvl7pPr>
            <a:lvl8pPr marL="1206500" indent="-177800" algn="l" defTabSz="457200" rtl="0" eaLnBrk="1" latinLnBrk="0" hangingPunct="1">
              <a:lnSpc>
                <a:spcPct val="100000"/>
              </a:lnSpc>
              <a:spcBef>
                <a:spcPts val="600"/>
              </a:spcBef>
              <a:buClrTx/>
              <a:buFont typeface="Arial"/>
              <a:buChar char="•"/>
              <a:defRPr sz="1300" kern="1200">
                <a:solidFill>
                  <a:schemeClr val="tx2"/>
                </a:solidFill>
                <a:latin typeface="+mn-lt"/>
                <a:ea typeface="+mn-ea"/>
                <a:cs typeface="+mn-cs"/>
              </a:defRPr>
            </a:lvl8pPr>
            <a:lvl9pPr marL="1371600" indent="-165100" algn="l" defTabSz="457200" rtl="0" eaLnBrk="1" latinLnBrk="0" hangingPunct="1">
              <a:lnSpc>
                <a:spcPct val="100000"/>
              </a:lnSpc>
              <a:spcBef>
                <a:spcPts val="600"/>
              </a:spcBef>
              <a:buClrTx/>
              <a:buFont typeface="Arial" panose="020B0604020202020204" pitchFamily="34" charset="0"/>
              <a:buChar char="–"/>
              <a:defRPr sz="1300" kern="1200">
                <a:solidFill>
                  <a:schemeClr val="tx2"/>
                </a:solidFill>
                <a:latin typeface="+mn-lt"/>
                <a:ea typeface="+mn-ea"/>
                <a:cs typeface="+mn-cs"/>
              </a:defRPr>
            </a:lvl9pPr>
          </a:lstStyle>
          <a:p>
            <a:pPr algn="ctr"/>
            <a:r>
              <a:rPr lang="en-US" sz="1800">
                <a:solidFill>
                  <a:schemeClr val="bg1"/>
                </a:solidFill>
              </a:rPr>
              <a:t>Text 1</a:t>
            </a:r>
          </a:p>
        </p:txBody>
      </p:sp>
      <p:cxnSp>
        <p:nvCxnSpPr>
          <p:cNvPr id="17" name="Vertical rule 1">
            <a:extLst>
              <a:ext uri="{FF2B5EF4-FFF2-40B4-BE49-F238E27FC236}">
                <a16:creationId xmlns:a16="http://schemas.microsoft.com/office/drawing/2014/main" id="{D42D8679-DDF0-4E29-B193-0A0880613FAC}"/>
              </a:ext>
              <a:ext uri="{C183D7F6-B498-43B3-948B-1728B52AA6E4}">
                <adec:decorative xmlns:adec="http://schemas.microsoft.com/office/drawing/2017/decorative" val="1"/>
              </a:ext>
            </a:extLst>
          </p:cNvPr>
          <p:cNvCxnSpPr>
            <a:cxnSpLocks/>
            <a:stCxn id="5" idx="2"/>
          </p:cNvCxnSpPr>
          <p:nvPr/>
        </p:nvCxnSpPr>
        <p:spPr>
          <a:xfrm>
            <a:off x="6094726" y="2107077"/>
            <a:ext cx="0" cy="2790936"/>
          </a:xfrm>
          <a:prstGeom prst="line">
            <a:avLst/>
          </a:prstGeom>
          <a:ln w="12700" cmpd="sng">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8" name="Horizontal rule 1">
            <a:extLst>
              <a:ext uri="{FF2B5EF4-FFF2-40B4-BE49-F238E27FC236}">
                <a16:creationId xmlns:a16="http://schemas.microsoft.com/office/drawing/2014/main" id="{48E3938D-720B-4CBC-9C62-7BE04C09DFD9}"/>
              </a:ext>
              <a:ext uri="{C183D7F6-B498-43B3-948B-1728B52AA6E4}">
                <adec:decorative xmlns:adec="http://schemas.microsoft.com/office/drawing/2017/decorative" val="1"/>
              </a:ext>
            </a:extLst>
          </p:cNvPr>
          <p:cNvCxnSpPr>
            <a:cxnSpLocks/>
          </p:cNvCxnSpPr>
          <p:nvPr/>
        </p:nvCxnSpPr>
        <p:spPr>
          <a:xfrm flipH="1">
            <a:off x="5908098" y="2877992"/>
            <a:ext cx="372630" cy="1"/>
          </a:xfrm>
          <a:prstGeom prst="line">
            <a:avLst/>
          </a:prstGeom>
          <a:ln w="12700" cmpd="sng">
            <a:solidFill>
              <a:schemeClr val="accent5"/>
            </a:solidFill>
          </a:ln>
        </p:spPr>
        <p:style>
          <a:lnRef idx="1">
            <a:schemeClr val="accent1"/>
          </a:lnRef>
          <a:fillRef idx="0">
            <a:schemeClr val="accent1"/>
          </a:fillRef>
          <a:effectRef idx="0">
            <a:schemeClr val="accent1"/>
          </a:effectRef>
          <a:fontRef idx="minor">
            <a:schemeClr val="tx1"/>
          </a:fontRef>
        </p:style>
      </p:cxnSp>
      <p:sp>
        <p:nvSpPr>
          <p:cNvPr id="8" name="Content placeholder 2">
            <a:extLst>
              <a:ext uri="{FF2B5EF4-FFF2-40B4-BE49-F238E27FC236}">
                <a16:creationId xmlns:a16="http://schemas.microsoft.com/office/drawing/2014/main" id="{C21D0516-881B-4F3B-9F52-332DA3923158}"/>
              </a:ext>
            </a:extLst>
          </p:cNvPr>
          <p:cNvSpPr txBox="1">
            <a:spLocks/>
          </p:cNvSpPr>
          <p:nvPr/>
        </p:nvSpPr>
        <p:spPr bwMode="gray">
          <a:xfrm>
            <a:off x="4201728" y="2453389"/>
            <a:ext cx="1706370" cy="849207"/>
          </a:xfrm>
          <a:prstGeom prst="rect">
            <a:avLst/>
          </a:prstGeom>
          <a:solidFill>
            <a:srgbClr val="E9E9E9"/>
          </a:solidFill>
          <a:ln>
            <a:noFill/>
          </a:ln>
        </p:spPr>
        <p:txBody>
          <a:bodyPr vert="horz" lIns="0" tIns="0" rIns="0" bIns="0" rtlCol="0" anchor="ctr">
            <a:noAutofit/>
          </a:bodyPr>
          <a:lstStyle>
            <a:lvl1pPr marL="0" indent="0" algn="l" defTabSz="457200" rtl="0" eaLnBrk="1" latinLnBrk="0" hangingPunct="1">
              <a:spcBef>
                <a:spcPts val="1800"/>
              </a:spcBef>
              <a:buClrTx/>
              <a:buFont typeface="Arial"/>
              <a:buNone/>
              <a:defRPr sz="1400" b="0" kern="1200" cap="none" baseline="0">
                <a:solidFill>
                  <a:schemeClr val="tx2"/>
                </a:solidFill>
                <a:latin typeface="+mn-lt"/>
                <a:ea typeface="+mn-ea"/>
                <a:cs typeface="+mn-cs"/>
              </a:defRPr>
            </a:lvl1pPr>
            <a:lvl2pPr marL="171450" indent="-171450" algn="l" defTabSz="457200" rtl="0" eaLnBrk="1" latinLnBrk="0" hangingPunct="1">
              <a:spcBef>
                <a:spcPts val="1200"/>
              </a:spcBef>
              <a:buClrTx/>
              <a:buFont typeface="Arial"/>
              <a:buChar char="•"/>
              <a:defRPr sz="1400" kern="1200">
                <a:solidFill>
                  <a:schemeClr val="tx2"/>
                </a:solidFill>
                <a:latin typeface="+mn-lt"/>
                <a:ea typeface="+mn-ea"/>
                <a:cs typeface="+mn-cs"/>
              </a:defRPr>
            </a:lvl2pPr>
            <a:lvl3pPr marL="342900" indent="-171450" algn="l" defTabSz="457200" rtl="0" eaLnBrk="1" latinLnBrk="0" hangingPunct="1">
              <a:spcBef>
                <a:spcPts val="600"/>
              </a:spcBef>
              <a:buClrTx/>
              <a:buFont typeface="CVS Health Sans"/>
              <a:buChar char="–"/>
              <a:defRPr sz="1400" kern="1200" baseline="0">
                <a:solidFill>
                  <a:schemeClr val="tx2"/>
                </a:solidFill>
                <a:latin typeface="+mn-lt"/>
                <a:ea typeface="+mn-ea"/>
                <a:cs typeface="+mn-cs"/>
              </a:defRPr>
            </a:lvl3pPr>
            <a:lvl4pPr marL="514350" indent="-171450" algn="l" defTabSz="457200" rtl="0" eaLnBrk="1" latinLnBrk="0" hangingPunct="1">
              <a:spcBef>
                <a:spcPts val="600"/>
              </a:spcBef>
              <a:buClrTx/>
              <a:buFont typeface="Arial"/>
              <a:buChar char="•"/>
              <a:defRPr sz="1400" kern="1200">
                <a:solidFill>
                  <a:schemeClr val="tx2"/>
                </a:solidFill>
                <a:latin typeface="+mn-lt"/>
                <a:ea typeface="+mn-ea"/>
                <a:cs typeface="+mn-cs"/>
              </a:defRPr>
            </a:lvl4pPr>
            <a:lvl5pPr marL="685800" indent="-171450" algn="l" defTabSz="457200" rtl="0" eaLnBrk="1" latinLnBrk="0" hangingPunct="1">
              <a:spcBef>
                <a:spcPts val="600"/>
              </a:spcBef>
              <a:buClrTx/>
              <a:buFont typeface="Arial" panose="020B0604020202020204" pitchFamily="34" charset="0"/>
              <a:buChar char="–"/>
              <a:defRPr sz="1400" kern="1200" baseline="0">
                <a:solidFill>
                  <a:schemeClr val="tx2"/>
                </a:solidFill>
                <a:latin typeface="+mn-lt"/>
                <a:ea typeface="+mn-ea"/>
                <a:cs typeface="+mn-cs"/>
              </a:defRPr>
            </a:lvl5pPr>
            <a:lvl6pPr marL="857250" indent="-171450" algn="l" defTabSz="457200" rtl="0" eaLnBrk="1" latinLnBrk="0" hangingPunct="1">
              <a:spcBef>
                <a:spcPts val="600"/>
              </a:spcBef>
              <a:buClrTx/>
              <a:buFont typeface="Arial" panose="020B0604020202020204" pitchFamily="34" charset="0"/>
              <a:buChar char="•"/>
              <a:defRPr sz="1400" kern="1200">
                <a:solidFill>
                  <a:schemeClr val="tx2"/>
                </a:solidFill>
                <a:latin typeface="+mn-lt"/>
                <a:ea typeface="+mn-ea"/>
                <a:cs typeface="+mn-cs"/>
              </a:defRPr>
            </a:lvl6pPr>
            <a:lvl7pPr marL="1028700" indent="-165100" algn="l" defTabSz="457200" rtl="0" eaLnBrk="1" latinLnBrk="0" hangingPunct="1">
              <a:spcBef>
                <a:spcPts val="600"/>
              </a:spcBef>
              <a:buClrTx/>
              <a:buFont typeface="Arial" panose="020B0604020202020204" pitchFamily="34" charset="0"/>
              <a:buChar char="–"/>
              <a:defRPr sz="1400" kern="1200">
                <a:solidFill>
                  <a:schemeClr val="tx2"/>
                </a:solidFill>
                <a:latin typeface="+mn-lt"/>
                <a:ea typeface="+mn-ea"/>
                <a:cs typeface="+mn-cs"/>
              </a:defRPr>
            </a:lvl7pPr>
            <a:lvl8pPr marL="1206500" indent="-177800" algn="l" defTabSz="457200" rtl="0" eaLnBrk="1" latinLnBrk="0" hangingPunct="1">
              <a:spcBef>
                <a:spcPts val="600"/>
              </a:spcBef>
              <a:buClrTx/>
              <a:buFont typeface="Arial"/>
              <a:buChar char="•"/>
              <a:defRPr sz="1400" kern="1200">
                <a:solidFill>
                  <a:schemeClr val="tx2"/>
                </a:solidFill>
                <a:latin typeface="+mn-lt"/>
                <a:ea typeface="+mn-ea"/>
                <a:cs typeface="+mn-cs"/>
              </a:defRPr>
            </a:lvl8pPr>
            <a:lvl9pPr marL="1371600" indent="-165100" algn="l" defTabSz="457200" rtl="0" eaLnBrk="1" latinLnBrk="0" hangingPunct="1">
              <a:spcBef>
                <a:spcPts val="600"/>
              </a:spcBef>
              <a:buClrTx/>
              <a:buFont typeface="Arial" panose="020B0604020202020204" pitchFamily="34" charset="0"/>
              <a:buChar char="–"/>
              <a:defRPr sz="1400" kern="1200">
                <a:solidFill>
                  <a:schemeClr val="tx2"/>
                </a:solidFill>
                <a:latin typeface="+mn-lt"/>
                <a:ea typeface="+mn-ea"/>
                <a:cs typeface="+mn-cs"/>
              </a:defRPr>
            </a:lvl9pPr>
          </a:lstStyle>
          <a:p>
            <a:pPr algn="ctr"/>
            <a:r>
              <a:rPr lang="en-US" sz="1800"/>
              <a:t>Text 2</a:t>
            </a:r>
          </a:p>
        </p:txBody>
      </p:sp>
      <p:sp>
        <p:nvSpPr>
          <p:cNvPr id="9" name="Content placeholder 3">
            <a:extLst>
              <a:ext uri="{FF2B5EF4-FFF2-40B4-BE49-F238E27FC236}">
                <a16:creationId xmlns:a16="http://schemas.microsoft.com/office/drawing/2014/main" id="{1C80E071-95C3-478D-85D6-D87132ADB2BF}"/>
              </a:ext>
            </a:extLst>
          </p:cNvPr>
          <p:cNvSpPr txBox="1">
            <a:spLocks/>
          </p:cNvSpPr>
          <p:nvPr/>
        </p:nvSpPr>
        <p:spPr bwMode="gray">
          <a:xfrm>
            <a:off x="6280728" y="2453389"/>
            <a:ext cx="1706370" cy="849207"/>
          </a:xfrm>
          <a:prstGeom prst="rect">
            <a:avLst/>
          </a:prstGeom>
          <a:solidFill>
            <a:srgbClr val="E9E9E9"/>
          </a:solidFill>
          <a:ln>
            <a:noFill/>
          </a:ln>
        </p:spPr>
        <p:txBody>
          <a:bodyPr vert="horz" lIns="0" tIns="0" rIns="0" bIns="0" rtlCol="0" anchor="ctr">
            <a:noAutofit/>
          </a:bodyPr>
          <a:lstStyle>
            <a:lvl1pPr marL="0" indent="0" algn="l" defTabSz="457200" rtl="0" eaLnBrk="1" latinLnBrk="0" hangingPunct="1">
              <a:spcBef>
                <a:spcPts val="1800"/>
              </a:spcBef>
              <a:buClrTx/>
              <a:buFont typeface="Arial"/>
              <a:buNone/>
              <a:defRPr sz="1400" b="0" kern="1200" cap="none" baseline="0">
                <a:solidFill>
                  <a:schemeClr val="tx2"/>
                </a:solidFill>
                <a:latin typeface="+mn-lt"/>
                <a:ea typeface="+mn-ea"/>
                <a:cs typeface="+mn-cs"/>
              </a:defRPr>
            </a:lvl1pPr>
            <a:lvl2pPr marL="171450" indent="-171450" algn="l" defTabSz="457200" rtl="0" eaLnBrk="1" latinLnBrk="0" hangingPunct="1">
              <a:spcBef>
                <a:spcPts val="1200"/>
              </a:spcBef>
              <a:buClrTx/>
              <a:buFont typeface="Arial"/>
              <a:buChar char="•"/>
              <a:defRPr sz="1400" kern="1200">
                <a:solidFill>
                  <a:schemeClr val="tx2"/>
                </a:solidFill>
                <a:latin typeface="+mn-lt"/>
                <a:ea typeface="+mn-ea"/>
                <a:cs typeface="+mn-cs"/>
              </a:defRPr>
            </a:lvl2pPr>
            <a:lvl3pPr marL="342900" indent="-171450" algn="l" defTabSz="457200" rtl="0" eaLnBrk="1" latinLnBrk="0" hangingPunct="1">
              <a:spcBef>
                <a:spcPts val="600"/>
              </a:spcBef>
              <a:buClrTx/>
              <a:buFont typeface="CVS Health Sans"/>
              <a:buChar char="–"/>
              <a:defRPr sz="1400" kern="1200" baseline="0">
                <a:solidFill>
                  <a:schemeClr val="tx2"/>
                </a:solidFill>
                <a:latin typeface="+mn-lt"/>
                <a:ea typeface="+mn-ea"/>
                <a:cs typeface="+mn-cs"/>
              </a:defRPr>
            </a:lvl3pPr>
            <a:lvl4pPr marL="514350" indent="-171450" algn="l" defTabSz="457200" rtl="0" eaLnBrk="1" latinLnBrk="0" hangingPunct="1">
              <a:spcBef>
                <a:spcPts val="600"/>
              </a:spcBef>
              <a:buClrTx/>
              <a:buFont typeface="Arial"/>
              <a:buChar char="•"/>
              <a:defRPr sz="1400" kern="1200">
                <a:solidFill>
                  <a:schemeClr val="tx2"/>
                </a:solidFill>
                <a:latin typeface="+mn-lt"/>
                <a:ea typeface="+mn-ea"/>
                <a:cs typeface="+mn-cs"/>
              </a:defRPr>
            </a:lvl4pPr>
            <a:lvl5pPr marL="685800" indent="-171450" algn="l" defTabSz="457200" rtl="0" eaLnBrk="1" latinLnBrk="0" hangingPunct="1">
              <a:spcBef>
                <a:spcPts val="600"/>
              </a:spcBef>
              <a:buClrTx/>
              <a:buFont typeface="Arial" panose="020B0604020202020204" pitchFamily="34" charset="0"/>
              <a:buChar char="–"/>
              <a:defRPr sz="1400" kern="1200" baseline="0">
                <a:solidFill>
                  <a:schemeClr val="tx2"/>
                </a:solidFill>
                <a:latin typeface="+mn-lt"/>
                <a:ea typeface="+mn-ea"/>
                <a:cs typeface="+mn-cs"/>
              </a:defRPr>
            </a:lvl5pPr>
            <a:lvl6pPr marL="857250" indent="-171450" algn="l" defTabSz="457200" rtl="0" eaLnBrk="1" latinLnBrk="0" hangingPunct="1">
              <a:spcBef>
                <a:spcPts val="600"/>
              </a:spcBef>
              <a:buClrTx/>
              <a:buFont typeface="Arial" panose="020B0604020202020204" pitchFamily="34" charset="0"/>
              <a:buChar char="•"/>
              <a:defRPr sz="1400" kern="1200">
                <a:solidFill>
                  <a:schemeClr val="tx2"/>
                </a:solidFill>
                <a:latin typeface="+mn-lt"/>
                <a:ea typeface="+mn-ea"/>
                <a:cs typeface="+mn-cs"/>
              </a:defRPr>
            </a:lvl6pPr>
            <a:lvl7pPr marL="1028700" indent="-165100" algn="l" defTabSz="457200" rtl="0" eaLnBrk="1" latinLnBrk="0" hangingPunct="1">
              <a:spcBef>
                <a:spcPts val="600"/>
              </a:spcBef>
              <a:buClrTx/>
              <a:buFont typeface="Arial" panose="020B0604020202020204" pitchFamily="34" charset="0"/>
              <a:buChar char="–"/>
              <a:defRPr sz="1400" kern="1200">
                <a:solidFill>
                  <a:schemeClr val="tx2"/>
                </a:solidFill>
                <a:latin typeface="+mn-lt"/>
                <a:ea typeface="+mn-ea"/>
                <a:cs typeface="+mn-cs"/>
              </a:defRPr>
            </a:lvl7pPr>
            <a:lvl8pPr marL="1206500" indent="-177800" algn="l" defTabSz="457200" rtl="0" eaLnBrk="1" latinLnBrk="0" hangingPunct="1">
              <a:spcBef>
                <a:spcPts val="600"/>
              </a:spcBef>
              <a:buClrTx/>
              <a:buFont typeface="Arial"/>
              <a:buChar char="•"/>
              <a:defRPr sz="1400" kern="1200">
                <a:solidFill>
                  <a:schemeClr val="tx2"/>
                </a:solidFill>
                <a:latin typeface="+mn-lt"/>
                <a:ea typeface="+mn-ea"/>
                <a:cs typeface="+mn-cs"/>
              </a:defRPr>
            </a:lvl8pPr>
            <a:lvl9pPr marL="1371600" indent="-165100" algn="l" defTabSz="457200" rtl="0" eaLnBrk="1" latinLnBrk="0" hangingPunct="1">
              <a:spcBef>
                <a:spcPts val="600"/>
              </a:spcBef>
              <a:buClrTx/>
              <a:buFont typeface="Arial" panose="020B0604020202020204" pitchFamily="34" charset="0"/>
              <a:buChar char="–"/>
              <a:defRPr sz="1400" kern="1200">
                <a:solidFill>
                  <a:schemeClr val="tx2"/>
                </a:solidFill>
                <a:latin typeface="+mn-lt"/>
                <a:ea typeface="+mn-ea"/>
                <a:cs typeface="+mn-cs"/>
              </a:defRPr>
            </a:lvl9pPr>
          </a:lstStyle>
          <a:p>
            <a:pPr algn="ctr"/>
            <a:r>
              <a:rPr lang="en-US" sz="1800"/>
              <a:t>Text 3</a:t>
            </a:r>
          </a:p>
        </p:txBody>
      </p:sp>
      <p:cxnSp>
        <p:nvCxnSpPr>
          <p:cNvPr id="19" name="Horizontal rule 2">
            <a:extLst>
              <a:ext uri="{FF2B5EF4-FFF2-40B4-BE49-F238E27FC236}">
                <a16:creationId xmlns:a16="http://schemas.microsoft.com/office/drawing/2014/main" id="{9E1EC73C-3E69-42AD-8B3D-AC85A4381E39}"/>
              </a:ext>
              <a:ext uri="{C183D7F6-B498-43B3-948B-1728B52AA6E4}">
                <adec:decorative xmlns:adec="http://schemas.microsoft.com/office/drawing/2017/decorative" val="1"/>
              </a:ext>
            </a:extLst>
          </p:cNvPr>
          <p:cNvCxnSpPr>
            <a:cxnSpLocks/>
          </p:cNvCxnSpPr>
          <p:nvPr/>
        </p:nvCxnSpPr>
        <p:spPr>
          <a:xfrm flipH="1">
            <a:off x="5905824" y="4087798"/>
            <a:ext cx="374904" cy="0"/>
          </a:xfrm>
          <a:prstGeom prst="line">
            <a:avLst/>
          </a:prstGeom>
          <a:ln w="12700" cmpd="sng">
            <a:solidFill>
              <a:schemeClr val="accent5"/>
            </a:solidFill>
          </a:ln>
        </p:spPr>
        <p:style>
          <a:lnRef idx="1">
            <a:schemeClr val="accent1"/>
          </a:lnRef>
          <a:fillRef idx="0">
            <a:schemeClr val="accent1"/>
          </a:fillRef>
          <a:effectRef idx="0">
            <a:schemeClr val="accent1"/>
          </a:effectRef>
          <a:fontRef idx="minor">
            <a:schemeClr val="tx1"/>
          </a:fontRef>
        </p:style>
      </p:cxnSp>
      <p:sp>
        <p:nvSpPr>
          <p:cNvPr id="10" name="Content placeholder 4">
            <a:extLst>
              <a:ext uri="{FF2B5EF4-FFF2-40B4-BE49-F238E27FC236}">
                <a16:creationId xmlns:a16="http://schemas.microsoft.com/office/drawing/2014/main" id="{24913A86-7662-482C-91A6-E2A9BAE62AAB}"/>
              </a:ext>
            </a:extLst>
          </p:cNvPr>
          <p:cNvSpPr txBox="1">
            <a:spLocks/>
          </p:cNvSpPr>
          <p:nvPr/>
        </p:nvSpPr>
        <p:spPr bwMode="gray">
          <a:xfrm>
            <a:off x="4201728" y="3663195"/>
            <a:ext cx="1706370" cy="849207"/>
          </a:xfrm>
          <a:prstGeom prst="rect">
            <a:avLst/>
          </a:prstGeom>
          <a:solidFill>
            <a:srgbClr val="E9E9E9"/>
          </a:solidFill>
          <a:ln>
            <a:noFill/>
          </a:ln>
        </p:spPr>
        <p:txBody>
          <a:bodyPr vert="horz" lIns="0" tIns="0" rIns="0" bIns="0" rtlCol="0" anchor="ctr">
            <a:noAutofit/>
          </a:bodyPr>
          <a:lstStyle>
            <a:lvl1pPr marL="0" indent="0" algn="l" defTabSz="457200" rtl="0" eaLnBrk="1" latinLnBrk="0" hangingPunct="1">
              <a:spcBef>
                <a:spcPts val="1800"/>
              </a:spcBef>
              <a:buClrTx/>
              <a:buFont typeface="Arial"/>
              <a:buNone/>
              <a:defRPr sz="1400" b="0" kern="1200" cap="none" baseline="0">
                <a:solidFill>
                  <a:schemeClr val="tx2"/>
                </a:solidFill>
                <a:latin typeface="+mn-lt"/>
                <a:ea typeface="+mn-ea"/>
                <a:cs typeface="+mn-cs"/>
              </a:defRPr>
            </a:lvl1pPr>
            <a:lvl2pPr marL="171450" indent="-171450" algn="l" defTabSz="457200" rtl="0" eaLnBrk="1" latinLnBrk="0" hangingPunct="1">
              <a:spcBef>
                <a:spcPts val="1200"/>
              </a:spcBef>
              <a:buClrTx/>
              <a:buFont typeface="Arial"/>
              <a:buChar char="•"/>
              <a:defRPr sz="1400" kern="1200">
                <a:solidFill>
                  <a:schemeClr val="tx2"/>
                </a:solidFill>
                <a:latin typeface="+mn-lt"/>
                <a:ea typeface="+mn-ea"/>
                <a:cs typeface="+mn-cs"/>
              </a:defRPr>
            </a:lvl2pPr>
            <a:lvl3pPr marL="342900" indent="-171450" algn="l" defTabSz="457200" rtl="0" eaLnBrk="1" latinLnBrk="0" hangingPunct="1">
              <a:spcBef>
                <a:spcPts val="600"/>
              </a:spcBef>
              <a:buClrTx/>
              <a:buFont typeface="CVS Health Sans"/>
              <a:buChar char="–"/>
              <a:defRPr sz="1400" kern="1200" baseline="0">
                <a:solidFill>
                  <a:schemeClr val="tx2"/>
                </a:solidFill>
                <a:latin typeface="+mn-lt"/>
                <a:ea typeface="+mn-ea"/>
                <a:cs typeface="+mn-cs"/>
              </a:defRPr>
            </a:lvl3pPr>
            <a:lvl4pPr marL="514350" indent="-171450" algn="l" defTabSz="457200" rtl="0" eaLnBrk="1" latinLnBrk="0" hangingPunct="1">
              <a:spcBef>
                <a:spcPts val="600"/>
              </a:spcBef>
              <a:buClrTx/>
              <a:buFont typeface="Arial"/>
              <a:buChar char="•"/>
              <a:defRPr sz="1400" kern="1200">
                <a:solidFill>
                  <a:schemeClr val="tx2"/>
                </a:solidFill>
                <a:latin typeface="+mn-lt"/>
                <a:ea typeface="+mn-ea"/>
                <a:cs typeface="+mn-cs"/>
              </a:defRPr>
            </a:lvl4pPr>
            <a:lvl5pPr marL="685800" indent="-171450" algn="l" defTabSz="457200" rtl="0" eaLnBrk="1" latinLnBrk="0" hangingPunct="1">
              <a:spcBef>
                <a:spcPts val="600"/>
              </a:spcBef>
              <a:buClrTx/>
              <a:buFont typeface="Arial" panose="020B0604020202020204" pitchFamily="34" charset="0"/>
              <a:buChar char="–"/>
              <a:defRPr sz="1400" kern="1200" baseline="0">
                <a:solidFill>
                  <a:schemeClr val="tx2"/>
                </a:solidFill>
                <a:latin typeface="+mn-lt"/>
                <a:ea typeface="+mn-ea"/>
                <a:cs typeface="+mn-cs"/>
              </a:defRPr>
            </a:lvl5pPr>
            <a:lvl6pPr marL="857250" indent="-171450" algn="l" defTabSz="457200" rtl="0" eaLnBrk="1" latinLnBrk="0" hangingPunct="1">
              <a:spcBef>
                <a:spcPts val="600"/>
              </a:spcBef>
              <a:buClrTx/>
              <a:buFont typeface="Arial" panose="020B0604020202020204" pitchFamily="34" charset="0"/>
              <a:buChar char="•"/>
              <a:defRPr sz="1400" kern="1200">
                <a:solidFill>
                  <a:schemeClr val="tx2"/>
                </a:solidFill>
                <a:latin typeface="+mn-lt"/>
                <a:ea typeface="+mn-ea"/>
                <a:cs typeface="+mn-cs"/>
              </a:defRPr>
            </a:lvl6pPr>
            <a:lvl7pPr marL="1028700" indent="-165100" algn="l" defTabSz="457200" rtl="0" eaLnBrk="1" latinLnBrk="0" hangingPunct="1">
              <a:spcBef>
                <a:spcPts val="600"/>
              </a:spcBef>
              <a:buClrTx/>
              <a:buFont typeface="Arial" panose="020B0604020202020204" pitchFamily="34" charset="0"/>
              <a:buChar char="–"/>
              <a:defRPr sz="1400" kern="1200">
                <a:solidFill>
                  <a:schemeClr val="tx2"/>
                </a:solidFill>
                <a:latin typeface="+mn-lt"/>
                <a:ea typeface="+mn-ea"/>
                <a:cs typeface="+mn-cs"/>
              </a:defRPr>
            </a:lvl7pPr>
            <a:lvl8pPr marL="1206500" indent="-177800" algn="l" defTabSz="457200" rtl="0" eaLnBrk="1" latinLnBrk="0" hangingPunct="1">
              <a:spcBef>
                <a:spcPts val="600"/>
              </a:spcBef>
              <a:buClrTx/>
              <a:buFont typeface="Arial"/>
              <a:buChar char="•"/>
              <a:defRPr sz="1400" kern="1200">
                <a:solidFill>
                  <a:schemeClr val="tx2"/>
                </a:solidFill>
                <a:latin typeface="+mn-lt"/>
                <a:ea typeface="+mn-ea"/>
                <a:cs typeface="+mn-cs"/>
              </a:defRPr>
            </a:lvl8pPr>
            <a:lvl9pPr marL="1371600" indent="-165100" algn="l" defTabSz="457200" rtl="0" eaLnBrk="1" latinLnBrk="0" hangingPunct="1">
              <a:spcBef>
                <a:spcPts val="600"/>
              </a:spcBef>
              <a:buClrTx/>
              <a:buFont typeface="Arial" panose="020B0604020202020204" pitchFamily="34" charset="0"/>
              <a:buChar char="–"/>
              <a:defRPr sz="1400" kern="1200">
                <a:solidFill>
                  <a:schemeClr val="tx2"/>
                </a:solidFill>
                <a:latin typeface="+mn-lt"/>
                <a:ea typeface="+mn-ea"/>
                <a:cs typeface="+mn-cs"/>
              </a:defRPr>
            </a:lvl9pPr>
          </a:lstStyle>
          <a:p>
            <a:pPr algn="ctr"/>
            <a:r>
              <a:rPr lang="en-US" sz="1800"/>
              <a:t>Text 4</a:t>
            </a:r>
          </a:p>
        </p:txBody>
      </p:sp>
      <p:sp>
        <p:nvSpPr>
          <p:cNvPr id="11" name="Content placeholder 5">
            <a:extLst>
              <a:ext uri="{FF2B5EF4-FFF2-40B4-BE49-F238E27FC236}">
                <a16:creationId xmlns:a16="http://schemas.microsoft.com/office/drawing/2014/main" id="{AE386870-CE81-45D1-9BB4-2EAA9543804D}"/>
              </a:ext>
            </a:extLst>
          </p:cNvPr>
          <p:cNvSpPr txBox="1">
            <a:spLocks/>
          </p:cNvSpPr>
          <p:nvPr/>
        </p:nvSpPr>
        <p:spPr bwMode="gray">
          <a:xfrm>
            <a:off x="6280728" y="3663195"/>
            <a:ext cx="1706370" cy="849207"/>
          </a:xfrm>
          <a:prstGeom prst="rect">
            <a:avLst/>
          </a:prstGeom>
          <a:solidFill>
            <a:srgbClr val="E9E9E9"/>
          </a:solidFill>
          <a:ln>
            <a:noFill/>
          </a:ln>
        </p:spPr>
        <p:txBody>
          <a:bodyPr vert="horz" lIns="0" tIns="0" rIns="0" bIns="0" rtlCol="0" anchor="ctr">
            <a:noAutofit/>
          </a:bodyPr>
          <a:lstStyle>
            <a:lvl1pPr marL="0" indent="0" algn="l" defTabSz="457200" rtl="0" eaLnBrk="1" latinLnBrk="0" hangingPunct="1">
              <a:spcBef>
                <a:spcPts val="1800"/>
              </a:spcBef>
              <a:buClrTx/>
              <a:buFont typeface="Arial"/>
              <a:buNone/>
              <a:defRPr sz="1400" b="0" kern="1200" cap="none" baseline="0">
                <a:solidFill>
                  <a:schemeClr val="tx2"/>
                </a:solidFill>
                <a:latin typeface="+mn-lt"/>
                <a:ea typeface="+mn-ea"/>
                <a:cs typeface="+mn-cs"/>
              </a:defRPr>
            </a:lvl1pPr>
            <a:lvl2pPr marL="171450" indent="-171450" algn="l" defTabSz="457200" rtl="0" eaLnBrk="1" latinLnBrk="0" hangingPunct="1">
              <a:spcBef>
                <a:spcPts val="1200"/>
              </a:spcBef>
              <a:buClrTx/>
              <a:buFont typeface="Arial"/>
              <a:buChar char="•"/>
              <a:defRPr sz="1400" kern="1200">
                <a:solidFill>
                  <a:schemeClr val="tx2"/>
                </a:solidFill>
                <a:latin typeface="+mn-lt"/>
                <a:ea typeface="+mn-ea"/>
                <a:cs typeface="+mn-cs"/>
              </a:defRPr>
            </a:lvl2pPr>
            <a:lvl3pPr marL="342900" indent="-171450" algn="l" defTabSz="457200" rtl="0" eaLnBrk="1" latinLnBrk="0" hangingPunct="1">
              <a:spcBef>
                <a:spcPts val="600"/>
              </a:spcBef>
              <a:buClrTx/>
              <a:buFont typeface="CVS Health Sans"/>
              <a:buChar char="–"/>
              <a:defRPr sz="1400" kern="1200" baseline="0">
                <a:solidFill>
                  <a:schemeClr val="tx2"/>
                </a:solidFill>
                <a:latin typeface="+mn-lt"/>
                <a:ea typeface="+mn-ea"/>
                <a:cs typeface="+mn-cs"/>
              </a:defRPr>
            </a:lvl3pPr>
            <a:lvl4pPr marL="514350" indent="-171450" algn="l" defTabSz="457200" rtl="0" eaLnBrk="1" latinLnBrk="0" hangingPunct="1">
              <a:spcBef>
                <a:spcPts val="600"/>
              </a:spcBef>
              <a:buClrTx/>
              <a:buFont typeface="Arial"/>
              <a:buChar char="•"/>
              <a:defRPr sz="1400" kern="1200">
                <a:solidFill>
                  <a:schemeClr val="tx2"/>
                </a:solidFill>
                <a:latin typeface="+mn-lt"/>
                <a:ea typeface="+mn-ea"/>
                <a:cs typeface="+mn-cs"/>
              </a:defRPr>
            </a:lvl4pPr>
            <a:lvl5pPr marL="685800" indent="-171450" algn="l" defTabSz="457200" rtl="0" eaLnBrk="1" latinLnBrk="0" hangingPunct="1">
              <a:spcBef>
                <a:spcPts val="600"/>
              </a:spcBef>
              <a:buClrTx/>
              <a:buFont typeface="Arial" panose="020B0604020202020204" pitchFamily="34" charset="0"/>
              <a:buChar char="–"/>
              <a:defRPr sz="1400" kern="1200" baseline="0">
                <a:solidFill>
                  <a:schemeClr val="tx2"/>
                </a:solidFill>
                <a:latin typeface="+mn-lt"/>
                <a:ea typeface="+mn-ea"/>
                <a:cs typeface="+mn-cs"/>
              </a:defRPr>
            </a:lvl5pPr>
            <a:lvl6pPr marL="857250" indent="-171450" algn="l" defTabSz="457200" rtl="0" eaLnBrk="1" latinLnBrk="0" hangingPunct="1">
              <a:spcBef>
                <a:spcPts val="600"/>
              </a:spcBef>
              <a:buClrTx/>
              <a:buFont typeface="Arial" panose="020B0604020202020204" pitchFamily="34" charset="0"/>
              <a:buChar char="•"/>
              <a:defRPr sz="1400" kern="1200">
                <a:solidFill>
                  <a:schemeClr val="tx2"/>
                </a:solidFill>
                <a:latin typeface="+mn-lt"/>
                <a:ea typeface="+mn-ea"/>
                <a:cs typeface="+mn-cs"/>
              </a:defRPr>
            </a:lvl6pPr>
            <a:lvl7pPr marL="1028700" indent="-165100" algn="l" defTabSz="457200" rtl="0" eaLnBrk="1" latinLnBrk="0" hangingPunct="1">
              <a:spcBef>
                <a:spcPts val="600"/>
              </a:spcBef>
              <a:buClrTx/>
              <a:buFont typeface="Arial" panose="020B0604020202020204" pitchFamily="34" charset="0"/>
              <a:buChar char="–"/>
              <a:defRPr sz="1400" kern="1200">
                <a:solidFill>
                  <a:schemeClr val="tx2"/>
                </a:solidFill>
                <a:latin typeface="+mn-lt"/>
                <a:ea typeface="+mn-ea"/>
                <a:cs typeface="+mn-cs"/>
              </a:defRPr>
            </a:lvl7pPr>
            <a:lvl8pPr marL="1206500" indent="-177800" algn="l" defTabSz="457200" rtl="0" eaLnBrk="1" latinLnBrk="0" hangingPunct="1">
              <a:spcBef>
                <a:spcPts val="600"/>
              </a:spcBef>
              <a:buClrTx/>
              <a:buFont typeface="Arial"/>
              <a:buChar char="•"/>
              <a:defRPr sz="1400" kern="1200">
                <a:solidFill>
                  <a:schemeClr val="tx2"/>
                </a:solidFill>
                <a:latin typeface="+mn-lt"/>
                <a:ea typeface="+mn-ea"/>
                <a:cs typeface="+mn-cs"/>
              </a:defRPr>
            </a:lvl8pPr>
            <a:lvl9pPr marL="1371600" indent="-165100" algn="l" defTabSz="457200" rtl="0" eaLnBrk="1" latinLnBrk="0" hangingPunct="1">
              <a:spcBef>
                <a:spcPts val="600"/>
              </a:spcBef>
              <a:buClrTx/>
              <a:buFont typeface="Arial" panose="020B0604020202020204" pitchFamily="34" charset="0"/>
              <a:buChar char="–"/>
              <a:defRPr sz="1400" kern="1200">
                <a:solidFill>
                  <a:schemeClr val="tx2"/>
                </a:solidFill>
                <a:latin typeface="+mn-lt"/>
                <a:ea typeface="+mn-ea"/>
                <a:cs typeface="+mn-cs"/>
              </a:defRPr>
            </a:lvl9pPr>
          </a:lstStyle>
          <a:p>
            <a:pPr algn="ctr"/>
            <a:r>
              <a:rPr lang="en-US" sz="1800"/>
              <a:t>Text 5</a:t>
            </a:r>
          </a:p>
        </p:txBody>
      </p:sp>
      <p:sp>
        <p:nvSpPr>
          <p:cNvPr id="20" name="Horizontal rule 3">
            <a:extLst>
              <a:ext uri="{FF2B5EF4-FFF2-40B4-BE49-F238E27FC236}">
                <a16:creationId xmlns:a16="http://schemas.microsoft.com/office/drawing/2014/main" id="{3CD48D76-ECA3-4231-B248-AEF42AD0F04D}"/>
              </a:ext>
              <a:ext uri="{C183D7F6-B498-43B3-948B-1728B52AA6E4}">
                <adec:decorative xmlns:adec="http://schemas.microsoft.com/office/drawing/2017/decorative" val="1"/>
              </a:ext>
            </a:extLst>
          </p:cNvPr>
          <p:cNvSpPr/>
          <p:nvPr/>
        </p:nvSpPr>
        <p:spPr bwMode="gray">
          <a:xfrm>
            <a:off x="1948854" y="4710038"/>
            <a:ext cx="8301855" cy="187973"/>
          </a:xfrm>
          <a:custGeom>
            <a:avLst/>
            <a:gdLst>
              <a:gd name="connsiteX0" fmla="*/ 0 w 5930900"/>
              <a:gd name="connsiteY0" fmla="*/ 203200 h 215900"/>
              <a:gd name="connsiteX1" fmla="*/ 0 w 5930900"/>
              <a:gd name="connsiteY1" fmla="*/ 0 h 215900"/>
              <a:gd name="connsiteX2" fmla="*/ 5930900 w 5930900"/>
              <a:gd name="connsiteY2" fmla="*/ 0 h 215900"/>
              <a:gd name="connsiteX3" fmla="*/ 5930900 w 5930900"/>
              <a:gd name="connsiteY3" fmla="*/ 215900 h 215900"/>
            </a:gdLst>
            <a:ahLst/>
            <a:cxnLst>
              <a:cxn ang="0">
                <a:pos x="connsiteX0" y="connsiteY0"/>
              </a:cxn>
              <a:cxn ang="0">
                <a:pos x="connsiteX1" y="connsiteY1"/>
              </a:cxn>
              <a:cxn ang="0">
                <a:pos x="connsiteX2" y="connsiteY2"/>
              </a:cxn>
              <a:cxn ang="0">
                <a:pos x="connsiteX3" y="connsiteY3"/>
              </a:cxn>
            </a:cxnLst>
            <a:rect l="l" t="t" r="r" b="b"/>
            <a:pathLst>
              <a:path w="5930900" h="215900">
                <a:moveTo>
                  <a:pt x="0" y="203200"/>
                </a:moveTo>
                <a:lnTo>
                  <a:pt x="0" y="0"/>
                </a:lnTo>
                <a:lnTo>
                  <a:pt x="5930900" y="0"/>
                </a:lnTo>
                <a:lnTo>
                  <a:pt x="5930900" y="215900"/>
                </a:lnTo>
              </a:path>
            </a:pathLst>
          </a:custGeom>
          <a:noFill/>
          <a:ln w="12700">
            <a:solidFill>
              <a:schemeClr val="accent5"/>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2"/>
              </a:solidFill>
            </a:endParaRPr>
          </a:p>
        </p:txBody>
      </p:sp>
      <p:sp>
        <p:nvSpPr>
          <p:cNvPr id="12" name="Content placeholder 6">
            <a:extLst>
              <a:ext uri="{FF2B5EF4-FFF2-40B4-BE49-F238E27FC236}">
                <a16:creationId xmlns:a16="http://schemas.microsoft.com/office/drawing/2014/main" id="{4DAF70EF-0B40-4329-9A16-07EDA8974524}"/>
              </a:ext>
            </a:extLst>
          </p:cNvPr>
          <p:cNvSpPr txBox="1">
            <a:spLocks/>
          </p:cNvSpPr>
          <p:nvPr/>
        </p:nvSpPr>
        <p:spPr bwMode="gray">
          <a:xfrm>
            <a:off x="1102928" y="4898013"/>
            <a:ext cx="1706370" cy="849207"/>
          </a:xfrm>
          <a:prstGeom prst="rect">
            <a:avLst/>
          </a:prstGeom>
          <a:solidFill>
            <a:schemeClr val="bg1"/>
          </a:solidFill>
          <a:ln w="12700">
            <a:solidFill>
              <a:schemeClr val="accent5"/>
            </a:solidFill>
          </a:ln>
        </p:spPr>
        <p:txBody>
          <a:bodyPr vert="horz" lIns="0" tIns="0" rIns="0" bIns="0" rtlCol="0" anchor="ctr">
            <a:noAutofit/>
          </a:bodyPr>
          <a:lstStyle>
            <a:lvl1pPr marL="0" indent="0" algn="l" defTabSz="457200" rtl="0" eaLnBrk="1" latinLnBrk="0" hangingPunct="1">
              <a:spcBef>
                <a:spcPts val="1800"/>
              </a:spcBef>
              <a:buClrTx/>
              <a:buFont typeface="Arial"/>
              <a:buNone/>
              <a:defRPr sz="1400" b="0" kern="1200" cap="none" baseline="0">
                <a:solidFill>
                  <a:schemeClr val="tx2"/>
                </a:solidFill>
                <a:latin typeface="+mn-lt"/>
                <a:ea typeface="+mn-ea"/>
                <a:cs typeface="+mn-cs"/>
              </a:defRPr>
            </a:lvl1pPr>
            <a:lvl2pPr marL="171450" indent="-171450" algn="l" defTabSz="457200" rtl="0" eaLnBrk="1" latinLnBrk="0" hangingPunct="1">
              <a:spcBef>
                <a:spcPts val="1200"/>
              </a:spcBef>
              <a:buClrTx/>
              <a:buFont typeface="Arial"/>
              <a:buChar char="•"/>
              <a:defRPr sz="1400" kern="1200">
                <a:solidFill>
                  <a:schemeClr val="tx2"/>
                </a:solidFill>
                <a:latin typeface="+mn-lt"/>
                <a:ea typeface="+mn-ea"/>
                <a:cs typeface="+mn-cs"/>
              </a:defRPr>
            </a:lvl2pPr>
            <a:lvl3pPr marL="342900" indent="-171450" algn="l" defTabSz="457200" rtl="0" eaLnBrk="1" latinLnBrk="0" hangingPunct="1">
              <a:spcBef>
                <a:spcPts val="600"/>
              </a:spcBef>
              <a:buClrTx/>
              <a:buFont typeface="CVS Health Sans"/>
              <a:buChar char="–"/>
              <a:defRPr sz="1400" kern="1200" baseline="0">
                <a:solidFill>
                  <a:schemeClr val="tx2"/>
                </a:solidFill>
                <a:latin typeface="+mn-lt"/>
                <a:ea typeface="+mn-ea"/>
                <a:cs typeface="+mn-cs"/>
              </a:defRPr>
            </a:lvl3pPr>
            <a:lvl4pPr marL="514350" indent="-171450" algn="l" defTabSz="457200" rtl="0" eaLnBrk="1" latinLnBrk="0" hangingPunct="1">
              <a:spcBef>
                <a:spcPts val="600"/>
              </a:spcBef>
              <a:buClrTx/>
              <a:buFont typeface="Arial"/>
              <a:buChar char="•"/>
              <a:defRPr sz="1400" kern="1200">
                <a:solidFill>
                  <a:schemeClr val="tx2"/>
                </a:solidFill>
                <a:latin typeface="+mn-lt"/>
                <a:ea typeface="+mn-ea"/>
                <a:cs typeface="+mn-cs"/>
              </a:defRPr>
            </a:lvl4pPr>
            <a:lvl5pPr marL="685800" indent="-171450" algn="l" defTabSz="457200" rtl="0" eaLnBrk="1" latinLnBrk="0" hangingPunct="1">
              <a:spcBef>
                <a:spcPts val="600"/>
              </a:spcBef>
              <a:buClrTx/>
              <a:buFont typeface="Arial" panose="020B0604020202020204" pitchFamily="34" charset="0"/>
              <a:buChar char="–"/>
              <a:defRPr sz="1400" kern="1200" baseline="0">
                <a:solidFill>
                  <a:schemeClr val="tx2"/>
                </a:solidFill>
                <a:latin typeface="+mn-lt"/>
                <a:ea typeface="+mn-ea"/>
                <a:cs typeface="+mn-cs"/>
              </a:defRPr>
            </a:lvl5pPr>
            <a:lvl6pPr marL="857250" indent="-171450" algn="l" defTabSz="457200" rtl="0" eaLnBrk="1" latinLnBrk="0" hangingPunct="1">
              <a:spcBef>
                <a:spcPts val="600"/>
              </a:spcBef>
              <a:buClrTx/>
              <a:buFont typeface="Arial" panose="020B0604020202020204" pitchFamily="34" charset="0"/>
              <a:buChar char="•"/>
              <a:defRPr sz="1400" kern="1200">
                <a:solidFill>
                  <a:schemeClr val="tx2"/>
                </a:solidFill>
                <a:latin typeface="+mn-lt"/>
                <a:ea typeface="+mn-ea"/>
                <a:cs typeface="+mn-cs"/>
              </a:defRPr>
            </a:lvl6pPr>
            <a:lvl7pPr marL="1028700" indent="-165100" algn="l" defTabSz="457200" rtl="0" eaLnBrk="1" latinLnBrk="0" hangingPunct="1">
              <a:spcBef>
                <a:spcPts val="600"/>
              </a:spcBef>
              <a:buClrTx/>
              <a:buFont typeface="Arial" panose="020B0604020202020204" pitchFamily="34" charset="0"/>
              <a:buChar char="–"/>
              <a:defRPr sz="1400" kern="1200">
                <a:solidFill>
                  <a:schemeClr val="tx2"/>
                </a:solidFill>
                <a:latin typeface="+mn-lt"/>
                <a:ea typeface="+mn-ea"/>
                <a:cs typeface="+mn-cs"/>
              </a:defRPr>
            </a:lvl7pPr>
            <a:lvl8pPr marL="1206500" indent="-177800" algn="l" defTabSz="457200" rtl="0" eaLnBrk="1" latinLnBrk="0" hangingPunct="1">
              <a:spcBef>
                <a:spcPts val="600"/>
              </a:spcBef>
              <a:buClrTx/>
              <a:buFont typeface="Arial"/>
              <a:buChar char="•"/>
              <a:defRPr sz="1400" kern="1200">
                <a:solidFill>
                  <a:schemeClr val="tx2"/>
                </a:solidFill>
                <a:latin typeface="+mn-lt"/>
                <a:ea typeface="+mn-ea"/>
                <a:cs typeface="+mn-cs"/>
              </a:defRPr>
            </a:lvl8pPr>
            <a:lvl9pPr marL="1371600" indent="-165100" algn="l" defTabSz="457200" rtl="0" eaLnBrk="1" latinLnBrk="0" hangingPunct="1">
              <a:spcBef>
                <a:spcPts val="600"/>
              </a:spcBef>
              <a:buClrTx/>
              <a:buFont typeface="Arial" panose="020B0604020202020204" pitchFamily="34" charset="0"/>
              <a:buChar char="–"/>
              <a:defRPr sz="1400" kern="1200">
                <a:solidFill>
                  <a:schemeClr val="tx2"/>
                </a:solidFill>
                <a:latin typeface="+mn-lt"/>
                <a:ea typeface="+mn-ea"/>
                <a:cs typeface="+mn-cs"/>
              </a:defRPr>
            </a:lvl9pPr>
          </a:lstStyle>
          <a:p>
            <a:pPr algn="ctr"/>
            <a:r>
              <a:rPr lang="en-US" sz="1800"/>
              <a:t>Text 6</a:t>
            </a:r>
          </a:p>
        </p:txBody>
      </p:sp>
      <p:cxnSp>
        <p:nvCxnSpPr>
          <p:cNvPr id="21" name="Vertical rule 2">
            <a:extLst>
              <a:ext uri="{FF2B5EF4-FFF2-40B4-BE49-F238E27FC236}">
                <a16:creationId xmlns:a16="http://schemas.microsoft.com/office/drawing/2014/main" id="{E04C67ED-F2AA-4760-850D-67C3797540E9}"/>
              </a:ext>
              <a:ext uri="{C183D7F6-B498-43B3-948B-1728B52AA6E4}">
                <adec:decorative xmlns:adec="http://schemas.microsoft.com/office/drawing/2017/decorative" val="1"/>
              </a:ext>
            </a:extLst>
          </p:cNvPr>
          <p:cNvCxnSpPr>
            <a:cxnSpLocks/>
          </p:cNvCxnSpPr>
          <p:nvPr/>
        </p:nvCxnSpPr>
        <p:spPr>
          <a:xfrm>
            <a:off x="4016829" y="4710038"/>
            <a:ext cx="0" cy="187975"/>
          </a:xfrm>
          <a:prstGeom prst="line">
            <a:avLst/>
          </a:prstGeom>
          <a:ln w="12700" cmpd="sng">
            <a:solidFill>
              <a:schemeClr val="accent5"/>
            </a:solidFill>
          </a:ln>
        </p:spPr>
        <p:style>
          <a:lnRef idx="1">
            <a:schemeClr val="accent1"/>
          </a:lnRef>
          <a:fillRef idx="0">
            <a:schemeClr val="accent1"/>
          </a:fillRef>
          <a:effectRef idx="0">
            <a:schemeClr val="accent1"/>
          </a:effectRef>
          <a:fontRef idx="minor">
            <a:schemeClr val="tx1"/>
          </a:fontRef>
        </p:style>
      </p:cxnSp>
      <p:sp>
        <p:nvSpPr>
          <p:cNvPr id="13" name="Content placeholder 7">
            <a:extLst>
              <a:ext uri="{FF2B5EF4-FFF2-40B4-BE49-F238E27FC236}">
                <a16:creationId xmlns:a16="http://schemas.microsoft.com/office/drawing/2014/main" id="{5A435B4B-D6AC-48DA-9695-7FFE580DB096}"/>
              </a:ext>
            </a:extLst>
          </p:cNvPr>
          <p:cNvSpPr txBox="1">
            <a:spLocks/>
          </p:cNvSpPr>
          <p:nvPr/>
        </p:nvSpPr>
        <p:spPr bwMode="gray">
          <a:xfrm>
            <a:off x="3172078" y="4898013"/>
            <a:ext cx="1706370" cy="849207"/>
          </a:xfrm>
          <a:prstGeom prst="rect">
            <a:avLst/>
          </a:prstGeom>
          <a:solidFill>
            <a:schemeClr val="bg1"/>
          </a:solidFill>
          <a:ln w="12700">
            <a:solidFill>
              <a:schemeClr val="accent5"/>
            </a:solidFill>
          </a:ln>
        </p:spPr>
        <p:txBody>
          <a:bodyPr vert="horz" lIns="0" tIns="0" rIns="0" bIns="0" rtlCol="0" anchor="ctr">
            <a:noAutofit/>
          </a:bodyPr>
          <a:lstStyle>
            <a:lvl1pPr marL="0" indent="0" algn="l" defTabSz="457200" rtl="0" eaLnBrk="1" latinLnBrk="0" hangingPunct="1">
              <a:spcBef>
                <a:spcPts val="1800"/>
              </a:spcBef>
              <a:buClrTx/>
              <a:buFont typeface="Arial"/>
              <a:buNone/>
              <a:defRPr sz="1400" b="0" kern="1200" cap="none" baseline="0">
                <a:solidFill>
                  <a:schemeClr val="tx2"/>
                </a:solidFill>
                <a:latin typeface="+mn-lt"/>
                <a:ea typeface="+mn-ea"/>
                <a:cs typeface="+mn-cs"/>
              </a:defRPr>
            </a:lvl1pPr>
            <a:lvl2pPr marL="171450" indent="-171450" algn="l" defTabSz="457200" rtl="0" eaLnBrk="1" latinLnBrk="0" hangingPunct="1">
              <a:spcBef>
                <a:spcPts val="1200"/>
              </a:spcBef>
              <a:buClrTx/>
              <a:buFont typeface="Arial"/>
              <a:buChar char="•"/>
              <a:defRPr sz="1400" kern="1200">
                <a:solidFill>
                  <a:schemeClr val="tx2"/>
                </a:solidFill>
                <a:latin typeface="+mn-lt"/>
                <a:ea typeface="+mn-ea"/>
                <a:cs typeface="+mn-cs"/>
              </a:defRPr>
            </a:lvl2pPr>
            <a:lvl3pPr marL="342900" indent="-171450" algn="l" defTabSz="457200" rtl="0" eaLnBrk="1" latinLnBrk="0" hangingPunct="1">
              <a:spcBef>
                <a:spcPts val="600"/>
              </a:spcBef>
              <a:buClrTx/>
              <a:buFont typeface="CVS Health Sans"/>
              <a:buChar char="–"/>
              <a:defRPr sz="1400" kern="1200" baseline="0">
                <a:solidFill>
                  <a:schemeClr val="tx2"/>
                </a:solidFill>
                <a:latin typeface="+mn-lt"/>
                <a:ea typeface="+mn-ea"/>
                <a:cs typeface="+mn-cs"/>
              </a:defRPr>
            </a:lvl3pPr>
            <a:lvl4pPr marL="514350" indent="-171450" algn="l" defTabSz="457200" rtl="0" eaLnBrk="1" latinLnBrk="0" hangingPunct="1">
              <a:spcBef>
                <a:spcPts val="600"/>
              </a:spcBef>
              <a:buClrTx/>
              <a:buFont typeface="Arial"/>
              <a:buChar char="•"/>
              <a:defRPr sz="1400" kern="1200">
                <a:solidFill>
                  <a:schemeClr val="tx2"/>
                </a:solidFill>
                <a:latin typeface="+mn-lt"/>
                <a:ea typeface="+mn-ea"/>
                <a:cs typeface="+mn-cs"/>
              </a:defRPr>
            </a:lvl4pPr>
            <a:lvl5pPr marL="685800" indent="-171450" algn="l" defTabSz="457200" rtl="0" eaLnBrk="1" latinLnBrk="0" hangingPunct="1">
              <a:spcBef>
                <a:spcPts val="600"/>
              </a:spcBef>
              <a:buClrTx/>
              <a:buFont typeface="Arial" panose="020B0604020202020204" pitchFamily="34" charset="0"/>
              <a:buChar char="–"/>
              <a:defRPr sz="1400" kern="1200" baseline="0">
                <a:solidFill>
                  <a:schemeClr val="tx2"/>
                </a:solidFill>
                <a:latin typeface="+mn-lt"/>
                <a:ea typeface="+mn-ea"/>
                <a:cs typeface="+mn-cs"/>
              </a:defRPr>
            </a:lvl5pPr>
            <a:lvl6pPr marL="857250" indent="-171450" algn="l" defTabSz="457200" rtl="0" eaLnBrk="1" latinLnBrk="0" hangingPunct="1">
              <a:spcBef>
                <a:spcPts val="600"/>
              </a:spcBef>
              <a:buClrTx/>
              <a:buFont typeface="Arial" panose="020B0604020202020204" pitchFamily="34" charset="0"/>
              <a:buChar char="•"/>
              <a:defRPr sz="1400" kern="1200">
                <a:solidFill>
                  <a:schemeClr val="tx2"/>
                </a:solidFill>
                <a:latin typeface="+mn-lt"/>
                <a:ea typeface="+mn-ea"/>
                <a:cs typeface="+mn-cs"/>
              </a:defRPr>
            </a:lvl6pPr>
            <a:lvl7pPr marL="1028700" indent="-165100" algn="l" defTabSz="457200" rtl="0" eaLnBrk="1" latinLnBrk="0" hangingPunct="1">
              <a:spcBef>
                <a:spcPts val="600"/>
              </a:spcBef>
              <a:buClrTx/>
              <a:buFont typeface="Arial" panose="020B0604020202020204" pitchFamily="34" charset="0"/>
              <a:buChar char="–"/>
              <a:defRPr sz="1400" kern="1200">
                <a:solidFill>
                  <a:schemeClr val="tx2"/>
                </a:solidFill>
                <a:latin typeface="+mn-lt"/>
                <a:ea typeface="+mn-ea"/>
                <a:cs typeface="+mn-cs"/>
              </a:defRPr>
            </a:lvl7pPr>
            <a:lvl8pPr marL="1206500" indent="-177800" algn="l" defTabSz="457200" rtl="0" eaLnBrk="1" latinLnBrk="0" hangingPunct="1">
              <a:spcBef>
                <a:spcPts val="600"/>
              </a:spcBef>
              <a:buClrTx/>
              <a:buFont typeface="Arial"/>
              <a:buChar char="•"/>
              <a:defRPr sz="1400" kern="1200">
                <a:solidFill>
                  <a:schemeClr val="tx2"/>
                </a:solidFill>
                <a:latin typeface="+mn-lt"/>
                <a:ea typeface="+mn-ea"/>
                <a:cs typeface="+mn-cs"/>
              </a:defRPr>
            </a:lvl8pPr>
            <a:lvl9pPr marL="1371600" indent="-165100" algn="l" defTabSz="457200" rtl="0" eaLnBrk="1" latinLnBrk="0" hangingPunct="1">
              <a:spcBef>
                <a:spcPts val="600"/>
              </a:spcBef>
              <a:buClrTx/>
              <a:buFont typeface="Arial" panose="020B0604020202020204" pitchFamily="34" charset="0"/>
              <a:buChar char="–"/>
              <a:defRPr sz="1400" kern="1200">
                <a:solidFill>
                  <a:schemeClr val="tx2"/>
                </a:solidFill>
                <a:latin typeface="+mn-lt"/>
                <a:ea typeface="+mn-ea"/>
                <a:cs typeface="+mn-cs"/>
              </a:defRPr>
            </a:lvl9pPr>
          </a:lstStyle>
          <a:p>
            <a:pPr algn="ctr"/>
            <a:r>
              <a:rPr lang="en-US" sz="1800"/>
              <a:t>Text 7</a:t>
            </a:r>
          </a:p>
        </p:txBody>
      </p:sp>
      <p:sp>
        <p:nvSpPr>
          <p:cNvPr id="14" name="Content placeholder 8">
            <a:extLst>
              <a:ext uri="{FF2B5EF4-FFF2-40B4-BE49-F238E27FC236}">
                <a16:creationId xmlns:a16="http://schemas.microsoft.com/office/drawing/2014/main" id="{D6A5E43C-F00E-46AF-9CD7-2B02C67CC887}"/>
              </a:ext>
            </a:extLst>
          </p:cNvPr>
          <p:cNvSpPr txBox="1">
            <a:spLocks/>
          </p:cNvSpPr>
          <p:nvPr/>
        </p:nvSpPr>
        <p:spPr bwMode="gray">
          <a:xfrm>
            <a:off x="5241228" y="4898013"/>
            <a:ext cx="1706370" cy="849207"/>
          </a:xfrm>
          <a:prstGeom prst="rect">
            <a:avLst/>
          </a:prstGeom>
          <a:solidFill>
            <a:schemeClr val="bg1"/>
          </a:solidFill>
          <a:ln w="12700">
            <a:solidFill>
              <a:schemeClr val="accent5"/>
            </a:solidFill>
          </a:ln>
        </p:spPr>
        <p:txBody>
          <a:bodyPr vert="horz" lIns="0" tIns="0" rIns="0" bIns="0" rtlCol="0" anchor="ctr">
            <a:noAutofit/>
          </a:bodyPr>
          <a:lstStyle>
            <a:lvl1pPr marL="0" indent="0" algn="l" defTabSz="457200" rtl="0" eaLnBrk="1" latinLnBrk="0" hangingPunct="1">
              <a:spcBef>
                <a:spcPts val="1800"/>
              </a:spcBef>
              <a:buClrTx/>
              <a:buFont typeface="Arial"/>
              <a:buNone/>
              <a:defRPr sz="1400" b="0" kern="1200" cap="none" baseline="0">
                <a:solidFill>
                  <a:schemeClr val="tx2"/>
                </a:solidFill>
                <a:latin typeface="+mn-lt"/>
                <a:ea typeface="+mn-ea"/>
                <a:cs typeface="+mn-cs"/>
              </a:defRPr>
            </a:lvl1pPr>
            <a:lvl2pPr marL="171450" indent="-171450" algn="l" defTabSz="457200" rtl="0" eaLnBrk="1" latinLnBrk="0" hangingPunct="1">
              <a:spcBef>
                <a:spcPts val="1200"/>
              </a:spcBef>
              <a:buClrTx/>
              <a:buFont typeface="Arial"/>
              <a:buChar char="•"/>
              <a:defRPr sz="1400" kern="1200">
                <a:solidFill>
                  <a:schemeClr val="tx2"/>
                </a:solidFill>
                <a:latin typeface="+mn-lt"/>
                <a:ea typeface="+mn-ea"/>
                <a:cs typeface="+mn-cs"/>
              </a:defRPr>
            </a:lvl2pPr>
            <a:lvl3pPr marL="342900" indent="-171450" algn="l" defTabSz="457200" rtl="0" eaLnBrk="1" latinLnBrk="0" hangingPunct="1">
              <a:spcBef>
                <a:spcPts val="600"/>
              </a:spcBef>
              <a:buClrTx/>
              <a:buFont typeface="CVS Health Sans"/>
              <a:buChar char="–"/>
              <a:defRPr sz="1400" kern="1200" baseline="0">
                <a:solidFill>
                  <a:schemeClr val="tx2"/>
                </a:solidFill>
                <a:latin typeface="+mn-lt"/>
                <a:ea typeface="+mn-ea"/>
                <a:cs typeface="+mn-cs"/>
              </a:defRPr>
            </a:lvl3pPr>
            <a:lvl4pPr marL="514350" indent="-171450" algn="l" defTabSz="457200" rtl="0" eaLnBrk="1" latinLnBrk="0" hangingPunct="1">
              <a:spcBef>
                <a:spcPts val="600"/>
              </a:spcBef>
              <a:buClrTx/>
              <a:buFont typeface="Arial"/>
              <a:buChar char="•"/>
              <a:defRPr sz="1400" kern="1200">
                <a:solidFill>
                  <a:schemeClr val="tx2"/>
                </a:solidFill>
                <a:latin typeface="+mn-lt"/>
                <a:ea typeface="+mn-ea"/>
                <a:cs typeface="+mn-cs"/>
              </a:defRPr>
            </a:lvl4pPr>
            <a:lvl5pPr marL="685800" indent="-171450" algn="l" defTabSz="457200" rtl="0" eaLnBrk="1" latinLnBrk="0" hangingPunct="1">
              <a:spcBef>
                <a:spcPts val="600"/>
              </a:spcBef>
              <a:buClrTx/>
              <a:buFont typeface="Arial" panose="020B0604020202020204" pitchFamily="34" charset="0"/>
              <a:buChar char="–"/>
              <a:defRPr sz="1400" kern="1200" baseline="0">
                <a:solidFill>
                  <a:schemeClr val="tx2"/>
                </a:solidFill>
                <a:latin typeface="+mn-lt"/>
                <a:ea typeface="+mn-ea"/>
                <a:cs typeface="+mn-cs"/>
              </a:defRPr>
            </a:lvl5pPr>
            <a:lvl6pPr marL="857250" indent="-171450" algn="l" defTabSz="457200" rtl="0" eaLnBrk="1" latinLnBrk="0" hangingPunct="1">
              <a:spcBef>
                <a:spcPts val="600"/>
              </a:spcBef>
              <a:buClrTx/>
              <a:buFont typeface="Arial" panose="020B0604020202020204" pitchFamily="34" charset="0"/>
              <a:buChar char="•"/>
              <a:defRPr sz="1400" kern="1200">
                <a:solidFill>
                  <a:schemeClr val="tx2"/>
                </a:solidFill>
                <a:latin typeface="+mn-lt"/>
                <a:ea typeface="+mn-ea"/>
                <a:cs typeface="+mn-cs"/>
              </a:defRPr>
            </a:lvl6pPr>
            <a:lvl7pPr marL="1028700" indent="-165100" algn="l" defTabSz="457200" rtl="0" eaLnBrk="1" latinLnBrk="0" hangingPunct="1">
              <a:spcBef>
                <a:spcPts val="600"/>
              </a:spcBef>
              <a:buClrTx/>
              <a:buFont typeface="Arial" panose="020B0604020202020204" pitchFamily="34" charset="0"/>
              <a:buChar char="–"/>
              <a:defRPr sz="1400" kern="1200">
                <a:solidFill>
                  <a:schemeClr val="tx2"/>
                </a:solidFill>
                <a:latin typeface="+mn-lt"/>
                <a:ea typeface="+mn-ea"/>
                <a:cs typeface="+mn-cs"/>
              </a:defRPr>
            </a:lvl7pPr>
            <a:lvl8pPr marL="1206500" indent="-177800" algn="l" defTabSz="457200" rtl="0" eaLnBrk="1" latinLnBrk="0" hangingPunct="1">
              <a:spcBef>
                <a:spcPts val="600"/>
              </a:spcBef>
              <a:buClrTx/>
              <a:buFont typeface="Arial"/>
              <a:buChar char="•"/>
              <a:defRPr sz="1400" kern="1200">
                <a:solidFill>
                  <a:schemeClr val="tx2"/>
                </a:solidFill>
                <a:latin typeface="+mn-lt"/>
                <a:ea typeface="+mn-ea"/>
                <a:cs typeface="+mn-cs"/>
              </a:defRPr>
            </a:lvl8pPr>
            <a:lvl9pPr marL="1371600" indent="-165100" algn="l" defTabSz="457200" rtl="0" eaLnBrk="1" latinLnBrk="0" hangingPunct="1">
              <a:spcBef>
                <a:spcPts val="600"/>
              </a:spcBef>
              <a:buClrTx/>
              <a:buFont typeface="Arial" panose="020B0604020202020204" pitchFamily="34" charset="0"/>
              <a:buChar char="–"/>
              <a:defRPr sz="1400" kern="1200">
                <a:solidFill>
                  <a:schemeClr val="tx2"/>
                </a:solidFill>
                <a:latin typeface="+mn-lt"/>
                <a:ea typeface="+mn-ea"/>
                <a:cs typeface="+mn-cs"/>
              </a:defRPr>
            </a:lvl9pPr>
          </a:lstStyle>
          <a:p>
            <a:pPr algn="ctr"/>
            <a:r>
              <a:rPr lang="en-US" sz="1800"/>
              <a:t>Text 8</a:t>
            </a:r>
          </a:p>
        </p:txBody>
      </p:sp>
      <p:cxnSp>
        <p:nvCxnSpPr>
          <p:cNvPr id="22" name="Vertical rule 3">
            <a:extLst>
              <a:ext uri="{FF2B5EF4-FFF2-40B4-BE49-F238E27FC236}">
                <a16:creationId xmlns:a16="http://schemas.microsoft.com/office/drawing/2014/main" id="{6FB8892A-32E5-47E9-8943-BAAD677B45AC}"/>
              </a:ext>
              <a:ext uri="{C183D7F6-B498-43B3-948B-1728B52AA6E4}">
                <adec:decorative xmlns:adec="http://schemas.microsoft.com/office/drawing/2017/decorative" val="1"/>
              </a:ext>
            </a:extLst>
          </p:cNvPr>
          <p:cNvCxnSpPr>
            <a:cxnSpLocks/>
          </p:cNvCxnSpPr>
          <p:nvPr/>
        </p:nvCxnSpPr>
        <p:spPr>
          <a:xfrm>
            <a:off x="8171543" y="4710038"/>
            <a:ext cx="0" cy="187975"/>
          </a:xfrm>
          <a:prstGeom prst="line">
            <a:avLst/>
          </a:prstGeom>
          <a:ln w="12700" cmpd="sng">
            <a:solidFill>
              <a:schemeClr val="accent5"/>
            </a:solidFill>
          </a:ln>
        </p:spPr>
        <p:style>
          <a:lnRef idx="1">
            <a:schemeClr val="accent1"/>
          </a:lnRef>
          <a:fillRef idx="0">
            <a:schemeClr val="accent1"/>
          </a:fillRef>
          <a:effectRef idx="0">
            <a:schemeClr val="accent1"/>
          </a:effectRef>
          <a:fontRef idx="minor">
            <a:schemeClr val="tx1"/>
          </a:fontRef>
        </p:style>
      </p:cxnSp>
      <p:sp>
        <p:nvSpPr>
          <p:cNvPr id="15" name="Content placeholder 9">
            <a:extLst>
              <a:ext uri="{FF2B5EF4-FFF2-40B4-BE49-F238E27FC236}">
                <a16:creationId xmlns:a16="http://schemas.microsoft.com/office/drawing/2014/main" id="{26637223-4D6F-40C4-A356-FF3BA47BB912}"/>
              </a:ext>
            </a:extLst>
          </p:cNvPr>
          <p:cNvSpPr txBox="1">
            <a:spLocks/>
          </p:cNvSpPr>
          <p:nvPr/>
        </p:nvSpPr>
        <p:spPr bwMode="gray">
          <a:xfrm>
            <a:off x="7310378" y="4898013"/>
            <a:ext cx="1706370" cy="849207"/>
          </a:xfrm>
          <a:prstGeom prst="rect">
            <a:avLst/>
          </a:prstGeom>
          <a:solidFill>
            <a:schemeClr val="bg1"/>
          </a:solidFill>
          <a:ln w="12700">
            <a:solidFill>
              <a:schemeClr val="accent5"/>
            </a:solidFill>
          </a:ln>
        </p:spPr>
        <p:txBody>
          <a:bodyPr vert="horz" lIns="0" tIns="0" rIns="0" bIns="0" rtlCol="0" anchor="ctr">
            <a:noAutofit/>
          </a:bodyPr>
          <a:lstStyle>
            <a:lvl1pPr marL="0" indent="0" algn="l" defTabSz="457200" rtl="0" eaLnBrk="1" latinLnBrk="0" hangingPunct="1">
              <a:spcBef>
                <a:spcPts val="1800"/>
              </a:spcBef>
              <a:buClrTx/>
              <a:buFont typeface="Arial"/>
              <a:buNone/>
              <a:defRPr sz="1400" b="0" kern="1200" cap="none" baseline="0">
                <a:solidFill>
                  <a:schemeClr val="tx2"/>
                </a:solidFill>
                <a:latin typeface="+mn-lt"/>
                <a:ea typeface="+mn-ea"/>
                <a:cs typeface="+mn-cs"/>
              </a:defRPr>
            </a:lvl1pPr>
            <a:lvl2pPr marL="171450" indent="-171450" algn="l" defTabSz="457200" rtl="0" eaLnBrk="1" latinLnBrk="0" hangingPunct="1">
              <a:spcBef>
                <a:spcPts val="1200"/>
              </a:spcBef>
              <a:buClrTx/>
              <a:buFont typeface="Arial"/>
              <a:buChar char="•"/>
              <a:defRPr sz="1400" kern="1200">
                <a:solidFill>
                  <a:schemeClr val="tx2"/>
                </a:solidFill>
                <a:latin typeface="+mn-lt"/>
                <a:ea typeface="+mn-ea"/>
                <a:cs typeface="+mn-cs"/>
              </a:defRPr>
            </a:lvl2pPr>
            <a:lvl3pPr marL="342900" indent="-171450" algn="l" defTabSz="457200" rtl="0" eaLnBrk="1" latinLnBrk="0" hangingPunct="1">
              <a:spcBef>
                <a:spcPts val="600"/>
              </a:spcBef>
              <a:buClrTx/>
              <a:buFont typeface="CVS Health Sans"/>
              <a:buChar char="–"/>
              <a:defRPr sz="1400" kern="1200" baseline="0">
                <a:solidFill>
                  <a:schemeClr val="tx2"/>
                </a:solidFill>
                <a:latin typeface="+mn-lt"/>
                <a:ea typeface="+mn-ea"/>
                <a:cs typeface="+mn-cs"/>
              </a:defRPr>
            </a:lvl3pPr>
            <a:lvl4pPr marL="514350" indent="-171450" algn="l" defTabSz="457200" rtl="0" eaLnBrk="1" latinLnBrk="0" hangingPunct="1">
              <a:spcBef>
                <a:spcPts val="600"/>
              </a:spcBef>
              <a:buClrTx/>
              <a:buFont typeface="Arial"/>
              <a:buChar char="•"/>
              <a:defRPr sz="1400" kern="1200">
                <a:solidFill>
                  <a:schemeClr val="tx2"/>
                </a:solidFill>
                <a:latin typeface="+mn-lt"/>
                <a:ea typeface="+mn-ea"/>
                <a:cs typeface="+mn-cs"/>
              </a:defRPr>
            </a:lvl4pPr>
            <a:lvl5pPr marL="685800" indent="-171450" algn="l" defTabSz="457200" rtl="0" eaLnBrk="1" latinLnBrk="0" hangingPunct="1">
              <a:spcBef>
                <a:spcPts val="600"/>
              </a:spcBef>
              <a:buClrTx/>
              <a:buFont typeface="Arial" panose="020B0604020202020204" pitchFamily="34" charset="0"/>
              <a:buChar char="–"/>
              <a:defRPr sz="1400" kern="1200" baseline="0">
                <a:solidFill>
                  <a:schemeClr val="tx2"/>
                </a:solidFill>
                <a:latin typeface="+mn-lt"/>
                <a:ea typeface="+mn-ea"/>
                <a:cs typeface="+mn-cs"/>
              </a:defRPr>
            </a:lvl5pPr>
            <a:lvl6pPr marL="857250" indent="-171450" algn="l" defTabSz="457200" rtl="0" eaLnBrk="1" latinLnBrk="0" hangingPunct="1">
              <a:spcBef>
                <a:spcPts val="600"/>
              </a:spcBef>
              <a:buClrTx/>
              <a:buFont typeface="Arial" panose="020B0604020202020204" pitchFamily="34" charset="0"/>
              <a:buChar char="•"/>
              <a:defRPr sz="1400" kern="1200">
                <a:solidFill>
                  <a:schemeClr val="tx2"/>
                </a:solidFill>
                <a:latin typeface="+mn-lt"/>
                <a:ea typeface="+mn-ea"/>
                <a:cs typeface="+mn-cs"/>
              </a:defRPr>
            </a:lvl6pPr>
            <a:lvl7pPr marL="1028700" indent="-165100" algn="l" defTabSz="457200" rtl="0" eaLnBrk="1" latinLnBrk="0" hangingPunct="1">
              <a:spcBef>
                <a:spcPts val="600"/>
              </a:spcBef>
              <a:buClrTx/>
              <a:buFont typeface="Arial" panose="020B0604020202020204" pitchFamily="34" charset="0"/>
              <a:buChar char="–"/>
              <a:defRPr sz="1400" kern="1200">
                <a:solidFill>
                  <a:schemeClr val="tx2"/>
                </a:solidFill>
                <a:latin typeface="+mn-lt"/>
                <a:ea typeface="+mn-ea"/>
                <a:cs typeface="+mn-cs"/>
              </a:defRPr>
            </a:lvl7pPr>
            <a:lvl8pPr marL="1206500" indent="-177800" algn="l" defTabSz="457200" rtl="0" eaLnBrk="1" latinLnBrk="0" hangingPunct="1">
              <a:spcBef>
                <a:spcPts val="600"/>
              </a:spcBef>
              <a:buClrTx/>
              <a:buFont typeface="Arial"/>
              <a:buChar char="•"/>
              <a:defRPr sz="1400" kern="1200">
                <a:solidFill>
                  <a:schemeClr val="tx2"/>
                </a:solidFill>
                <a:latin typeface="+mn-lt"/>
                <a:ea typeface="+mn-ea"/>
                <a:cs typeface="+mn-cs"/>
              </a:defRPr>
            </a:lvl8pPr>
            <a:lvl9pPr marL="1371600" indent="-165100" algn="l" defTabSz="457200" rtl="0" eaLnBrk="1" latinLnBrk="0" hangingPunct="1">
              <a:spcBef>
                <a:spcPts val="600"/>
              </a:spcBef>
              <a:buClrTx/>
              <a:buFont typeface="Arial" panose="020B0604020202020204" pitchFamily="34" charset="0"/>
              <a:buChar char="–"/>
              <a:defRPr sz="1400" kern="1200">
                <a:solidFill>
                  <a:schemeClr val="tx2"/>
                </a:solidFill>
                <a:latin typeface="+mn-lt"/>
                <a:ea typeface="+mn-ea"/>
                <a:cs typeface="+mn-cs"/>
              </a:defRPr>
            </a:lvl9pPr>
          </a:lstStyle>
          <a:p>
            <a:pPr algn="ctr"/>
            <a:r>
              <a:rPr lang="en-US" sz="1800"/>
              <a:t>Text 9</a:t>
            </a:r>
          </a:p>
        </p:txBody>
      </p:sp>
      <p:sp>
        <p:nvSpPr>
          <p:cNvPr id="16" name="Content placeholder 10">
            <a:extLst>
              <a:ext uri="{FF2B5EF4-FFF2-40B4-BE49-F238E27FC236}">
                <a16:creationId xmlns:a16="http://schemas.microsoft.com/office/drawing/2014/main" id="{7D8B4840-65B8-4DEF-8101-CAC2F5DFFE71}"/>
              </a:ext>
            </a:extLst>
          </p:cNvPr>
          <p:cNvSpPr txBox="1">
            <a:spLocks/>
          </p:cNvSpPr>
          <p:nvPr/>
        </p:nvSpPr>
        <p:spPr bwMode="gray">
          <a:xfrm>
            <a:off x="9379527" y="4898013"/>
            <a:ext cx="1706370" cy="849207"/>
          </a:xfrm>
          <a:prstGeom prst="rect">
            <a:avLst/>
          </a:prstGeom>
          <a:solidFill>
            <a:schemeClr val="bg1"/>
          </a:solidFill>
          <a:ln w="12700">
            <a:solidFill>
              <a:schemeClr val="accent5"/>
            </a:solidFill>
          </a:ln>
        </p:spPr>
        <p:txBody>
          <a:bodyPr vert="horz" lIns="0" tIns="0" rIns="0" bIns="0" rtlCol="0" anchor="ctr">
            <a:noAutofit/>
          </a:bodyPr>
          <a:lstStyle>
            <a:lvl1pPr marL="0" indent="0" algn="l" defTabSz="457200" rtl="0" eaLnBrk="1" latinLnBrk="0" hangingPunct="1">
              <a:spcBef>
                <a:spcPts val="1800"/>
              </a:spcBef>
              <a:buClrTx/>
              <a:buFont typeface="Arial"/>
              <a:buNone/>
              <a:defRPr sz="1400" b="0" kern="1200" cap="none" baseline="0">
                <a:solidFill>
                  <a:schemeClr val="tx2"/>
                </a:solidFill>
                <a:latin typeface="+mn-lt"/>
                <a:ea typeface="+mn-ea"/>
                <a:cs typeface="+mn-cs"/>
              </a:defRPr>
            </a:lvl1pPr>
            <a:lvl2pPr marL="171450" indent="-171450" algn="l" defTabSz="457200" rtl="0" eaLnBrk="1" latinLnBrk="0" hangingPunct="1">
              <a:spcBef>
                <a:spcPts val="1200"/>
              </a:spcBef>
              <a:buClrTx/>
              <a:buFont typeface="Arial"/>
              <a:buChar char="•"/>
              <a:defRPr sz="1400" kern="1200">
                <a:solidFill>
                  <a:schemeClr val="tx2"/>
                </a:solidFill>
                <a:latin typeface="+mn-lt"/>
                <a:ea typeface="+mn-ea"/>
                <a:cs typeface="+mn-cs"/>
              </a:defRPr>
            </a:lvl2pPr>
            <a:lvl3pPr marL="342900" indent="-171450" algn="l" defTabSz="457200" rtl="0" eaLnBrk="1" latinLnBrk="0" hangingPunct="1">
              <a:spcBef>
                <a:spcPts val="600"/>
              </a:spcBef>
              <a:buClrTx/>
              <a:buFont typeface="CVS Health Sans"/>
              <a:buChar char="–"/>
              <a:defRPr sz="1400" kern="1200" baseline="0">
                <a:solidFill>
                  <a:schemeClr val="tx2"/>
                </a:solidFill>
                <a:latin typeface="+mn-lt"/>
                <a:ea typeface="+mn-ea"/>
                <a:cs typeface="+mn-cs"/>
              </a:defRPr>
            </a:lvl3pPr>
            <a:lvl4pPr marL="514350" indent="-171450" algn="l" defTabSz="457200" rtl="0" eaLnBrk="1" latinLnBrk="0" hangingPunct="1">
              <a:spcBef>
                <a:spcPts val="600"/>
              </a:spcBef>
              <a:buClrTx/>
              <a:buFont typeface="Arial"/>
              <a:buChar char="•"/>
              <a:defRPr sz="1400" kern="1200">
                <a:solidFill>
                  <a:schemeClr val="tx2"/>
                </a:solidFill>
                <a:latin typeface="+mn-lt"/>
                <a:ea typeface="+mn-ea"/>
                <a:cs typeface="+mn-cs"/>
              </a:defRPr>
            </a:lvl4pPr>
            <a:lvl5pPr marL="685800" indent="-171450" algn="l" defTabSz="457200" rtl="0" eaLnBrk="1" latinLnBrk="0" hangingPunct="1">
              <a:spcBef>
                <a:spcPts val="600"/>
              </a:spcBef>
              <a:buClrTx/>
              <a:buFont typeface="Arial" panose="020B0604020202020204" pitchFamily="34" charset="0"/>
              <a:buChar char="–"/>
              <a:defRPr sz="1400" kern="1200" baseline="0">
                <a:solidFill>
                  <a:schemeClr val="tx2"/>
                </a:solidFill>
                <a:latin typeface="+mn-lt"/>
                <a:ea typeface="+mn-ea"/>
                <a:cs typeface="+mn-cs"/>
              </a:defRPr>
            </a:lvl5pPr>
            <a:lvl6pPr marL="857250" indent="-171450" algn="l" defTabSz="457200" rtl="0" eaLnBrk="1" latinLnBrk="0" hangingPunct="1">
              <a:spcBef>
                <a:spcPts val="600"/>
              </a:spcBef>
              <a:buClrTx/>
              <a:buFont typeface="Arial" panose="020B0604020202020204" pitchFamily="34" charset="0"/>
              <a:buChar char="•"/>
              <a:defRPr sz="1400" kern="1200">
                <a:solidFill>
                  <a:schemeClr val="tx2"/>
                </a:solidFill>
                <a:latin typeface="+mn-lt"/>
                <a:ea typeface="+mn-ea"/>
                <a:cs typeface="+mn-cs"/>
              </a:defRPr>
            </a:lvl6pPr>
            <a:lvl7pPr marL="1028700" indent="-165100" algn="l" defTabSz="457200" rtl="0" eaLnBrk="1" latinLnBrk="0" hangingPunct="1">
              <a:spcBef>
                <a:spcPts val="600"/>
              </a:spcBef>
              <a:buClrTx/>
              <a:buFont typeface="Arial" panose="020B0604020202020204" pitchFamily="34" charset="0"/>
              <a:buChar char="–"/>
              <a:defRPr sz="1400" kern="1200">
                <a:solidFill>
                  <a:schemeClr val="tx2"/>
                </a:solidFill>
                <a:latin typeface="+mn-lt"/>
                <a:ea typeface="+mn-ea"/>
                <a:cs typeface="+mn-cs"/>
              </a:defRPr>
            </a:lvl7pPr>
            <a:lvl8pPr marL="1206500" indent="-177800" algn="l" defTabSz="457200" rtl="0" eaLnBrk="1" latinLnBrk="0" hangingPunct="1">
              <a:spcBef>
                <a:spcPts val="600"/>
              </a:spcBef>
              <a:buClrTx/>
              <a:buFont typeface="Arial"/>
              <a:buChar char="•"/>
              <a:defRPr sz="1400" kern="1200">
                <a:solidFill>
                  <a:schemeClr val="tx2"/>
                </a:solidFill>
                <a:latin typeface="+mn-lt"/>
                <a:ea typeface="+mn-ea"/>
                <a:cs typeface="+mn-cs"/>
              </a:defRPr>
            </a:lvl8pPr>
            <a:lvl9pPr marL="1371600" indent="-165100" algn="l" defTabSz="457200" rtl="0" eaLnBrk="1" latinLnBrk="0" hangingPunct="1">
              <a:spcBef>
                <a:spcPts val="600"/>
              </a:spcBef>
              <a:buClrTx/>
              <a:buFont typeface="Arial" panose="020B0604020202020204" pitchFamily="34" charset="0"/>
              <a:buChar char="–"/>
              <a:defRPr sz="1400" kern="1200">
                <a:solidFill>
                  <a:schemeClr val="tx2"/>
                </a:solidFill>
                <a:latin typeface="+mn-lt"/>
                <a:ea typeface="+mn-ea"/>
                <a:cs typeface="+mn-cs"/>
              </a:defRPr>
            </a:lvl9pPr>
          </a:lstStyle>
          <a:p>
            <a:pPr algn="ctr"/>
            <a:r>
              <a:rPr lang="en-US" sz="1800"/>
              <a:t>Text 10</a:t>
            </a:r>
          </a:p>
        </p:txBody>
      </p:sp>
      <p:sp>
        <p:nvSpPr>
          <p:cNvPr id="24" name="Rectangle 23">
            <a:extLst>
              <a:ext uri="{FF2B5EF4-FFF2-40B4-BE49-F238E27FC236}">
                <a16:creationId xmlns:a16="http://schemas.microsoft.com/office/drawing/2014/main" id="{D466C4C8-8EEA-4EB5-88FD-DC2666E75F18}"/>
              </a:ext>
            </a:extLst>
          </p:cNvPr>
          <p:cNvSpPr/>
          <p:nvPr/>
        </p:nvSpPr>
        <p:spPr bwMode="gray">
          <a:xfrm>
            <a:off x="12372478" y="0"/>
            <a:ext cx="2341049" cy="930442"/>
          </a:xfrm>
          <a:prstGeom prst="rect">
            <a:avLst/>
          </a:prstGeom>
          <a:solidFill>
            <a:srgbClr val="FFFF99"/>
          </a:solidFill>
          <a:ln>
            <a:noFill/>
            <a:miter lim="800000"/>
          </a:ln>
          <a:effectLst/>
        </p:spPr>
        <p:style>
          <a:lnRef idx="1">
            <a:schemeClr val="accent1"/>
          </a:lnRef>
          <a:fillRef idx="3">
            <a:schemeClr val="accent1"/>
          </a:fillRef>
          <a:effectRef idx="2">
            <a:schemeClr val="accent1"/>
          </a:effectRef>
          <a:fontRef idx="minor">
            <a:schemeClr val="lt1"/>
          </a:fontRef>
        </p:style>
        <p:txBody>
          <a:bodyPr lIns="182880" tIns="137160" rtlCol="0" anchor="t"/>
          <a:lstStyle/>
          <a:p>
            <a:pPr>
              <a:lnSpc>
                <a:spcPct val="105000"/>
              </a:lnSpc>
              <a:spcAft>
                <a:spcPts val="1200"/>
              </a:spcAft>
            </a:pPr>
            <a:r>
              <a:rPr lang="en-US" sz="1300" b="1">
                <a:solidFill>
                  <a:schemeClr val="tx2"/>
                </a:solidFill>
              </a:rPr>
              <a:t>More charts </a:t>
            </a:r>
            <a:r>
              <a:rPr lang="en-US" sz="1300">
                <a:solidFill>
                  <a:schemeClr val="tx2"/>
                </a:solidFill>
              </a:rPr>
              <a:t>are available in the chart library on the </a:t>
            </a:r>
            <a:r>
              <a:rPr lang="en-US" sz="1300" u="sng">
                <a:solidFill>
                  <a:schemeClr val="tx2"/>
                </a:solidFill>
                <a:hlinkClick r:id="rId2">
                  <a:extLst>
                    <a:ext uri="{A12FA001-AC4F-418D-AE19-62706E023703}">
                      <ahyp:hlinkClr xmlns:ahyp="http://schemas.microsoft.com/office/drawing/2018/hyperlinkcolor" val="tx"/>
                    </a:ext>
                  </a:extLst>
                </a:hlinkClick>
              </a:rPr>
              <a:t>Brand Center</a:t>
            </a:r>
            <a:r>
              <a:rPr lang="en-US" sz="1300">
                <a:solidFill>
                  <a:schemeClr val="tx2"/>
                </a:solidFill>
              </a:rPr>
              <a:t>.</a:t>
            </a:r>
            <a:endParaRPr lang="en-US" sz="1300" u="sng">
              <a:solidFill>
                <a:schemeClr val="tx2"/>
              </a:solidFill>
            </a:endParaRPr>
          </a:p>
        </p:txBody>
      </p:sp>
      <p:sp>
        <p:nvSpPr>
          <p:cNvPr id="23" name="Rectangle 22">
            <a:extLst>
              <a:ext uri="{FF2B5EF4-FFF2-40B4-BE49-F238E27FC236}">
                <a16:creationId xmlns:a16="http://schemas.microsoft.com/office/drawing/2014/main" id="{90D1BF11-DA31-466A-AB7D-77C14186680E}"/>
              </a:ext>
            </a:extLst>
          </p:cNvPr>
          <p:cNvSpPr/>
          <p:nvPr/>
        </p:nvSpPr>
        <p:spPr bwMode="gray">
          <a:xfrm>
            <a:off x="12372479" y="1061783"/>
            <a:ext cx="2334121" cy="2404747"/>
          </a:xfrm>
          <a:prstGeom prst="rect">
            <a:avLst/>
          </a:prstGeom>
          <a:solidFill>
            <a:schemeClr val="bg1"/>
          </a:solidFill>
          <a:ln>
            <a:noFill/>
            <a:miter lim="800000"/>
          </a:ln>
          <a:effectLst/>
        </p:spPr>
        <p:style>
          <a:lnRef idx="1">
            <a:schemeClr val="accent1"/>
          </a:lnRef>
          <a:fillRef idx="3">
            <a:schemeClr val="accent1"/>
          </a:fillRef>
          <a:effectRef idx="2">
            <a:schemeClr val="accent1"/>
          </a:effectRef>
          <a:fontRef idx="minor">
            <a:schemeClr val="lt1"/>
          </a:fontRef>
        </p:style>
        <p:txBody>
          <a:bodyPr lIns="182880" tIns="137160" rtlCol="0" anchor="t"/>
          <a:lstStyle/>
          <a:p>
            <a:pPr marL="0" lvl="1">
              <a:lnSpc>
                <a:spcPct val="90000"/>
              </a:lnSpc>
              <a:spcAft>
                <a:spcPts val="600"/>
              </a:spcAft>
            </a:pPr>
            <a:r>
              <a:rPr lang="en-US" sz="1500" b="1">
                <a:solidFill>
                  <a:schemeClr val="tx2"/>
                </a:solidFill>
              </a:rPr>
              <a:t>Accessibility </a:t>
            </a:r>
            <a:br>
              <a:rPr lang="en-US" sz="1500" b="1">
                <a:solidFill>
                  <a:schemeClr val="tx2"/>
                </a:solidFill>
              </a:rPr>
            </a:br>
            <a:r>
              <a:rPr lang="en-US" sz="1300">
                <a:solidFill>
                  <a:schemeClr val="tx2"/>
                </a:solidFill>
              </a:rPr>
              <a:t>guidance</a:t>
            </a:r>
          </a:p>
          <a:p>
            <a:pPr marL="0" lvl="1">
              <a:lnSpc>
                <a:spcPct val="105000"/>
              </a:lnSpc>
              <a:spcAft>
                <a:spcPts val="600"/>
              </a:spcAft>
            </a:pPr>
            <a:r>
              <a:rPr lang="en-US" sz="1300">
                <a:solidFill>
                  <a:schemeClr val="tx2"/>
                </a:solidFill>
              </a:rPr>
              <a:t>Organizational charts might not be read by a screen reader in the right order to convey meaning. An alternate list format should be provided in </a:t>
            </a:r>
            <a:br>
              <a:rPr lang="en-US" sz="1300">
                <a:solidFill>
                  <a:schemeClr val="tx2"/>
                </a:solidFill>
              </a:rPr>
            </a:br>
            <a:r>
              <a:rPr lang="en-US" sz="1300">
                <a:solidFill>
                  <a:schemeClr val="tx2"/>
                </a:solidFill>
              </a:rPr>
              <a:t>the slide or added in the notes section.</a:t>
            </a:r>
          </a:p>
        </p:txBody>
      </p:sp>
    </p:spTree>
    <p:extLst>
      <p:ext uri="{BB962C8B-B14F-4D97-AF65-F5344CB8AC3E}">
        <p14:creationId xmlns:p14="http://schemas.microsoft.com/office/powerpoint/2010/main" val="39017186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Title for timeline layout</a:t>
            </a:r>
          </a:p>
        </p:txBody>
      </p:sp>
      <p:sp>
        <p:nvSpPr>
          <p:cNvPr id="30" name="Rectangle 29">
            <a:extLst>
              <a:ext uri="{FF2B5EF4-FFF2-40B4-BE49-F238E27FC236}">
                <a16:creationId xmlns:a16="http://schemas.microsoft.com/office/drawing/2014/main" id="{6163D08D-6845-427D-8691-AB9502E654B8}"/>
              </a:ext>
            </a:extLst>
          </p:cNvPr>
          <p:cNvSpPr/>
          <p:nvPr/>
        </p:nvSpPr>
        <p:spPr>
          <a:xfrm>
            <a:off x="2022869" y="1808393"/>
            <a:ext cx="702436" cy="329193"/>
          </a:xfrm>
          <a:prstGeom prst="rect">
            <a:avLst/>
          </a:prstGeom>
        </p:spPr>
        <p:txBody>
          <a:bodyPr wrap="none">
            <a:spAutoFit/>
          </a:bodyPr>
          <a:lstStyle/>
          <a:p>
            <a:pPr>
              <a:lnSpc>
                <a:spcPct val="110000"/>
              </a:lnSpc>
              <a:spcBef>
                <a:spcPts val="300"/>
              </a:spcBef>
            </a:pPr>
            <a:r>
              <a:rPr lang="en-US" b="1">
                <a:solidFill>
                  <a:schemeClr val="accent2"/>
                </a:solidFill>
              </a:rPr>
              <a:t>20XX</a:t>
            </a:r>
          </a:p>
        </p:txBody>
      </p:sp>
      <p:cxnSp>
        <p:nvCxnSpPr>
          <p:cNvPr id="32" name="Straight Connector 31">
            <a:extLst>
              <a:ext uri="{FF2B5EF4-FFF2-40B4-BE49-F238E27FC236}">
                <a16:creationId xmlns:a16="http://schemas.microsoft.com/office/drawing/2014/main" id="{D341EEC4-DF44-4D45-A46D-D47F194D418A}"/>
              </a:ext>
              <a:ext uri="{C183D7F6-B498-43B3-948B-1728B52AA6E4}">
                <adec:decorative xmlns:adec="http://schemas.microsoft.com/office/drawing/2017/decorative" val="1"/>
              </a:ext>
            </a:extLst>
          </p:cNvPr>
          <p:cNvCxnSpPr>
            <a:cxnSpLocks/>
          </p:cNvCxnSpPr>
          <p:nvPr/>
        </p:nvCxnSpPr>
        <p:spPr>
          <a:xfrm>
            <a:off x="2099456" y="2189676"/>
            <a:ext cx="7709415" cy="0"/>
          </a:xfrm>
          <a:prstGeom prst="line">
            <a:avLst/>
          </a:prstGeom>
          <a:ln w="12700" cmpd="sng">
            <a:solidFill>
              <a:schemeClr val="bg2"/>
            </a:solidFill>
          </a:ln>
        </p:spPr>
        <p:style>
          <a:lnRef idx="1">
            <a:schemeClr val="accent1"/>
          </a:lnRef>
          <a:fillRef idx="0">
            <a:schemeClr val="accent1"/>
          </a:fillRef>
          <a:effectRef idx="0">
            <a:schemeClr val="accent1"/>
          </a:effectRef>
          <a:fontRef idx="minor">
            <a:schemeClr val="tx1"/>
          </a:fontRef>
        </p:style>
      </p:cxnSp>
      <p:sp>
        <p:nvSpPr>
          <p:cNvPr id="29" name="Isosceles Triangle 28">
            <a:extLst>
              <a:ext uri="{FF2B5EF4-FFF2-40B4-BE49-F238E27FC236}">
                <a16:creationId xmlns:a16="http://schemas.microsoft.com/office/drawing/2014/main" id="{364F2C88-237A-481F-9E84-275B9AD80D32}"/>
              </a:ext>
              <a:ext uri="{C183D7F6-B498-43B3-948B-1728B52AA6E4}">
                <adec:decorative xmlns:adec="http://schemas.microsoft.com/office/drawing/2017/decorative" val="1"/>
              </a:ext>
            </a:extLst>
          </p:cNvPr>
          <p:cNvSpPr/>
          <p:nvPr/>
        </p:nvSpPr>
        <p:spPr bwMode="gray">
          <a:xfrm rot="5400000">
            <a:off x="9784450" y="2078932"/>
            <a:ext cx="256933" cy="221494"/>
          </a:xfrm>
          <a:prstGeom prst="triangle">
            <a:avLst/>
          </a:prstGeom>
          <a:solidFill>
            <a:schemeClr val="bg2"/>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1">
              <a:solidFill>
                <a:schemeClr val="bg1"/>
              </a:solidFill>
            </a:endParaRPr>
          </a:p>
        </p:txBody>
      </p:sp>
      <p:sp>
        <p:nvSpPr>
          <p:cNvPr id="24" name="Rectangle 23" descr="2022">
            <a:extLst>
              <a:ext uri="{FF2B5EF4-FFF2-40B4-BE49-F238E27FC236}">
                <a16:creationId xmlns:a16="http://schemas.microsoft.com/office/drawing/2014/main" id="{339987EA-DAE2-4754-8411-F72258ADAB44}"/>
              </a:ext>
            </a:extLst>
          </p:cNvPr>
          <p:cNvSpPr/>
          <p:nvPr/>
        </p:nvSpPr>
        <p:spPr bwMode="gray">
          <a:xfrm>
            <a:off x="2099456" y="2413599"/>
            <a:ext cx="1844587" cy="432097"/>
          </a:xfrm>
          <a:prstGeom prst="rect">
            <a:avLst/>
          </a:prstGeom>
          <a:solidFill>
            <a:schemeClr val="accent5"/>
          </a:solidFill>
          <a:ln w="101600">
            <a:noFill/>
            <a:miter lim="800000"/>
          </a:ln>
          <a:effectLst/>
        </p:spPr>
        <p:style>
          <a:lnRef idx="1">
            <a:schemeClr val="accent1"/>
          </a:lnRef>
          <a:fillRef idx="3">
            <a:schemeClr val="accent1"/>
          </a:fillRef>
          <a:effectRef idx="2">
            <a:schemeClr val="accent1"/>
          </a:effectRef>
          <a:fontRef idx="minor">
            <a:schemeClr val="lt1"/>
          </a:fontRef>
        </p:style>
        <p:txBody>
          <a:bodyPr lIns="182880" tIns="0" bIns="0" rtlCol="0" anchor="ctr" anchorCtr="0"/>
          <a:lstStyle/>
          <a:p>
            <a:pPr>
              <a:lnSpc>
                <a:spcPct val="110000"/>
              </a:lnSpc>
              <a:spcBef>
                <a:spcPts val="300"/>
              </a:spcBef>
            </a:pPr>
            <a:r>
              <a:rPr lang="en-US" sz="1500" b="1">
                <a:solidFill>
                  <a:schemeClr val="bg1"/>
                </a:solidFill>
              </a:rPr>
              <a:t>Header 1</a:t>
            </a:r>
          </a:p>
        </p:txBody>
      </p:sp>
      <p:sp>
        <p:nvSpPr>
          <p:cNvPr id="21" name="TextBox 20">
            <a:extLst>
              <a:ext uri="{FF2B5EF4-FFF2-40B4-BE49-F238E27FC236}">
                <a16:creationId xmlns:a16="http://schemas.microsoft.com/office/drawing/2014/main" id="{D958CDC1-0E50-44E2-BF49-6585C9FAC935}"/>
              </a:ext>
            </a:extLst>
          </p:cNvPr>
          <p:cNvSpPr txBox="1"/>
          <p:nvPr/>
        </p:nvSpPr>
        <p:spPr bwMode="gray">
          <a:xfrm>
            <a:off x="2099456" y="2845696"/>
            <a:ext cx="1844587" cy="2166756"/>
          </a:xfrm>
          <a:prstGeom prst="rect">
            <a:avLst/>
          </a:prstGeom>
          <a:solidFill>
            <a:srgbClr val="E9E9E9"/>
          </a:solidFill>
          <a:ln w="101600">
            <a:noFill/>
            <a:miter lim="800000"/>
          </a:ln>
        </p:spPr>
        <p:txBody>
          <a:bodyPr wrap="square" lIns="182880" tIns="182880" rIns="91440" bIns="137160" rtlCol="0" anchor="t" anchorCtr="0">
            <a:noAutofit/>
          </a:bodyPr>
          <a:lstStyle>
            <a:defPPr>
              <a:defRPr lang="en-US"/>
            </a:defPPr>
            <a:lvl1pPr>
              <a:lnSpc>
                <a:spcPct val="90000"/>
              </a:lnSpc>
              <a:spcBef>
                <a:spcPts val="300"/>
              </a:spcBef>
              <a:defRPr sz="1400" b="1">
                <a:solidFill>
                  <a:schemeClr val="bg2"/>
                </a:solidFill>
              </a:defRPr>
            </a:lvl1pPr>
            <a:lvl2pPr marL="0" lvl="1">
              <a:lnSpc>
                <a:spcPct val="110000"/>
              </a:lnSpc>
              <a:spcBef>
                <a:spcPts val="300"/>
              </a:spcBef>
              <a:defRPr sz="1200" b="0">
                <a:solidFill>
                  <a:schemeClr val="bg2"/>
                </a:solidFill>
              </a:defRPr>
            </a:lvl2pPr>
            <a:lvl3pPr marL="168275" lvl="2" indent="-168275">
              <a:lnSpc>
                <a:spcPct val="110000"/>
              </a:lnSpc>
              <a:spcBef>
                <a:spcPts val="300"/>
              </a:spcBef>
              <a:buFont typeface="Arial" pitchFamily="34" charset="0"/>
              <a:buChar char="•"/>
              <a:defRPr sz="1200" b="0">
                <a:solidFill>
                  <a:schemeClr val="bg2"/>
                </a:solidFill>
              </a:defRPr>
            </a:lvl3pPr>
          </a:lstStyle>
          <a:p>
            <a:pPr lvl="1">
              <a:buClr>
                <a:schemeClr val="tx2"/>
              </a:buClr>
            </a:pPr>
            <a:r>
              <a:rPr lang="en-US" sz="1300">
                <a:solidFill>
                  <a:schemeClr val="tx2"/>
                </a:solidFill>
              </a:rPr>
              <a:t>Text 1</a:t>
            </a:r>
          </a:p>
          <a:p>
            <a:pPr lvl="2">
              <a:buClr>
                <a:schemeClr val="tx2"/>
              </a:buClr>
            </a:pPr>
            <a:r>
              <a:rPr lang="en-US" sz="1300">
                <a:solidFill>
                  <a:schemeClr val="tx2"/>
                </a:solidFill>
              </a:rPr>
              <a:t>Bullet</a:t>
            </a:r>
          </a:p>
        </p:txBody>
      </p:sp>
      <p:sp>
        <p:nvSpPr>
          <p:cNvPr id="25" name="Rectangle 24" descr="2022">
            <a:extLst>
              <a:ext uri="{FF2B5EF4-FFF2-40B4-BE49-F238E27FC236}">
                <a16:creationId xmlns:a16="http://schemas.microsoft.com/office/drawing/2014/main" id="{7695A83F-1AE9-42F0-9D13-E6F69C572F93}"/>
              </a:ext>
            </a:extLst>
          </p:cNvPr>
          <p:cNvSpPr/>
          <p:nvPr/>
        </p:nvSpPr>
        <p:spPr bwMode="gray">
          <a:xfrm>
            <a:off x="4144658" y="2413599"/>
            <a:ext cx="1844587" cy="432097"/>
          </a:xfrm>
          <a:prstGeom prst="rect">
            <a:avLst/>
          </a:prstGeom>
          <a:solidFill>
            <a:schemeClr val="accent5"/>
          </a:solidFill>
          <a:ln w="101600">
            <a:noFill/>
            <a:miter lim="800000"/>
          </a:ln>
          <a:effectLst/>
        </p:spPr>
        <p:style>
          <a:lnRef idx="1">
            <a:schemeClr val="accent1"/>
          </a:lnRef>
          <a:fillRef idx="3">
            <a:schemeClr val="accent1"/>
          </a:fillRef>
          <a:effectRef idx="2">
            <a:schemeClr val="accent1"/>
          </a:effectRef>
          <a:fontRef idx="minor">
            <a:schemeClr val="lt1"/>
          </a:fontRef>
        </p:style>
        <p:txBody>
          <a:bodyPr lIns="182880" tIns="0" bIns="0" rtlCol="0" anchor="ctr" anchorCtr="0"/>
          <a:lstStyle/>
          <a:p>
            <a:pPr>
              <a:lnSpc>
                <a:spcPct val="110000"/>
              </a:lnSpc>
              <a:spcBef>
                <a:spcPts val="300"/>
              </a:spcBef>
            </a:pPr>
            <a:r>
              <a:rPr lang="en-US" sz="1500" b="1">
                <a:solidFill>
                  <a:schemeClr val="bg1"/>
                </a:solidFill>
              </a:rPr>
              <a:t>Header 2</a:t>
            </a:r>
          </a:p>
        </p:txBody>
      </p:sp>
      <p:sp>
        <p:nvSpPr>
          <p:cNvPr id="22" name="TextBox 21">
            <a:extLst>
              <a:ext uri="{FF2B5EF4-FFF2-40B4-BE49-F238E27FC236}">
                <a16:creationId xmlns:a16="http://schemas.microsoft.com/office/drawing/2014/main" id="{14D256A9-FAA3-4E6E-8417-A9B84D11CA04}"/>
              </a:ext>
            </a:extLst>
          </p:cNvPr>
          <p:cNvSpPr txBox="1"/>
          <p:nvPr/>
        </p:nvSpPr>
        <p:spPr bwMode="gray">
          <a:xfrm>
            <a:off x="4144658" y="2845696"/>
            <a:ext cx="1844587" cy="2166756"/>
          </a:xfrm>
          <a:prstGeom prst="rect">
            <a:avLst/>
          </a:prstGeom>
          <a:solidFill>
            <a:srgbClr val="E9E9E9"/>
          </a:solidFill>
          <a:ln w="101600">
            <a:noFill/>
            <a:miter lim="800000"/>
          </a:ln>
        </p:spPr>
        <p:txBody>
          <a:bodyPr wrap="square" lIns="182880" tIns="182880" rIns="91440" bIns="137160" rtlCol="0" anchor="t" anchorCtr="0">
            <a:noAutofit/>
          </a:bodyPr>
          <a:lstStyle>
            <a:defPPr>
              <a:defRPr lang="en-US"/>
            </a:defPPr>
            <a:lvl1pPr>
              <a:lnSpc>
                <a:spcPct val="90000"/>
              </a:lnSpc>
              <a:spcBef>
                <a:spcPts val="300"/>
              </a:spcBef>
              <a:defRPr sz="1400" b="1">
                <a:solidFill>
                  <a:schemeClr val="bg2"/>
                </a:solidFill>
              </a:defRPr>
            </a:lvl1pPr>
            <a:lvl2pPr marL="0" lvl="1">
              <a:lnSpc>
                <a:spcPct val="110000"/>
              </a:lnSpc>
              <a:spcBef>
                <a:spcPts val="300"/>
              </a:spcBef>
              <a:defRPr sz="1200" b="0">
                <a:solidFill>
                  <a:schemeClr val="bg2"/>
                </a:solidFill>
              </a:defRPr>
            </a:lvl2pPr>
            <a:lvl3pPr marL="168275" lvl="2" indent="-168275">
              <a:lnSpc>
                <a:spcPct val="110000"/>
              </a:lnSpc>
              <a:spcBef>
                <a:spcPts val="300"/>
              </a:spcBef>
              <a:buFont typeface="Arial" pitchFamily="34" charset="0"/>
              <a:buChar char="•"/>
              <a:defRPr sz="1200" b="0">
                <a:solidFill>
                  <a:schemeClr val="bg2"/>
                </a:solidFill>
              </a:defRPr>
            </a:lvl3pPr>
          </a:lstStyle>
          <a:p>
            <a:pPr lvl="1">
              <a:buClr>
                <a:schemeClr val="tx2"/>
              </a:buClr>
            </a:pPr>
            <a:r>
              <a:rPr lang="en-US" sz="1300">
                <a:solidFill>
                  <a:schemeClr val="tx2"/>
                </a:solidFill>
              </a:rPr>
              <a:t>Text 2</a:t>
            </a:r>
          </a:p>
          <a:p>
            <a:pPr lvl="2">
              <a:buClr>
                <a:schemeClr val="tx2"/>
              </a:buClr>
            </a:pPr>
            <a:r>
              <a:rPr lang="en-US" sz="1300">
                <a:solidFill>
                  <a:schemeClr val="tx2"/>
                </a:solidFill>
              </a:rPr>
              <a:t>Bullet</a:t>
            </a:r>
          </a:p>
        </p:txBody>
      </p:sp>
      <p:sp>
        <p:nvSpPr>
          <p:cNvPr id="26" name="Rectangle 25" descr="2022">
            <a:extLst>
              <a:ext uri="{FF2B5EF4-FFF2-40B4-BE49-F238E27FC236}">
                <a16:creationId xmlns:a16="http://schemas.microsoft.com/office/drawing/2014/main" id="{4F9C9873-365F-472A-92D8-BC6D859E89F8}"/>
              </a:ext>
            </a:extLst>
          </p:cNvPr>
          <p:cNvSpPr/>
          <p:nvPr/>
        </p:nvSpPr>
        <p:spPr bwMode="gray">
          <a:xfrm>
            <a:off x="6189860" y="2413599"/>
            <a:ext cx="1844587" cy="432097"/>
          </a:xfrm>
          <a:prstGeom prst="rect">
            <a:avLst/>
          </a:prstGeom>
          <a:solidFill>
            <a:schemeClr val="accent5"/>
          </a:solidFill>
          <a:ln w="101600">
            <a:noFill/>
            <a:miter lim="800000"/>
          </a:ln>
          <a:effectLst/>
        </p:spPr>
        <p:style>
          <a:lnRef idx="1">
            <a:schemeClr val="accent1"/>
          </a:lnRef>
          <a:fillRef idx="3">
            <a:schemeClr val="accent1"/>
          </a:fillRef>
          <a:effectRef idx="2">
            <a:schemeClr val="accent1"/>
          </a:effectRef>
          <a:fontRef idx="minor">
            <a:schemeClr val="lt1"/>
          </a:fontRef>
        </p:style>
        <p:txBody>
          <a:bodyPr lIns="182880" tIns="0" bIns="0" rtlCol="0" anchor="ctr" anchorCtr="0"/>
          <a:lstStyle/>
          <a:p>
            <a:pPr>
              <a:lnSpc>
                <a:spcPct val="110000"/>
              </a:lnSpc>
              <a:spcBef>
                <a:spcPts val="300"/>
              </a:spcBef>
            </a:pPr>
            <a:r>
              <a:rPr lang="en-US" sz="1500" b="1">
                <a:solidFill>
                  <a:schemeClr val="bg1"/>
                </a:solidFill>
              </a:rPr>
              <a:t>Header 3</a:t>
            </a:r>
          </a:p>
        </p:txBody>
      </p:sp>
      <p:sp>
        <p:nvSpPr>
          <p:cNvPr id="23" name="TextBox 22">
            <a:extLst>
              <a:ext uri="{FF2B5EF4-FFF2-40B4-BE49-F238E27FC236}">
                <a16:creationId xmlns:a16="http://schemas.microsoft.com/office/drawing/2014/main" id="{47943030-CC79-46A2-878A-D579688BF15D}"/>
              </a:ext>
            </a:extLst>
          </p:cNvPr>
          <p:cNvSpPr txBox="1"/>
          <p:nvPr/>
        </p:nvSpPr>
        <p:spPr bwMode="gray">
          <a:xfrm>
            <a:off x="6189860" y="2845696"/>
            <a:ext cx="1844587" cy="2166756"/>
          </a:xfrm>
          <a:prstGeom prst="rect">
            <a:avLst/>
          </a:prstGeom>
          <a:solidFill>
            <a:srgbClr val="E9E9E9"/>
          </a:solidFill>
          <a:ln w="101600">
            <a:noFill/>
            <a:miter lim="800000"/>
          </a:ln>
        </p:spPr>
        <p:txBody>
          <a:bodyPr wrap="square" lIns="182880" tIns="182880" rIns="91440" bIns="137160" rtlCol="0" anchor="t" anchorCtr="0">
            <a:noAutofit/>
          </a:bodyPr>
          <a:lstStyle>
            <a:defPPr>
              <a:defRPr lang="en-US"/>
            </a:defPPr>
            <a:lvl1pPr>
              <a:lnSpc>
                <a:spcPct val="90000"/>
              </a:lnSpc>
              <a:spcBef>
                <a:spcPts val="300"/>
              </a:spcBef>
              <a:defRPr sz="1400" b="1">
                <a:solidFill>
                  <a:schemeClr val="bg2"/>
                </a:solidFill>
              </a:defRPr>
            </a:lvl1pPr>
            <a:lvl2pPr marL="0" lvl="1">
              <a:lnSpc>
                <a:spcPct val="110000"/>
              </a:lnSpc>
              <a:spcBef>
                <a:spcPts val="300"/>
              </a:spcBef>
              <a:defRPr sz="1200" b="0">
                <a:solidFill>
                  <a:schemeClr val="bg2"/>
                </a:solidFill>
              </a:defRPr>
            </a:lvl2pPr>
            <a:lvl3pPr marL="168275" lvl="2" indent="-168275">
              <a:lnSpc>
                <a:spcPct val="110000"/>
              </a:lnSpc>
              <a:spcBef>
                <a:spcPts val="300"/>
              </a:spcBef>
              <a:buFont typeface="Arial" pitchFamily="34" charset="0"/>
              <a:buChar char="•"/>
              <a:defRPr sz="1200" b="0">
                <a:solidFill>
                  <a:schemeClr val="bg2"/>
                </a:solidFill>
              </a:defRPr>
            </a:lvl3pPr>
          </a:lstStyle>
          <a:p>
            <a:pPr lvl="1">
              <a:buClr>
                <a:schemeClr val="tx2"/>
              </a:buClr>
            </a:pPr>
            <a:r>
              <a:rPr lang="en-US" sz="1300">
                <a:solidFill>
                  <a:schemeClr val="tx2"/>
                </a:solidFill>
              </a:rPr>
              <a:t>Text 3</a:t>
            </a:r>
          </a:p>
          <a:p>
            <a:pPr lvl="2">
              <a:buClr>
                <a:schemeClr val="tx2"/>
              </a:buClr>
            </a:pPr>
            <a:r>
              <a:rPr lang="en-US" sz="1300">
                <a:solidFill>
                  <a:schemeClr val="tx2"/>
                </a:solidFill>
              </a:rPr>
              <a:t>Bullet</a:t>
            </a:r>
          </a:p>
        </p:txBody>
      </p:sp>
      <p:sp>
        <p:nvSpPr>
          <p:cNvPr id="31" name="Rectangle 30">
            <a:extLst>
              <a:ext uri="{FF2B5EF4-FFF2-40B4-BE49-F238E27FC236}">
                <a16:creationId xmlns:a16="http://schemas.microsoft.com/office/drawing/2014/main" id="{78BEDA0D-9F2A-4C5B-A3FA-C723253DF933}"/>
              </a:ext>
            </a:extLst>
          </p:cNvPr>
          <p:cNvSpPr/>
          <p:nvPr/>
        </p:nvSpPr>
        <p:spPr>
          <a:xfrm>
            <a:off x="8140008" y="1808393"/>
            <a:ext cx="702436" cy="329193"/>
          </a:xfrm>
          <a:prstGeom prst="rect">
            <a:avLst/>
          </a:prstGeom>
        </p:spPr>
        <p:txBody>
          <a:bodyPr wrap="none">
            <a:spAutoFit/>
          </a:bodyPr>
          <a:lstStyle/>
          <a:p>
            <a:pPr>
              <a:lnSpc>
                <a:spcPct val="110000"/>
              </a:lnSpc>
              <a:spcBef>
                <a:spcPts val="300"/>
              </a:spcBef>
            </a:pPr>
            <a:r>
              <a:rPr lang="en-US" b="1">
                <a:solidFill>
                  <a:schemeClr val="accent2"/>
                </a:solidFill>
              </a:rPr>
              <a:t>20XX</a:t>
            </a:r>
          </a:p>
        </p:txBody>
      </p:sp>
      <p:sp>
        <p:nvSpPr>
          <p:cNvPr id="28" name="Rectangle 27" descr="2023">
            <a:extLst>
              <a:ext uri="{FF2B5EF4-FFF2-40B4-BE49-F238E27FC236}">
                <a16:creationId xmlns:a16="http://schemas.microsoft.com/office/drawing/2014/main" id="{246D2DCD-08D1-432D-860A-9AE2352C0036}"/>
              </a:ext>
            </a:extLst>
          </p:cNvPr>
          <p:cNvSpPr/>
          <p:nvPr/>
        </p:nvSpPr>
        <p:spPr bwMode="gray">
          <a:xfrm>
            <a:off x="8235063" y="2413599"/>
            <a:ext cx="1844587" cy="432097"/>
          </a:xfrm>
          <a:prstGeom prst="rect">
            <a:avLst/>
          </a:prstGeom>
          <a:solidFill>
            <a:schemeClr val="accent5"/>
          </a:solidFill>
          <a:ln w="101600">
            <a:noFill/>
            <a:miter lim="800000"/>
          </a:ln>
          <a:effectLst/>
        </p:spPr>
        <p:style>
          <a:lnRef idx="1">
            <a:schemeClr val="accent1"/>
          </a:lnRef>
          <a:fillRef idx="3">
            <a:schemeClr val="accent1"/>
          </a:fillRef>
          <a:effectRef idx="2">
            <a:schemeClr val="accent1"/>
          </a:effectRef>
          <a:fontRef idx="minor">
            <a:schemeClr val="lt1"/>
          </a:fontRef>
        </p:style>
        <p:txBody>
          <a:bodyPr lIns="182880" tIns="0" bIns="0" rtlCol="0" anchor="ctr" anchorCtr="0"/>
          <a:lstStyle/>
          <a:p>
            <a:pPr>
              <a:lnSpc>
                <a:spcPct val="110000"/>
              </a:lnSpc>
              <a:spcBef>
                <a:spcPts val="300"/>
              </a:spcBef>
            </a:pPr>
            <a:r>
              <a:rPr lang="en-US" sz="1500" b="1">
                <a:solidFill>
                  <a:schemeClr val="bg1"/>
                </a:solidFill>
              </a:rPr>
              <a:t>Header 4</a:t>
            </a:r>
          </a:p>
        </p:txBody>
      </p:sp>
      <p:sp>
        <p:nvSpPr>
          <p:cNvPr id="27" name="TextBox 26">
            <a:extLst>
              <a:ext uri="{FF2B5EF4-FFF2-40B4-BE49-F238E27FC236}">
                <a16:creationId xmlns:a16="http://schemas.microsoft.com/office/drawing/2014/main" id="{08A05316-381F-4B39-8FAF-2B7DB6E72988}"/>
              </a:ext>
            </a:extLst>
          </p:cNvPr>
          <p:cNvSpPr txBox="1"/>
          <p:nvPr/>
        </p:nvSpPr>
        <p:spPr bwMode="gray">
          <a:xfrm>
            <a:off x="8235063" y="2845696"/>
            <a:ext cx="1844587" cy="2166756"/>
          </a:xfrm>
          <a:prstGeom prst="rect">
            <a:avLst/>
          </a:prstGeom>
          <a:solidFill>
            <a:srgbClr val="E9E9E9"/>
          </a:solidFill>
          <a:ln w="101600">
            <a:noFill/>
            <a:miter lim="800000"/>
          </a:ln>
        </p:spPr>
        <p:txBody>
          <a:bodyPr wrap="square" lIns="182880" tIns="182880" rIns="91440" bIns="137160" rtlCol="0" anchor="t" anchorCtr="0">
            <a:noAutofit/>
          </a:bodyPr>
          <a:lstStyle>
            <a:defPPr>
              <a:defRPr lang="en-US"/>
            </a:defPPr>
            <a:lvl1pPr>
              <a:lnSpc>
                <a:spcPct val="90000"/>
              </a:lnSpc>
              <a:spcBef>
                <a:spcPts val="300"/>
              </a:spcBef>
              <a:defRPr sz="1400" b="1">
                <a:solidFill>
                  <a:schemeClr val="bg2"/>
                </a:solidFill>
              </a:defRPr>
            </a:lvl1pPr>
            <a:lvl2pPr marL="0" lvl="1">
              <a:lnSpc>
                <a:spcPct val="110000"/>
              </a:lnSpc>
              <a:spcBef>
                <a:spcPts val="300"/>
              </a:spcBef>
              <a:defRPr sz="1200" b="0">
                <a:solidFill>
                  <a:schemeClr val="bg2"/>
                </a:solidFill>
              </a:defRPr>
            </a:lvl2pPr>
            <a:lvl3pPr marL="168275" lvl="2" indent="-168275">
              <a:lnSpc>
                <a:spcPct val="110000"/>
              </a:lnSpc>
              <a:spcBef>
                <a:spcPts val="300"/>
              </a:spcBef>
              <a:buFont typeface="Arial" pitchFamily="34" charset="0"/>
              <a:buChar char="•"/>
              <a:defRPr sz="1200" b="0">
                <a:solidFill>
                  <a:schemeClr val="bg2"/>
                </a:solidFill>
              </a:defRPr>
            </a:lvl3pPr>
          </a:lstStyle>
          <a:p>
            <a:pPr lvl="1">
              <a:buClr>
                <a:schemeClr val="tx2"/>
              </a:buClr>
            </a:pPr>
            <a:r>
              <a:rPr lang="en-US" sz="1300">
                <a:solidFill>
                  <a:schemeClr val="tx2"/>
                </a:solidFill>
              </a:rPr>
              <a:t>Text 4</a:t>
            </a:r>
          </a:p>
          <a:p>
            <a:pPr lvl="2">
              <a:buClr>
                <a:schemeClr val="tx2"/>
              </a:buClr>
            </a:pPr>
            <a:r>
              <a:rPr lang="en-US" sz="1300">
                <a:solidFill>
                  <a:schemeClr val="tx2"/>
                </a:solidFill>
              </a:rPr>
              <a:t>Bullet</a:t>
            </a:r>
          </a:p>
        </p:txBody>
      </p:sp>
      <p:sp>
        <p:nvSpPr>
          <p:cNvPr id="16" name="Rectangle 15">
            <a:extLst>
              <a:ext uri="{FF2B5EF4-FFF2-40B4-BE49-F238E27FC236}">
                <a16:creationId xmlns:a16="http://schemas.microsoft.com/office/drawing/2014/main" id="{9199624F-DA9E-4B32-A6DD-507D3AF2C70C}"/>
              </a:ext>
            </a:extLst>
          </p:cNvPr>
          <p:cNvSpPr/>
          <p:nvPr/>
        </p:nvSpPr>
        <p:spPr bwMode="gray">
          <a:xfrm>
            <a:off x="12372478" y="0"/>
            <a:ext cx="2341049" cy="930442"/>
          </a:xfrm>
          <a:prstGeom prst="rect">
            <a:avLst/>
          </a:prstGeom>
          <a:solidFill>
            <a:srgbClr val="FFFF99"/>
          </a:solidFill>
          <a:ln>
            <a:noFill/>
            <a:miter lim="800000"/>
          </a:ln>
          <a:effectLst/>
        </p:spPr>
        <p:style>
          <a:lnRef idx="1">
            <a:schemeClr val="accent1"/>
          </a:lnRef>
          <a:fillRef idx="3">
            <a:schemeClr val="accent1"/>
          </a:fillRef>
          <a:effectRef idx="2">
            <a:schemeClr val="accent1"/>
          </a:effectRef>
          <a:fontRef idx="minor">
            <a:schemeClr val="lt1"/>
          </a:fontRef>
        </p:style>
        <p:txBody>
          <a:bodyPr lIns="182880" tIns="137160" rtlCol="0" anchor="t"/>
          <a:lstStyle/>
          <a:p>
            <a:pPr>
              <a:lnSpc>
                <a:spcPct val="105000"/>
              </a:lnSpc>
              <a:spcAft>
                <a:spcPts val="1200"/>
              </a:spcAft>
            </a:pPr>
            <a:r>
              <a:rPr lang="en-US" sz="1300" b="1">
                <a:solidFill>
                  <a:schemeClr val="tx2"/>
                </a:solidFill>
              </a:rPr>
              <a:t>More charts </a:t>
            </a:r>
            <a:r>
              <a:rPr lang="en-US" sz="1300">
                <a:solidFill>
                  <a:schemeClr val="tx2"/>
                </a:solidFill>
              </a:rPr>
              <a:t>are available in the chart library on the </a:t>
            </a:r>
            <a:r>
              <a:rPr lang="en-US" sz="1300" u="sng">
                <a:solidFill>
                  <a:schemeClr val="tx2"/>
                </a:solidFill>
                <a:hlinkClick r:id="rId2">
                  <a:extLst>
                    <a:ext uri="{A12FA001-AC4F-418D-AE19-62706E023703}">
                      <ahyp:hlinkClr xmlns:ahyp="http://schemas.microsoft.com/office/drawing/2018/hyperlinkcolor" val="tx"/>
                    </a:ext>
                  </a:extLst>
                </a:hlinkClick>
              </a:rPr>
              <a:t>Brand Center</a:t>
            </a:r>
            <a:r>
              <a:rPr lang="en-US" sz="1300">
                <a:solidFill>
                  <a:schemeClr val="tx2"/>
                </a:solidFill>
              </a:rPr>
              <a:t>.</a:t>
            </a:r>
            <a:endParaRPr lang="en-US" sz="1300" u="sng">
              <a:solidFill>
                <a:schemeClr val="tx2"/>
              </a:solidFill>
            </a:endParaRPr>
          </a:p>
        </p:txBody>
      </p:sp>
    </p:spTree>
    <p:extLst>
      <p:ext uri="{BB962C8B-B14F-4D97-AF65-F5344CB8AC3E}">
        <p14:creationId xmlns:p14="http://schemas.microsoft.com/office/powerpoint/2010/main" val="19294824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B0C0FA5-9916-43A2-A12B-765995024897}"/>
              </a:ext>
            </a:extLst>
          </p:cNvPr>
          <p:cNvSpPr>
            <a:spLocks noGrp="1"/>
          </p:cNvSpPr>
          <p:nvPr>
            <p:ph type="title"/>
          </p:nvPr>
        </p:nvSpPr>
        <p:spPr/>
        <p:txBody>
          <a:bodyPr/>
          <a:lstStyle/>
          <a:p>
            <a:r>
              <a:rPr lang="en-US"/>
              <a:t>Custom tables</a:t>
            </a:r>
          </a:p>
        </p:txBody>
      </p:sp>
      <p:sp>
        <p:nvSpPr>
          <p:cNvPr id="21" name="Subtitle">
            <a:extLst>
              <a:ext uri="{FF2B5EF4-FFF2-40B4-BE49-F238E27FC236}">
                <a16:creationId xmlns:a16="http://schemas.microsoft.com/office/drawing/2014/main" id="{A7F0A970-3FB1-408A-928D-849D79099111}"/>
              </a:ext>
            </a:extLst>
          </p:cNvPr>
          <p:cNvSpPr txBox="1"/>
          <p:nvPr/>
        </p:nvSpPr>
        <p:spPr>
          <a:xfrm>
            <a:off x="567075" y="1074016"/>
            <a:ext cx="10887505" cy="459228"/>
          </a:xfrm>
          <a:prstGeom prst="rect">
            <a:avLst/>
          </a:prstGeom>
          <a:noFill/>
        </p:spPr>
        <p:txBody>
          <a:bodyPr wrap="square" lIns="0" tIns="0" rIns="0" bIns="0" rtlCol="0">
            <a:spAutoFit/>
          </a:bodyPr>
          <a:lstStyle/>
          <a:p>
            <a:pPr algn="l">
              <a:lnSpc>
                <a:spcPct val="110000"/>
              </a:lnSpc>
            </a:pPr>
            <a:r>
              <a:rPr lang="en-US" b="1">
                <a:solidFill>
                  <a:schemeClr val="accent2"/>
                </a:solidFill>
              </a:rPr>
              <a:t>Seven custom tables</a:t>
            </a:r>
            <a:br>
              <a:rPr lang="en-US" b="1">
                <a:solidFill>
                  <a:schemeClr val="accent2"/>
                </a:solidFill>
              </a:rPr>
            </a:br>
            <a:r>
              <a:rPr lang="en-US" sz="1300">
                <a:solidFill>
                  <a:schemeClr val="tx2"/>
                </a:solidFill>
              </a:rPr>
              <a:t>are available in the Table Styles menu. The default is Table 1 and represents a basic table with gray text and lines.</a:t>
            </a:r>
          </a:p>
        </p:txBody>
      </p:sp>
      <p:sp>
        <p:nvSpPr>
          <p:cNvPr id="5" name="Table 1 text">
            <a:extLst>
              <a:ext uri="{FF2B5EF4-FFF2-40B4-BE49-F238E27FC236}">
                <a16:creationId xmlns:a16="http://schemas.microsoft.com/office/drawing/2014/main" id="{D7FBC30D-3BDC-4CB5-A9AC-4285C404C454}"/>
              </a:ext>
            </a:extLst>
          </p:cNvPr>
          <p:cNvSpPr txBox="1"/>
          <p:nvPr/>
        </p:nvSpPr>
        <p:spPr>
          <a:xfrm>
            <a:off x="645734" y="1945841"/>
            <a:ext cx="885189"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effectLst/>
                <a:uLnTx/>
                <a:uFillTx/>
                <a:ea typeface="+mn-ea"/>
                <a:cs typeface="+mn-cs"/>
              </a:rPr>
              <a:t>Table 1</a:t>
            </a:r>
          </a:p>
        </p:txBody>
      </p:sp>
      <p:graphicFrame>
        <p:nvGraphicFramePr>
          <p:cNvPr id="6" name="Table 1" descr="Table 1 example with text gray text and gray lines between rows.">
            <a:extLst>
              <a:ext uri="{FF2B5EF4-FFF2-40B4-BE49-F238E27FC236}">
                <a16:creationId xmlns:a16="http://schemas.microsoft.com/office/drawing/2014/main" id="{AB8AA4C9-C4F5-4AE9-92F8-E6A1CA26F844}"/>
              </a:ext>
            </a:extLst>
          </p:cNvPr>
          <p:cNvGraphicFramePr>
            <a:graphicFrameLocks noGrp="1"/>
          </p:cNvGraphicFramePr>
          <p:nvPr>
            <p:extLst>
              <p:ext uri="{D42A27DB-BD31-4B8C-83A1-F6EECF244321}">
                <p14:modId xmlns:p14="http://schemas.microsoft.com/office/powerpoint/2010/main" val="2030362289"/>
              </p:ext>
            </p:extLst>
          </p:nvPr>
        </p:nvGraphicFramePr>
        <p:xfrm>
          <a:off x="557784" y="2217878"/>
          <a:ext cx="2445190" cy="1483360"/>
        </p:xfrm>
        <a:graphic>
          <a:graphicData uri="http://schemas.openxmlformats.org/drawingml/2006/table">
            <a:tbl>
              <a:tblPr firstRow="1" bandRow="1">
                <a:tableStyleId>{9F4BECD3-1946-49B8-A077-205F1168E22D}</a:tableStyleId>
              </a:tblPr>
              <a:tblGrid>
                <a:gridCol w="1222595">
                  <a:extLst>
                    <a:ext uri="{9D8B030D-6E8A-4147-A177-3AD203B41FA5}">
                      <a16:colId xmlns:a16="http://schemas.microsoft.com/office/drawing/2014/main" val="1680311851"/>
                    </a:ext>
                  </a:extLst>
                </a:gridCol>
                <a:gridCol w="1222595">
                  <a:extLst>
                    <a:ext uri="{9D8B030D-6E8A-4147-A177-3AD203B41FA5}">
                      <a16:colId xmlns:a16="http://schemas.microsoft.com/office/drawing/2014/main" val="1994594011"/>
                    </a:ext>
                  </a:extLst>
                </a:gridCol>
              </a:tblGrid>
              <a:tr h="370840">
                <a:tc>
                  <a:txBody>
                    <a:bodyPr/>
                    <a:lstStyle/>
                    <a:p>
                      <a:r>
                        <a:rPr lang="en-US">
                          <a:latin typeface="+mn-lt"/>
                        </a:rPr>
                        <a:t>Column</a:t>
                      </a:r>
                    </a:p>
                  </a:txBody>
                  <a:tcPr/>
                </a:tc>
                <a:tc>
                  <a:txBody>
                    <a:bodyPr/>
                    <a:lstStyle/>
                    <a:p>
                      <a:r>
                        <a:rPr lang="en-US">
                          <a:latin typeface="+mn-lt"/>
                        </a:rPr>
                        <a:t>Column</a:t>
                      </a:r>
                    </a:p>
                  </a:txBody>
                  <a:tcPr/>
                </a:tc>
                <a:extLst>
                  <a:ext uri="{0D108BD9-81ED-4DB2-BD59-A6C34878D82A}">
                    <a16:rowId xmlns:a16="http://schemas.microsoft.com/office/drawing/2014/main" val="2123084038"/>
                  </a:ext>
                </a:extLst>
              </a:tr>
              <a:tr h="370840">
                <a:tc>
                  <a:txBody>
                    <a:bodyPr/>
                    <a:lstStyle/>
                    <a:p>
                      <a:r>
                        <a:rPr lang="en-US">
                          <a:latin typeface="+mn-lt"/>
                        </a:rPr>
                        <a:t>Row</a:t>
                      </a:r>
                    </a:p>
                  </a:txBody>
                  <a:tcPr/>
                </a:tc>
                <a:tc>
                  <a:txBody>
                    <a:bodyPr/>
                    <a:lstStyle/>
                    <a:p>
                      <a:r>
                        <a:rPr lang="en-US">
                          <a:latin typeface="+mn-lt"/>
                        </a:rPr>
                        <a:t>Row</a:t>
                      </a:r>
                    </a:p>
                  </a:txBody>
                  <a:tcPr/>
                </a:tc>
                <a:extLst>
                  <a:ext uri="{0D108BD9-81ED-4DB2-BD59-A6C34878D82A}">
                    <a16:rowId xmlns:a16="http://schemas.microsoft.com/office/drawing/2014/main" val="868713452"/>
                  </a:ext>
                </a:extLst>
              </a:tr>
              <a:tr h="370840">
                <a:tc>
                  <a:txBody>
                    <a:bodyPr/>
                    <a:lstStyle/>
                    <a:p>
                      <a:r>
                        <a:rPr lang="en-US">
                          <a:latin typeface="+mn-lt"/>
                        </a:rPr>
                        <a:t>Row</a:t>
                      </a:r>
                    </a:p>
                  </a:txBody>
                  <a:tcPr/>
                </a:tc>
                <a:tc>
                  <a:txBody>
                    <a:bodyPr/>
                    <a:lstStyle/>
                    <a:p>
                      <a:r>
                        <a:rPr lang="en-US">
                          <a:latin typeface="+mn-lt"/>
                        </a:rPr>
                        <a:t>Row</a:t>
                      </a:r>
                    </a:p>
                  </a:txBody>
                  <a:tcPr/>
                </a:tc>
                <a:extLst>
                  <a:ext uri="{0D108BD9-81ED-4DB2-BD59-A6C34878D82A}">
                    <a16:rowId xmlns:a16="http://schemas.microsoft.com/office/drawing/2014/main" val="1492489039"/>
                  </a:ext>
                </a:extLst>
              </a:tr>
              <a:tr h="370840">
                <a:tc>
                  <a:txBody>
                    <a:bodyPr/>
                    <a:lstStyle/>
                    <a:p>
                      <a:r>
                        <a:rPr lang="en-US">
                          <a:latin typeface="+mn-lt"/>
                        </a:rPr>
                        <a:t>Row</a:t>
                      </a:r>
                    </a:p>
                  </a:txBody>
                  <a:tcPr/>
                </a:tc>
                <a:tc>
                  <a:txBody>
                    <a:bodyPr/>
                    <a:lstStyle/>
                    <a:p>
                      <a:r>
                        <a:rPr lang="en-US">
                          <a:latin typeface="+mn-lt"/>
                        </a:rPr>
                        <a:t>Row</a:t>
                      </a:r>
                    </a:p>
                  </a:txBody>
                  <a:tcPr/>
                </a:tc>
                <a:extLst>
                  <a:ext uri="{0D108BD9-81ED-4DB2-BD59-A6C34878D82A}">
                    <a16:rowId xmlns:a16="http://schemas.microsoft.com/office/drawing/2014/main" val="4226219970"/>
                  </a:ext>
                </a:extLst>
              </a:tr>
            </a:tbl>
          </a:graphicData>
        </a:graphic>
      </p:graphicFrame>
      <p:sp>
        <p:nvSpPr>
          <p:cNvPr id="7" name="Table 2 text">
            <a:extLst>
              <a:ext uri="{FF2B5EF4-FFF2-40B4-BE49-F238E27FC236}">
                <a16:creationId xmlns:a16="http://schemas.microsoft.com/office/drawing/2014/main" id="{18D47CC4-9DEE-4423-804E-00B19ADBF51B}"/>
              </a:ext>
            </a:extLst>
          </p:cNvPr>
          <p:cNvSpPr txBox="1"/>
          <p:nvPr/>
        </p:nvSpPr>
        <p:spPr>
          <a:xfrm>
            <a:off x="3518430" y="1945841"/>
            <a:ext cx="885189"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effectLst/>
                <a:uLnTx/>
                <a:uFillTx/>
                <a:ea typeface="+mn-ea"/>
                <a:cs typeface="+mn-cs"/>
              </a:rPr>
              <a:t>Table 2</a:t>
            </a:r>
          </a:p>
        </p:txBody>
      </p:sp>
      <p:graphicFrame>
        <p:nvGraphicFramePr>
          <p:cNvPr id="8" name="Table 2" descr="Table 2 example with text gray text, a red line under column heads and gray lines between rows.">
            <a:extLst>
              <a:ext uri="{FF2B5EF4-FFF2-40B4-BE49-F238E27FC236}">
                <a16:creationId xmlns:a16="http://schemas.microsoft.com/office/drawing/2014/main" id="{C86ED0BE-74BC-470D-9A1B-0734A329BF2B}"/>
              </a:ext>
            </a:extLst>
          </p:cNvPr>
          <p:cNvGraphicFramePr>
            <a:graphicFrameLocks noGrp="1"/>
          </p:cNvGraphicFramePr>
          <p:nvPr>
            <p:extLst>
              <p:ext uri="{D42A27DB-BD31-4B8C-83A1-F6EECF244321}">
                <p14:modId xmlns:p14="http://schemas.microsoft.com/office/powerpoint/2010/main" val="2577706951"/>
              </p:ext>
            </p:extLst>
          </p:nvPr>
        </p:nvGraphicFramePr>
        <p:xfrm>
          <a:off x="3429139" y="2217878"/>
          <a:ext cx="2445190" cy="1483360"/>
        </p:xfrm>
        <a:graphic>
          <a:graphicData uri="http://schemas.openxmlformats.org/drawingml/2006/table">
            <a:tbl>
              <a:tblPr firstRow="1" bandRow="1">
                <a:tableStyleId>{C0B4EDBA-67D5-4435-A0B7-D5753C67F26B}</a:tableStyleId>
              </a:tblPr>
              <a:tblGrid>
                <a:gridCol w="1222595">
                  <a:extLst>
                    <a:ext uri="{9D8B030D-6E8A-4147-A177-3AD203B41FA5}">
                      <a16:colId xmlns:a16="http://schemas.microsoft.com/office/drawing/2014/main" val="1680311851"/>
                    </a:ext>
                  </a:extLst>
                </a:gridCol>
                <a:gridCol w="1222595">
                  <a:extLst>
                    <a:ext uri="{9D8B030D-6E8A-4147-A177-3AD203B41FA5}">
                      <a16:colId xmlns:a16="http://schemas.microsoft.com/office/drawing/2014/main" val="1994594011"/>
                    </a:ext>
                  </a:extLst>
                </a:gridCol>
              </a:tblGrid>
              <a:tr h="370840">
                <a:tc>
                  <a:txBody>
                    <a:bodyPr/>
                    <a:lstStyle/>
                    <a:p>
                      <a:r>
                        <a:rPr lang="en-US">
                          <a:solidFill>
                            <a:schemeClr val="tx2"/>
                          </a:solidFill>
                          <a:latin typeface="+mn-lt"/>
                        </a:rPr>
                        <a:t>Column</a:t>
                      </a:r>
                    </a:p>
                  </a:txBody>
                  <a:tcPr/>
                </a:tc>
                <a:tc>
                  <a:txBody>
                    <a:bodyPr/>
                    <a:lstStyle/>
                    <a:p>
                      <a:r>
                        <a:rPr lang="en-US">
                          <a:solidFill>
                            <a:schemeClr val="tx2"/>
                          </a:solidFill>
                          <a:latin typeface="+mn-lt"/>
                        </a:rPr>
                        <a:t>Column</a:t>
                      </a:r>
                    </a:p>
                  </a:txBody>
                  <a:tcPr/>
                </a:tc>
                <a:extLst>
                  <a:ext uri="{0D108BD9-81ED-4DB2-BD59-A6C34878D82A}">
                    <a16:rowId xmlns:a16="http://schemas.microsoft.com/office/drawing/2014/main" val="2123084038"/>
                  </a:ext>
                </a:extLst>
              </a:tr>
              <a:tr h="370840">
                <a:tc>
                  <a:txBody>
                    <a:bodyPr/>
                    <a:lstStyle/>
                    <a:p>
                      <a:r>
                        <a:rPr lang="en-US">
                          <a:solidFill>
                            <a:schemeClr val="tx2"/>
                          </a:solidFill>
                          <a:latin typeface="+mn-lt"/>
                        </a:rPr>
                        <a:t>Row</a:t>
                      </a:r>
                    </a:p>
                  </a:txBody>
                  <a:tcPr/>
                </a:tc>
                <a:tc>
                  <a:txBody>
                    <a:bodyPr/>
                    <a:lstStyle/>
                    <a:p>
                      <a:r>
                        <a:rPr lang="en-US">
                          <a:solidFill>
                            <a:schemeClr val="tx2"/>
                          </a:solidFill>
                          <a:latin typeface="+mn-lt"/>
                        </a:rPr>
                        <a:t>Row</a:t>
                      </a:r>
                    </a:p>
                  </a:txBody>
                  <a:tcPr/>
                </a:tc>
                <a:extLst>
                  <a:ext uri="{0D108BD9-81ED-4DB2-BD59-A6C34878D82A}">
                    <a16:rowId xmlns:a16="http://schemas.microsoft.com/office/drawing/2014/main" val="868713452"/>
                  </a:ext>
                </a:extLst>
              </a:tr>
              <a:tr h="370840">
                <a:tc>
                  <a:txBody>
                    <a:bodyPr/>
                    <a:lstStyle/>
                    <a:p>
                      <a:r>
                        <a:rPr lang="en-US">
                          <a:solidFill>
                            <a:schemeClr val="tx2"/>
                          </a:solidFill>
                          <a:latin typeface="+mn-lt"/>
                        </a:rPr>
                        <a:t>Row</a:t>
                      </a:r>
                    </a:p>
                  </a:txBody>
                  <a:tcPr/>
                </a:tc>
                <a:tc>
                  <a:txBody>
                    <a:bodyPr/>
                    <a:lstStyle/>
                    <a:p>
                      <a:r>
                        <a:rPr lang="en-US">
                          <a:solidFill>
                            <a:schemeClr val="tx2"/>
                          </a:solidFill>
                          <a:latin typeface="+mn-lt"/>
                        </a:rPr>
                        <a:t>Row</a:t>
                      </a:r>
                    </a:p>
                  </a:txBody>
                  <a:tcPr/>
                </a:tc>
                <a:extLst>
                  <a:ext uri="{0D108BD9-81ED-4DB2-BD59-A6C34878D82A}">
                    <a16:rowId xmlns:a16="http://schemas.microsoft.com/office/drawing/2014/main" val="1492489039"/>
                  </a:ext>
                </a:extLst>
              </a:tr>
              <a:tr h="370840">
                <a:tc>
                  <a:txBody>
                    <a:bodyPr/>
                    <a:lstStyle/>
                    <a:p>
                      <a:r>
                        <a:rPr lang="en-US">
                          <a:solidFill>
                            <a:schemeClr val="tx2"/>
                          </a:solidFill>
                          <a:latin typeface="+mn-lt"/>
                        </a:rPr>
                        <a:t>Row</a:t>
                      </a:r>
                    </a:p>
                  </a:txBody>
                  <a:tcPr/>
                </a:tc>
                <a:tc>
                  <a:txBody>
                    <a:bodyPr/>
                    <a:lstStyle/>
                    <a:p>
                      <a:r>
                        <a:rPr lang="en-US">
                          <a:solidFill>
                            <a:schemeClr val="tx2"/>
                          </a:solidFill>
                          <a:latin typeface="+mn-lt"/>
                        </a:rPr>
                        <a:t>Row</a:t>
                      </a:r>
                    </a:p>
                  </a:txBody>
                  <a:tcPr/>
                </a:tc>
                <a:extLst>
                  <a:ext uri="{0D108BD9-81ED-4DB2-BD59-A6C34878D82A}">
                    <a16:rowId xmlns:a16="http://schemas.microsoft.com/office/drawing/2014/main" val="4226219970"/>
                  </a:ext>
                </a:extLst>
              </a:tr>
            </a:tbl>
          </a:graphicData>
        </a:graphic>
      </p:graphicFrame>
      <p:sp>
        <p:nvSpPr>
          <p:cNvPr id="9" name="Table 3 text">
            <a:extLst>
              <a:ext uri="{FF2B5EF4-FFF2-40B4-BE49-F238E27FC236}">
                <a16:creationId xmlns:a16="http://schemas.microsoft.com/office/drawing/2014/main" id="{2A711EC8-9FDF-4256-8D2B-4568295444D9}"/>
              </a:ext>
            </a:extLst>
          </p:cNvPr>
          <p:cNvSpPr txBox="1"/>
          <p:nvPr/>
        </p:nvSpPr>
        <p:spPr>
          <a:xfrm>
            <a:off x="6403975" y="1945840"/>
            <a:ext cx="885189"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effectLst/>
                <a:uLnTx/>
                <a:uFillTx/>
                <a:ea typeface="+mn-ea"/>
                <a:cs typeface="+mn-cs"/>
              </a:rPr>
              <a:t>Table 3</a:t>
            </a:r>
          </a:p>
        </p:txBody>
      </p:sp>
      <p:graphicFrame>
        <p:nvGraphicFramePr>
          <p:cNvPr id="10" name="Table 3" descr="Table 3 example with CVS Health red column head text, text gray row text and gray lines between rows.">
            <a:extLst>
              <a:ext uri="{FF2B5EF4-FFF2-40B4-BE49-F238E27FC236}">
                <a16:creationId xmlns:a16="http://schemas.microsoft.com/office/drawing/2014/main" id="{F139257E-1080-4FB3-8551-44FDA55B1A72}"/>
              </a:ext>
            </a:extLst>
          </p:cNvPr>
          <p:cNvGraphicFramePr>
            <a:graphicFrameLocks noGrp="1"/>
          </p:cNvGraphicFramePr>
          <p:nvPr>
            <p:extLst>
              <p:ext uri="{D42A27DB-BD31-4B8C-83A1-F6EECF244321}">
                <p14:modId xmlns:p14="http://schemas.microsoft.com/office/powerpoint/2010/main" val="652796115"/>
              </p:ext>
            </p:extLst>
          </p:nvPr>
        </p:nvGraphicFramePr>
        <p:xfrm>
          <a:off x="6309828" y="2217878"/>
          <a:ext cx="2445190" cy="1483360"/>
        </p:xfrm>
        <a:graphic>
          <a:graphicData uri="http://schemas.openxmlformats.org/drawingml/2006/table">
            <a:tbl>
              <a:tblPr firstRow="1" bandRow="1">
                <a:tableStyleId>{16486439-AC5F-4A27-B78C-A0BE22C8523E}</a:tableStyleId>
              </a:tblPr>
              <a:tblGrid>
                <a:gridCol w="1222595">
                  <a:extLst>
                    <a:ext uri="{9D8B030D-6E8A-4147-A177-3AD203B41FA5}">
                      <a16:colId xmlns:a16="http://schemas.microsoft.com/office/drawing/2014/main" val="1680311851"/>
                    </a:ext>
                  </a:extLst>
                </a:gridCol>
                <a:gridCol w="1222595">
                  <a:extLst>
                    <a:ext uri="{9D8B030D-6E8A-4147-A177-3AD203B41FA5}">
                      <a16:colId xmlns:a16="http://schemas.microsoft.com/office/drawing/2014/main" val="1994594011"/>
                    </a:ext>
                  </a:extLst>
                </a:gridCol>
              </a:tblGrid>
              <a:tr h="370840">
                <a:tc>
                  <a:txBody>
                    <a:bodyPr/>
                    <a:lstStyle/>
                    <a:p>
                      <a:r>
                        <a:rPr lang="en-US">
                          <a:latin typeface="+mn-lt"/>
                        </a:rPr>
                        <a:t>Column</a:t>
                      </a:r>
                    </a:p>
                  </a:txBody>
                  <a:tcPr/>
                </a:tc>
                <a:tc>
                  <a:txBody>
                    <a:bodyPr/>
                    <a:lstStyle/>
                    <a:p>
                      <a:r>
                        <a:rPr lang="en-US">
                          <a:latin typeface="+mn-lt"/>
                        </a:rPr>
                        <a:t>Column</a:t>
                      </a:r>
                    </a:p>
                  </a:txBody>
                  <a:tcPr/>
                </a:tc>
                <a:extLst>
                  <a:ext uri="{0D108BD9-81ED-4DB2-BD59-A6C34878D82A}">
                    <a16:rowId xmlns:a16="http://schemas.microsoft.com/office/drawing/2014/main" val="2123084038"/>
                  </a:ext>
                </a:extLst>
              </a:tr>
              <a:tr h="370840">
                <a:tc>
                  <a:txBody>
                    <a:bodyPr/>
                    <a:lstStyle/>
                    <a:p>
                      <a:r>
                        <a:rPr lang="en-US">
                          <a:solidFill>
                            <a:schemeClr val="tx2"/>
                          </a:solidFill>
                          <a:latin typeface="+mn-lt"/>
                        </a:rPr>
                        <a:t>Row</a:t>
                      </a:r>
                    </a:p>
                  </a:txBody>
                  <a:tcPr/>
                </a:tc>
                <a:tc>
                  <a:txBody>
                    <a:bodyPr/>
                    <a:lstStyle/>
                    <a:p>
                      <a:r>
                        <a:rPr lang="en-US">
                          <a:solidFill>
                            <a:schemeClr val="tx2"/>
                          </a:solidFill>
                          <a:latin typeface="+mn-lt"/>
                        </a:rPr>
                        <a:t>Row</a:t>
                      </a:r>
                    </a:p>
                  </a:txBody>
                  <a:tcPr/>
                </a:tc>
                <a:extLst>
                  <a:ext uri="{0D108BD9-81ED-4DB2-BD59-A6C34878D82A}">
                    <a16:rowId xmlns:a16="http://schemas.microsoft.com/office/drawing/2014/main" val="868713452"/>
                  </a:ext>
                </a:extLst>
              </a:tr>
              <a:tr h="370840">
                <a:tc>
                  <a:txBody>
                    <a:bodyPr/>
                    <a:lstStyle/>
                    <a:p>
                      <a:r>
                        <a:rPr lang="en-US">
                          <a:solidFill>
                            <a:schemeClr val="tx2"/>
                          </a:solidFill>
                          <a:latin typeface="+mn-lt"/>
                        </a:rPr>
                        <a:t>Row</a:t>
                      </a:r>
                    </a:p>
                  </a:txBody>
                  <a:tcPr/>
                </a:tc>
                <a:tc>
                  <a:txBody>
                    <a:bodyPr/>
                    <a:lstStyle/>
                    <a:p>
                      <a:r>
                        <a:rPr lang="en-US">
                          <a:solidFill>
                            <a:schemeClr val="tx2"/>
                          </a:solidFill>
                          <a:latin typeface="+mn-lt"/>
                        </a:rPr>
                        <a:t>Row</a:t>
                      </a:r>
                    </a:p>
                  </a:txBody>
                  <a:tcPr/>
                </a:tc>
                <a:extLst>
                  <a:ext uri="{0D108BD9-81ED-4DB2-BD59-A6C34878D82A}">
                    <a16:rowId xmlns:a16="http://schemas.microsoft.com/office/drawing/2014/main" val="1492489039"/>
                  </a:ext>
                </a:extLst>
              </a:tr>
              <a:tr h="370840">
                <a:tc>
                  <a:txBody>
                    <a:bodyPr/>
                    <a:lstStyle/>
                    <a:p>
                      <a:r>
                        <a:rPr lang="en-US">
                          <a:solidFill>
                            <a:schemeClr val="tx2"/>
                          </a:solidFill>
                          <a:latin typeface="+mn-lt"/>
                        </a:rPr>
                        <a:t>Row</a:t>
                      </a:r>
                    </a:p>
                  </a:txBody>
                  <a:tcPr/>
                </a:tc>
                <a:tc>
                  <a:txBody>
                    <a:bodyPr/>
                    <a:lstStyle/>
                    <a:p>
                      <a:r>
                        <a:rPr lang="en-US">
                          <a:solidFill>
                            <a:schemeClr val="tx2"/>
                          </a:solidFill>
                          <a:latin typeface="+mn-lt"/>
                        </a:rPr>
                        <a:t>Row</a:t>
                      </a:r>
                    </a:p>
                  </a:txBody>
                  <a:tcPr/>
                </a:tc>
                <a:extLst>
                  <a:ext uri="{0D108BD9-81ED-4DB2-BD59-A6C34878D82A}">
                    <a16:rowId xmlns:a16="http://schemas.microsoft.com/office/drawing/2014/main" val="4226219970"/>
                  </a:ext>
                </a:extLst>
              </a:tr>
            </a:tbl>
          </a:graphicData>
        </a:graphic>
      </p:graphicFrame>
      <p:sp>
        <p:nvSpPr>
          <p:cNvPr id="11" name="Table 4 text">
            <a:extLst>
              <a:ext uri="{FF2B5EF4-FFF2-40B4-BE49-F238E27FC236}">
                <a16:creationId xmlns:a16="http://schemas.microsoft.com/office/drawing/2014/main" id="{93F1E0FD-BA60-4DF2-AB91-883442CEDBBE}"/>
              </a:ext>
            </a:extLst>
          </p:cNvPr>
          <p:cNvSpPr txBox="1"/>
          <p:nvPr/>
        </p:nvSpPr>
        <p:spPr>
          <a:xfrm>
            <a:off x="9276671" y="1945841"/>
            <a:ext cx="885189"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effectLst/>
                <a:uLnTx/>
                <a:uFillTx/>
                <a:ea typeface="+mn-ea"/>
                <a:cs typeface="+mn-cs"/>
              </a:rPr>
              <a:t>Table </a:t>
            </a:r>
            <a:r>
              <a:rPr lang="en-US" sz="1000"/>
              <a:t>4</a:t>
            </a:r>
            <a:endParaRPr kumimoji="0" lang="en-US" sz="1000" b="0" i="0" u="none" strike="noStrike" kern="1200" cap="none" spc="0" normalizeH="0" baseline="0" noProof="0">
              <a:ln>
                <a:noFill/>
              </a:ln>
              <a:effectLst/>
              <a:uLnTx/>
              <a:uFillTx/>
              <a:ea typeface="+mn-ea"/>
              <a:cs typeface="+mn-cs"/>
            </a:endParaRPr>
          </a:p>
        </p:txBody>
      </p:sp>
      <p:graphicFrame>
        <p:nvGraphicFramePr>
          <p:cNvPr id="12" name="Table 4" descr="Table 4 example with navy light column head text, text gray row text and gray lines between rows.">
            <a:extLst>
              <a:ext uri="{FF2B5EF4-FFF2-40B4-BE49-F238E27FC236}">
                <a16:creationId xmlns:a16="http://schemas.microsoft.com/office/drawing/2014/main" id="{94040041-11FD-4FCE-A56D-AD790A8DBBFC}"/>
              </a:ext>
            </a:extLst>
          </p:cNvPr>
          <p:cNvGraphicFramePr>
            <a:graphicFrameLocks noGrp="1"/>
          </p:cNvGraphicFramePr>
          <p:nvPr>
            <p:extLst>
              <p:ext uri="{D42A27DB-BD31-4B8C-83A1-F6EECF244321}">
                <p14:modId xmlns:p14="http://schemas.microsoft.com/office/powerpoint/2010/main" val="4241879808"/>
              </p:ext>
            </p:extLst>
          </p:nvPr>
        </p:nvGraphicFramePr>
        <p:xfrm>
          <a:off x="9185851" y="2217878"/>
          <a:ext cx="2445190" cy="1483360"/>
        </p:xfrm>
        <a:graphic>
          <a:graphicData uri="http://schemas.openxmlformats.org/drawingml/2006/table">
            <a:tbl>
              <a:tblPr firstRow="1" bandRow="1">
                <a:tableStyleId>{45550388-6236-4824-97A7-F25172F56FC5}</a:tableStyleId>
              </a:tblPr>
              <a:tblGrid>
                <a:gridCol w="1222595">
                  <a:extLst>
                    <a:ext uri="{9D8B030D-6E8A-4147-A177-3AD203B41FA5}">
                      <a16:colId xmlns:a16="http://schemas.microsoft.com/office/drawing/2014/main" val="1680311851"/>
                    </a:ext>
                  </a:extLst>
                </a:gridCol>
                <a:gridCol w="1222595">
                  <a:extLst>
                    <a:ext uri="{9D8B030D-6E8A-4147-A177-3AD203B41FA5}">
                      <a16:colId xmlns:a16="http://schemas.microsoft.com/office/drawing/2014/main" val="1994594011"/>
                    </a:ext>
                  </a:extLst>
                </a:gridCol>
              </a:tblGrid>
              <a:tr h="370840">
                <a:tc>
                  <a:txBody>
                    <a:bodyPr/>
                    <a:lstStyle/>
                    <a:p>
                      <a:r>
                        <a:rPr lang="en-US">
                          <a:latin typeface="+mn-lt"/>
                        </a:rPr>
                        <a:t>Column</a:t>
                      </a:r>
                    </a:p>
                  </a:txBody>
                  <a:tcPr/>
                </a:tc>
                <a:tc>
                  <a:txBody>
                    <a:bodyPr/>
                    <a:lstStyle/>
                    <a:p>
                      <a:r>
                        <a:rPr lang="en-US">
                          <a:latin typeface="+mn-lt"/>
                        </a:rPr>
                        <a:t>Column</a:t>
                      </a:r>
                    </a:p>
                  </a:txBody>
                  <a:tcPr/>
                </a:tc>
                <a:extLst>
                  <a:ext uri="{0D108BD9-81ED-4DB2-BD59-A6C34878D82A}">
                    <a16:rowId xmlns:a16="http://schemas.microsoft.com/office/drawing/2014/main" val="2123084038"/>
                  </a:ext>
                </a:extLst>
              </a:tr>
              <a:tr h="370840">
                <a:tc>
                  <a:txBody>
                    <a:bodyPr/>
                    <a:lstStyle/>
                    <a:p>
                      <a:r>
                        <a:rPr lang="en-US">
                          <a:solidFill>
                            <a:schemeClr val="tx2"/>
                          </a:solidFill>
                          <a:latin typeface="+mn-lt"/>
                        </a:rPr>
                        <a:t>Row</a:t>
                      </a:r>
                    </a:p>
                  </a:txBody>
                  <a:tcPr/>
                </a:tc>
                <a:tc>
                  <a:txBody>
                    <a:bodyPr/>
                    <a:lstStyle/>
                    <a:p>
                      <a:r>
                        <a:rPr lang="en-US">
                          <a:solidFill>
                            <a:schemeClr val="tx2"/>
                          </a:solidFill>
                          <a:latin typeface="+mn-lt"/>
                        </a:rPr>
                        <a:t>Row</a:t>
                      </a:r>
                    </a:p>
                  </a:txBody>
                  <a:tcPr/>
                </a:tc>
                <a:extLst>
                  <a:ext uri="{0D108BD9-81ED-4DB2-BD59-A6C34878D82A}">
                    <a16:rowId xmlns:a16="http://schemas.microsoft.com/office/drawing/2014/main" val="868713452"/>
                  </a:ext>
                </a:extLst>
              </a:tr>
              <a:tr h="370840">
                <a:tc>
                  <a:txBody>
                    <a:bodyPr/>
                    <a:lstStyle/>
                    <a:p>
                      <a:r>
                        <a:rPr lang="en-US">
                          <a:solidFill>
                            <a:schemeClr val="tx2"/>
                          </a:solidFill>
                          <a:latin typeface="+mn-lt"/>
                        </a:rPr>
                        <a:t>Row</a:t>
                      </a:r>
                    </a:p>
                  </a:txBody>
                  <a:tcPr/>
                </a:tc>
                <a:tc>
                  <a:txBody>
                    <a:bodyPr/>
                    <a:lstStyle/>
                    <a:p>
                      <a:r>
                        <a:rPr lang="en-US">
                          <a:solidFill>
                            <a:schemeClr val="tx2"/>
                          </a:solidFill>
                          <a:latin typeface="+mn-lt"/>
                        </a:rPr>
                        <a:t>Row</a:t>
                      </a:r>
                    </a:p>
                  </a:txBody>
                  <a:tcPr/>
                </a:tc>
                <a:extLst>
                  <a:ext uri="{0D108BD9-81ED-4DB2-BD59-A6C34878D82A}">
                    <a16:rowId xmlns:a16="http://schemas.microsoft.com/office/drawing/2014/main" val="1492489039"/>
                  </a:ext>
                </a:extLst>
              </a:tr>
              <a:tr h="370840">
                <a:tc>
                  <a:txBody>
                    <a:bodyPr/>
                    <a:lstStyle/>
                    <a:p>
                      <a:r>
                        <a:rPr lang="en-US">
                          <a:solidFill>
                            <a:schemeClr val="tx2"/>
                          </a:solidFill>
                          <a:latin typeface="+mn-lt"/>
                        </a:rPr>
                        <a:t>Row</a:t>
                      </a:r>
                    </a:p>
                  </a:txBody>
                  <a:tcPr/>
                </a:tc>
                <a:tc>
                  <a:txBody>
                    <a:bodyPr/>
                    <a:lstStyle/>
                    <a:p>
                      <a:r>
                        <a:rPr lang="en-US">
                          <a:solidFill>
                            <a:schemeClr val="tx2"/>
                          </a:solidFill>
                          <a:latin typeface="+mn-lt"/>
                        </a:rPr>
                        <a:t>Row</a:t>
                      </a:r>
                    </a:p>
                  </a:txBody>
                  <a:tcPr/>
                </a:tc>
                <a:extLst>
                  <a:ext uri="{0D108BD9-81ED-4DB2-BD59-A6C34878D82A}">
                    <a16:rowId xmlns:a16="http://schemas.microsoft.com/office/drawing/2014/main" val="4226219970"/>
                  </a:ext>
                </a:extLst>
              </a:tr>
            </a:tbl>
          </a:graphicData>
        </a:graphic>
      </p:graphicFrame>
      <p:sp>
        <p:nvSpPr>
          <p:cNvPr id="13" name="Table 5 text">
            <a:extLst>
              <a:ext uri="{FF2B5EF4-FFF2-40B4-BE49-F238E27FC236}">
                <a16:creationId xmlns:a16="http://schemas.microsoft.com/office/drawing/2014/main" id="{70DE23C0-A58F-42A5-BA04-26107025F891}"/>
              </a:ext>
            </a:extLst>
          </p:cNvPr>
          <p:cNvSpPr txBox="1"/>
          <p:nvPr/>
        </p:nvSpPr>
        <p:spPr>
          <a:xfrm>
            <a:off x="645734" y="3992851"/>
            <a:ext cx="885189"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effectLst/>
                <a:uLnTx/>
                <a:uFillTx/>
                <a:ea typeface="+mn-ea"/>
                <a:cs typeface="+mn-cs"/>
              </a:rPr>
              <a:t>Table 5</a:t>
            </a:r>
          </a:p>
        </p:txBody>
      </p:sp>
      <p:graphicFrame>
        <p:nvGraphicFramePr>
          <p:cNvPr id="14" name="Table 5" descr="Table 5 example with text gray text and gray lines between rows. Starting with the header row every other row is light gray.">
            <a:extLst>
              <a:ext uri="{FF2B5EF4-FFF2-40B4-BE49-F238E27FC236}">
                <a16:creationId xmlns:a16="http://schemas.microsoft.com/office/drawing/2014/main" id="{4FD67683-E099-4FE2-81AF-AAF06F7C8B16}"/>
              </a:ext>
            </a:extLst>
          </p:cNvPr>
          <p:cNvGraphicFramePr>
            <a:graphicFrameLocks noGrp="1"/>
          </p:cNvGraphicFramePr>
          <p:nvPr>
            <p:extLst>
              <p:ext uri="{D42A27DB-BD31-4B8C-83A1-F6EECF244321}">
                <p14:modId xmlns:p14="http://schemas.microsoft.com/office/powerpoint/2010/main" val="3447581762"/>
              </p:ext>
            </p:extLst>
          </p:nvPr>
        </p:nvGraphicFramePr>
        <p:xfrm>
          <a:off x="557784" y="4296061"/>
          <a:ext cx="2445190" cy="1483360"/>
        </p:xfrm>
        <a:graphic>
          <a:graphicData uri="http://schemas.openxmlformats.org/drawingml/2006/table">
            <a:tbl>
              <a:tblPr firstRow="1" bandRow="1">
                <a:tableStyleId>{2268F375-FF24-489F-8BCC-F0714B050B05}</a:tableStyleId>
              </a:tblPr>
              <a:tblGrid>
                <a:gridCol w="1222595">
                  <a:extLst>
                    <a:ext uri="{9D8B030D-6E8A-4147-A177-3AD203B41FA5}">
                      <a16:colId xmlns:a16="http://schemas.microsoft.com/office/drawing/2014/main" val="1680311851"/>
                    </a:ext>
                  </a:extLst>
                </a:gridCol>
                <a:gridCol w="1222595">
                  <a:extLst>
                    <a:ext uri="{9D8B030D-6E8A-4147-A177-3AD203B41FA5}">
                      <a16:colId xmlns:a16="http://schemas.microsoft.com/office/drawing/2014/main" val="1994594011"/>
                    </a:ext>
                  </a:extLst>
                </a:gridCol>
              </a:tblGrid>
              <a:tr h="370840">
                <a:tc>
                  <a:txBody>
                    <a:bodyPr/>
                    <a:lstStyle/>
                    <a:p>
                      <a:r>
                        <a:rPr lang="en-US">
                          <a:solidFill>
                            <a:schemeClr val="tx2"/>
                          </a:solidFill>
                          <a:latin typeface="+mn-lt"/>
                        </a:rPr>
                        <a:t>Column</a:t>
                      </a:r>
                    </a:p>
                  </a:txBody>
                  <a:tcPr/>
                </a:tc>
                <a:tc>
                  <a:txBody>
                    <a:bodyPr/>
                    <a:lstStyle/>
                    <a:p>
                      <a:r>
                        <a:rPr lang="en-US">
                          <a:solidFill>
                            <a:schemeClr val="tx2"/>
                          </a:solidFill>
                          <a:latin typeface="+mn-lt"/>
                        </a:rPr>
                        <a:t>Column</a:t>
                      </a:r>
                    </a:p>
                  </a:txBody>
                  <a:tcPr/>
                </a:tc>
                <a:extLst>
                  <a:ext uri="{0D108BD9-81ED-4DB2-BD59-A6C34878D82A}">
                    <a16:rowId xmlns:a16="http://schemas.microsoft.com/office/drawing/2014/main" val="2123084038"/>
                  </a:ext>
                </a:extLst>
              </a:tr>
              <a:tr h="370840">
                <a:tc>
                  <a:txBody>
                    <a:bodyPr/>
                    <a:lstStyle/>
                    <a:p>
                      <a:r>
                        <a:rPr lang="en-US">
                          <a:solidFill>
                            <a:schemeClr val="tx2"/>
                          </a:solidFill>
                          <a:latin typeface="+mn-lt"/>
                        </a:rPr>
                        <a:t>Row</a:t>
                      </a:r>
                    </a:p>
                  </a:txBody>
                  <a:tcPr/>
                </a:tc>
                <a:tc>
                  <a:txBody>
                    <a:bodyPr/>
                    <a:lstStyle/>
                    <a:p>
                      <a:r>
                        <a:rPr lang="en-US">
                          <a:solidFill>
                            <a:schemeClr val="tx2"/>
                          </a:solidFill>
                          <a:latin typeface="+mn-lt"/>
                        </a:rPr>
                        <a:t>Row</a:t>
                      </a:r>
                    </a:p>
                  </a:txBody>
                  <a:tcPr/>
                </a:tc>
                <a:extLst>
                  <a:ext uri="{0D108BD9-81ED-4DB2-BD59-A6C34878D82A}">
                    <a16:rowId xmlns:a16="http://schemas.microsoft.com/office/drawing/2014/main" val="868713452"/>
                  </a:ext>
                </a:extLst>
              </a:tr>
              <a:tr h="370840">
                <a:tc>
                  <a:txBody>
                    <a:bodyPr/>
                    <a:lstStyle/>
                    <a:p>
                      <a:r>
                        <a:rPr lang="en-US">
                          <a:solidFill>
                            <a:schemeClr val="tx2"/>
                          </a:solidFill>
                          <a:latin typeface="+mn-lt"/>
                        </a:rPr>
                        <a:t>Row</a:t>
                      </a:r>
                    </a:p>
                  </a:txBody>
                  <a:tcPr/>
                </a:tc>
                <a:tc>
                  <a:txBody>
                    <a:bodyPr/>
                    <a:lstStyle/>
                    <a:p>
                      <a:r>
                        <a:rPr lang="en-US">
                          <a:solidFill>
                            <a:schemeClr val="tx2"/>
                          </a:solidFill>
                          <a:latin typeface="+mn-lt"/>
                        </a:rPr>
                        <a:t>Row</a:t>
                      </a:r>
                    </a:p>
                  </a:txBody>
                  <a:tcPr/>
                </a:tc>
                <a:extLst>
                  <a:ext uri="{0D108BD9-81ED-4DB2-BD59-A6C34878D82A}">
                    <a16:rowId xmlns:a16="http://schemas.microsoft.com/office/drawing/2014/main" val="1492489039"/>
                  </a:ext>
                </a:extLst>
              </a:tr>
              <a:tr h="370840">
                <a:tc>
                  <a:txBody>
                    <a:bodyPr/>
                    <a:lstStyle/>
                    <a:p>
                      <a:r>
                        <a:rPr lang="en-US">
                          <a:solidFill>
                            <a:schemeClr val="tx2"/>
                          </a:solidFill>
                          <a:latin typeface="+mn-lt"/>
                        </a:rPr>
                        <a:t>Row</a:t>
                      </a:r>
                    </a:p>
                  </a:txBody>
                  <a:tcPr/>
                </a:tc>
                <a:tc>
                  <a:txBody>
                    <a:bodyPr/>
                    <a:lstStyle/>
                    <a:p>
                      <a:r>
                        <a:rPr lang="en-US">
                          <a:solidFill>
                            <a:schemeClr val="tx2"/>
                          </a:solidFill>
                          <a:latin typeface="+mn-lt"/>
                        </a:rPr>
                        <a:t>Row</a:t>
                      </a:r>
                    </a:p>
                  </a:txBody>
                  <a:tcPr/>
                </a:tc>
                <a:extLst>
                  <a:ext uri="{0D108BD9-81ED-4DB2-BD59-A6C34878D82A}">
                    <a16:rowId xmlns:a16="http://schemas.microsoft.com/office/drawing/2014/main" val="4226219970"/>
                  </a:ext>
                </a:extLst>
              </a:tr>
            </a:tbl>
          </a:graphicData>
        </a:graphic>
      </p:graphicFrame>
      <p:sp>
        <p:nvSpPr>
          <p:cNvPr id="15" name="Table 6 text">
            <a:extLst>
              <a:ext uri="{FF2B5EF4-FFF2-40B4-BE49-F238E27FC236}">
                <a16:creationId xmlns:a16="http://schemas.microsoft.com/office/drawing/2014/main" id="{2971CF9E-A3F8-4BE6-A361-A018B3DE0E22}"/>
              </a:ext>
            </a:extLst>
          </p:cNvPr>
          <p:cNvSpPr txBox="1"/>
          <p:nvPr/>
        </p:nvSpPr>
        <p:spPr>
          <a:xfrm>
            <a:off x="3518430" y="3992851"/>
            <a:ext cx="885189"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effectLst/>
                <a:uLnTx/>
                <a:uFillTx/>
                <a:ea typeface="+mn-ea"/>
                <a:cs typeface="+mn-cs"/>
              </a:rPr>
              <a:t>Table 6</a:t>
            </a:r>
          </a:p>
        </p:txBody>
      </p:sp>
      <p:graphicFrame>
        <p:nvGraphicFramePr>
          <p:cNvPr id="16" name="Table 6" descr="Table 6 example with text gray text, a red line under column heads and gray lines between rows. Starting with the header row every other row is light gray.">
            <a:extLst>
              <a:ext uri="{FF2B5EF4-FFF2-40B4-BE49-F238E27FC236}">
                <a16:creationId xmlns:a16="http://schemas.microsoft.com/office/drawing/2014/main" id="{E613E113-4411-4144-9324-964445844E0C}"/>
              </a:ext>
            </a:extLst>
          </p:cNvPr>
          <p:cNvGraphicFramePr>
            <a:graphicFrameLocks noGrp="1"/>
          </p:cNvGraphicFramePr>
          <p:nvPr>
            <p:extLst>
              <p:ext uri="{D42A27DB-BD31-4B8C-83A1-F6EECF244321}">
                <p14:modId xmlns:p14="http://schemas.microsoft.com/office/powerpoint/2010/main" val="335725205"/>
              </p:ext>
            </p:extLst>
          </p:nvPr>
        </p:nvGraphicFramePr>
        <p:xfrm>
          <a:off x="3429139" y="4296061"/>
          <a:ext cx="2445190" cy="1483360"/>
        </p:xfrm>
        <a:graphic>
          <a:graphicData uri="http://schemas.openxmlformats.org/drawingml/2006/table">
            <a:tbl>
              <a:tblPr firstRow="1" bandRow="1">
                <a:tableStyleId>{5B16CA05-3835-4193-AC71-686F5E0D2453}</a:tableStyleId>
              </a:tblPr>
              <a:tblGrid>
                <a:gridCol w="1222595">
                  <a:extLst>
                    <a:ext uri="{9D8B030D-6E8A-4147-A177-3AD203B41FA5}">
                      <a16:colId xmlns:a16="http://schemas.microsoft.com/office/drawing/2014/main" val="1680311851"/>
                    </a:ext>
                  </a:extLst>
                </a:gridCol>
                <a:gridCol w="1222595">
                  <a:extLst>
                    <a:ext uri="{9D8B030D-6E8A-4147-A177-3AD203B41FA5}">
                      <a16:colId xmlns:a16="http://schemas.microsoft.com/office/drawing/2014/main" val="1994594011"/>
                    </a:ext>
                  </a:extLst>
                </a:gridCol>
              </a:tblGrid>
              <a:tr h="370840">
                <a:tc>
                  <a:txBody>
                    <a:bodyPr/>
                    <a:lstStyle/>
                    <a:p>
                      <a:r>
                        <a:rPr lang="en-US">
                          <a:solidFill>
                            <a:schemeClr val="tx2"/>
                          </a:solidFill>
                          <a:latin typeface="+mn-lt"/>
                        </a:rPr>
                        <a:t>Column</a:t>
                      </a:r>
                    </a:p>
                  </a:txBody>
                  <a:tcPr/>
                </a:tc>
                <a:tc>
                  <a:txBody>
                    <a:bodyPr/>
                    <a:lstStyle/>
                    <a:p>
                      <a:r>
                        <a:rPr lang="en-US">
                          <a:solidFill>
                            <a:schemeClr val="tx2"/>
                          </a:solidFill>
                          <a:latin typeface="+mn-lt"/>
                        </a:rPr>
                        <a:t>Column</a:t>
                      </a:r>
                    </a:p>
                  </a:txBody>
                  <a:tcPr/>
                </a:tc>
                <a:extLst>
                  <a:ext uri="{0D108BD9-81ED-4DB2-BD59-A6C34878D82A}">
                    <a16:rowId xmlns:a16="http://schemas.microsoft.com/office/drawing/2014/main" val="2123084038"/>
                  </a:ext>
                </a:extLst>
              </a:tr>
              <a:tr h="370840">
                <a:tc>
                  <a:txBody>
                    <a:bodyPr/>
                    <a:lstStyle/>
                    <a:p>
                      <a:r>
                        <a:rPr lang="en-US">
                          <a:solidFill>
                            <a:schemeClr val="tx2"/>
                          </a:solidFill>
                          <a:latin typeface="+mn-lt"/>
                        </a:rPr>
                        <a:t>Row</a:t>
                      </a:r>
                    </a:p>
                  </a:txBody>
                  <a:tcPr/>
                </a:tc>
                <a:tc>
                  <a:txBody>
                    <a:bodyPr/>
                    <a:lstStyle/>
                    <a:p>
                      <a:r>
                        <a:rPr lang="en-US">
                          <a:solidFill>
                            <a:schemeClr val="tx2"/>
                          </a:solidFill>
                          <a:latin typeface="+mn-lt"/>
                        </a:rPr>
                        <a:t>Row</a:t>
                      </a:r>
                    </a:p>
                  </a:txBody>
                  <a:tcPr/>
                </a:tc>
                <a:extLst>
                  <a:ext uri="{0D108BD9-81ED-4DB2-BD59-A6C34878D82A}">
                    <a16:rowId xmlns:a16="http://schemas.microsoft.com/office/drawing/2014/main" val="868713452"/>
                  </a:ext>
                </a:extLst>
              </a:tr>
              <a:tr h="370840">
                <a:tc>
                  <a:txBody>
                    <a:bodyPr/>
                    <a:lstStyle/>
                    <a:p>
                      <a:r>
                        <a:rPr lang="en-US">
                          <a:solidFill>
                            <a:schemeClr val="tx2"/>
                          </a:solidFill>
                          <a:latin typeface="+mn-lt"/>
                        </a:rPr>
                        <a:t>Row</a:t>
                      </a:r>
                    </a:p>
                  </a:txBody>
                  <a:tcPr/>
                </a:tc>
                <a:tc>
                  <a:txBody>
                    <a:bodyPr/>
                    <a:lstStyle/>
                    <a:p>
                      <a:r>
                        <a:rPr lang="en-US">
                          <a:solidFill>
                            <a:schemeClr val="tx2"/>
                          </a:solidFill>
                          <a:latin typeface="+mn-lt"/>
                        </a:rPr>
                        <a:t>Row</a:t>
                      </a:r>
                    </a:p>
                  </a:txBody>
                  <a:tcPr/>
                </a:tc>
                <a:extLst>
                  <a:ext uri="{0D108BD9-81ED-4DB2-BD59-A6C34878D82A}">
                    <a16:rowId xmlns:a16="http://schemas.microsoft.com/office/drawing/2014/main" val="1492489039"/>
                  </a:ext>
                </a:extLst>
              </a:tr>
              <a:tr h="370840">
                <a:tc>
                  <a:txBody>
                    <a:bodyPr/>
                    <a:lstStyle/>
                    <a:p>
                      <a:r>
                        <a:rPr lang="en-US">
                          <a:solidFill>
                            <a:schemeClr val="tx2"/>
                          </a:solidFill>
                          <a:latin typeface="+mn-lt"/>
                        </a:rPr>
                        <a:t>Row</a:t>
                      </a:r>
                    </a:p>
                  </a:txBody>
                  <a:tcPr/>
                </a:tc>
                <a:tc>
                  <a:txBody>
                    <a:bodyPr/>
                    <a:lstStyle/>
                    <a:p>
                      <a:r>
                        <a:rPr lang="en-US">
                          <a:solidFill>
                            <a:schemeClr val="tx2"/>
                          </a:solidFill>
                          <a:latin typeface="+mn-lt"/>
                        </a:rPr>
                        <a:t>Row</a:t>
                      </a:r>
                    </a:p>
                  </a:txBody>
                  <a:tcPr/>
                </a:tc>
                <a:extLst>
                  <a:ext uri="{0D108BD9-81ED-4DB2-BD59-A6C34878D82A}">
                    <a16:rowId xmlns:a16="http://schemas.microsoft.com/office/drawing/2014/main" val="4226219970"/>
                  </a:ext>
                </a:extLst>
              </a:tr>
            </a:tbl>
          </a:graphicData>
        </a:graphic>
      </p:graphicFrame>
      <p:sp>
        <p:nvSpPr>
          <p:cNvPr id="17" name="Table 7 text">
            <a:extLst>
              <a:ext uri="{FF2B5EF4-FFF2-40B4-BE49-F238E27FC236}">
                <a16:creationId xmlns:a16="http://schemas.microsoft.com/office/drawing/2014/main" id="{ED90B116-99B5-46B9-81FF-8080E82784EB}"/>
              </a:ext>
            </a:extLst>
          </p:cNvPr>
          <p:cNvSpPr txBox="1"/>
          <p:nvPr/>
        </p:nvSpPr>
        <p:spPr>
          <a:xfrm>
            <a:off x="6403975" y="3992850"/>
            <a:ext cx="885189"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effectLst/>
                <a:uLnTx/>
                <a:uFillTx/>
                <a:ea typeface="+mn-ea"/>
                <a:cs typeface="+mn-cs"/>
              </a:rPr>
              <a:t>Table 7</a:t>
            </a:r>
          </a:p>
        </p:txBody>
      </p:sp>
      <p:graphicFrame>
        <p:nvGraphicFramePr>
          <p:cNvPr id="18" name="Table 7" descr="Table 7 example with navy light column head text, text gray row text and gray lines between rows. Starting with the header row every other row is light gray.">
            <a:extLst>
              <a:ext uri="{FF2B5EF4-FFF2-40B4-BE49-F238E27FC236}">
                <a16:creationId xmlns:a16="http://schemas.microsoft.com/office/drawing/2014/main" id="{220B56A2-E77E-42DB-B282-59CB9580FE07}"/>
              </a:ext>
            </a:extLst>
          </p:cNvPr>
          <p:cNvGraphicFramePr>
            <a:graphicFrameLocks noGrp="1"/>
          </p:cNvGraphicFramePr>
          <p:nvPr>
            <p:extLst>
              <p:ext uri="{D42A27DB-BD31-4B8C-83A1-F6EECF244321}">
                <p14:modId xmlns:p14="http://schemas.microsoft.com/office/powerpoint/2010/main" val="2762249022"/>
              </p:ext>
            </p:extLst>
          </p:nvPr>
        </p:nvGraphicFramePr>
        <p:xfrm>
          <a:off x="6309828" y="4296061"/>
          <a:ext cx="2445190" cy="1483360"/>
        </p:xfrm>
        <a:graphic>
          <a:graphicData uri="http://schemas.openxmlformats.org/drawingml/2006/table">
            <a:tbl>
              <a:tblPr firstRow="1" bandRow="1">
                <a:tableStyleId>{FA0B3A61-A383-473F-9F12-C45DFEE99176}</a:tableStyleId>
              </a:tblPr>
              <a:tblGrid>
                <a:gridCol w="1222595">
                  <a:extLst>
                    <a:ext uri="{9D8B030D-6E8A-4147-A177-3AD203B41FA5}">
                      <a16:colId xmlns:a16="http://schemas.microsoft.com/office/drawing/2014/main" val="1680311851"/>
                    </a:ext>
                  </a:extLst>
                </a:gridCol>
                <a:gridCol w="1222595">
                  <a:extLst>
                    <a:ext uri="{9D8B030D-6E8A-4147-A177-3AD203B41FA5}">
                      <a16:colId xmlns:a16="http://schemas.microsoft.com/office/drawing/2014/main" val="1994594011"/>
                    </a:ext>
                  </a:extLst>
                </a:gridCol>
              </a:tblGrid>
              <a:tr h="370840">
                <a:tc>
                  <a:txBody>
                    <a:bodyPr/>
                    <a:lstStyle/>
                    <a:p>
                      <a:r>
                        <a:rPr lang="en-US">
                          <a:latin typeface="+mn-lt"/>
                        </a:rPr>
                        <a:t>Column</a:t>
                      </a:r>
                    </a:p>
                  </a:txBody>
                  <a:tcPr/>
                </a:tc>
                <a:tc>
                  <a:txBody>
                    <a:bodyPr/>
                    <a:lstStyle/>
                    <a:p>
                      <a:r>
                        <a:rPr lang="en-US">
                          <a:latin typeface="+mn-lt"/>
                        </a:rPr>
                        <a:t>Column</a:t>
                      </a:r>
                    </a:p>
                  </a:txBody>
                  <a:tcPr/>
                </a:tc>
                <a:extLst>
                  <a:ext uri="{0D108BD9-81ED-4DB2-BD59-A6C34878D82A}">
                    <a16:rowId xmlns:a16="http://schemas.microsoft.com/office/drawing/2014/main" val="2123084038"/>
                  </a:ext>
                </a:extLst>
              </a:tr>
              <a:tr h="370840">
                <a:tc>
                  <a:txBody>
                    <a:bodyPr/>
                    <a:lstStyle/>
                    <a:p>
                      <a:r>
                        <a:rPr lang="en-US">
                          <a:solidFill>
                            <a:schemeClr val="tx2"/>
                          </a:solidFill>
                          <a:latin typeface="+mn-lt"/>
                        </a:rPr>
                        <a:t>Row</a:t>
                      </a:r>
                    </a:p>
                  </a:txBody>
                  <a:tcPr/>
                </a:tc>
                <a:tc>
                  <a:txBody>
                    <a:bodyPr/>
                    <a:lstStyle/>
                    <a:p>
                      <a:r>
                        <a:rPr lang="en-US">
                          <a:solidFill>
                            <a:schemeClr val="tx2"/>
                          </a:solidFill>
                          <a:latin typeface="+mn-lt"/>
                        </a:rPr>
                        <a:t>Row</a:t>
                      </a:r>
                    </a:p>
                  </a:txBody>
                  <a:tcPr/>
                </a:tc>
                <a:extLst>
                  <a:ext uri="{0D108BD9-81ED-4DB2-BD59-A6C34878D82A}">
                    <a16:rowId xmlns:a16="http://schemas.microsoft.com/office/drawing/2014/main" val="868713452"/>
                  </a:ext>
                </a:extLst>
              </a:tr>
              <a:tr h="370840">
                <a:tc>
                  <a:txBody>
                    <a:bodyPr/>
                    <a:lstStyle/>
                    <a:p>
                      <a:r>
                        <a:rPr lang="en-US">
                          <a:solidFill>
                            <a:schemeClr val="tx2"/>
                          </a:solidFill>
                          <a:latin typeface="+mn-lt"/>
                        </a:rPr>
                        <a:t>Row</a:t>
                      </a:r>
                    </a:p>
                  </a:txBody>
                  <a:tcPr/>
                </a:tc>
                <a:tc>
                  <a:txBody>
                    <a:bodyPr/>
                    <a:lstStyle/>
                    <a:p>
                      <a:r>
                        <a:rPr lang="en-US">
                          <a:solidFill>
                            <a:schemeClr val="tx2"/>
                          </a:solidFill>
                          <a:latin typeface="+mn-lt"/>
                        </a:rPr>
                        <a:t>Row</a:t>
                      </a:r>
                    </a:p>
                  </a:txBody>
                  <a:tcPr/>
                </a:tc>
                <a:extLst>
                  <a:ext uri="{0D108BD9-81ED-4DB2-BD59-A6C34878D82A}">
                    <a16:rowId xmlns:a16="http://schemas.microsoft.com/office/drawing/2014/main" val="1492489039"/>
                  </a:ext>
                </a:extLst>
              </a:tr>
              <a:tr h="370840">
                <a:tc>
                  <a:txBody>
                    <a:bodyPr/>
                    <a:lstStyle/>
                    <a:p>
                      <a:r>
                        <a:rPr lang="en-US">
                          <a:solidFill>
                            <a:schemeClr val="tx2"/>
                          </a:solidFill>
                          <a:latin typeface="+mn-lt"/>
                        </a:rPr>
                        <a:t>Row</a:t>
                      </a:r>
                    </a:p>
                  </a:txBody>
                  <a:tcPr/>
                </a:tc>
                <a:tc>
                  <a:txBody>
                    <a:bodyPr/>
                    <a:lstStyle/>
                    <a:p>
                      <a:r>
                        <a:rPr lang="en-US">
                          <a:solidFill>
                            <a:schemeClr val="tx2"/>
                          </a:solidFill>
                          <a:latin typeface="+mn-lt"/>
                        </a:rPr>
                        <a:t>Row</a:t>
                      </a:r>
                    </a:p>
                  </a:txBody>
                  <a:tcPr/>
                </a:tc>
                <a:extLst>
                  <a:ext uri="{0D108BD9-81ED-4DB2-BD59-A6C34878D82A}">
                    <a16:rowId xmlns:a16="http://schemas.microsoft.com/office/drawing/2014/main" val="4226219970"/>
                  </a:ext>
                </a:extLst>
              </a:tr>
            </a:tbl>
          </a:graphicData>
        </a:graphic>
      </p:graphicFrame>
    </p:spTree>
    <p:extLst>
      <p:ext uri="{BB962C8B-B14F-4D97-AF65-F5344CB8AC3E}">
        <p14:creationId xmlns:p14="http://schemas.microsoft.com/office/powerpoint/2010/main" val="231651452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8A2637-E48F-4A05-A4AB-BE9B833F8D89}"/>
              </a:ext>
            </a:extLst>
          </p:cNvPr>
          <p:cNvSpPr>
            <a:spLocks noGrp="1"/>
          </p:cNvSpPr>
          <p:nvPr>
            <p:ph type="title"/>
          </p:nvPr>
        </p:nvSpPr>
        <p:spPr/>
        <p:txBody>
          <a:bodyPr/>
          <a:lstStyle/>
          <a:p>
            <a:r>
              <a:rPr lang="en-US"/>
              <a:t>Title for default Table Style 1 layout</a:t>
            </a:r>
          </a:p>
        </p:txBody>
      </p:sp>
      <p:graphicFrame>
        <p:nvGraphicFramePr>
          <p:cNvPr id="5" name="Table 6" descr="Default Table Style 1 layout example.">
            <a:extLst>
              <a:ext uri="{FF2B5EF4-FFF2-40B4-BE49-F238E27FC236}">
                <a16:creationId xmlns:a16="http://schemas.microsoft.com/office/drawing/2014/main" id="{E6440BB8-5CC7-40BB-96EE-6351EA3E93D6}"/>
              </a:ext>
            </a:extLst>
          </p:cNvPr>
          <p:cNvGraphicFramePr>
            <a:graphicFrameLocks noGrp="1"/>
          </p:cNvGraphicFramePr>
          <p:nvPr>
            <p:extLst>
              <p:ext uri="{D42A27DB-BD31-4B8C-83A1-F6EECF244321}">
                <p14:modId xmlns:p14="http://schemas.microsoft.com/office/powerpoint/2010/main" val="3608571353"/>
              </p:ext>
            </p:extLst>
          </p:nvPr>
        </p:nvGraphicFramePr>
        <p:xfrm>
          <a:off x="1719899" y="1868721"/>
          <a:ext cx="8749028" cy="2933946"/>
        </p:xfrm>
        <a:graphic>
          <a:graphicData uri="http://schemas.openxmlformats.org/drawingml/2006/table">
            <a:tbl>
              <a:tblPr firstRow="1" bandRow="1">
                <a:tableStyleId>{9F4BECD3-1946-49B8-A077-205F1168E22D}</a:tableStyleId>
              </a:tblPr>
              <a:tblGrid>
                <a:gridCol w="2187257">
                  <a:extLst>
                    <a:ext uri="{9D8B030D-6E8A-4147-A177-3AD203B41FA5}">
                      <a16:colId xmlns:a16="http://schemas.microsoft.com/office/drawing/2014/main" val="2831225325"/>
                    </a:ext>
                  </a:extLst>
                </a:gridCol>
                <a:gridCol w="2187257">
                  <a:extLst>
                    <a:ext uri="{9D8B030D-6E8A-4147-A177-3AD203B41FA5}">
                      <a16:colId xmlns:a16="http://schemas.microsoft.com/office/drawing/2014/main" val="4290954668"/>
                    </a:ext>
                  </a:extLst>
                </a:gridCol>
                <a:gridCol w="2187257">
                  <a:extLst>
                    <a:ext uri="{9D8B030D-6E8A-4147-A177-3AD203B41FA5}">
                      <a16:colId xmlns:a16="http://schemas.microsoft.com/office/drawing/2014/main" val="1661075457"/>
                    </a:ext>
                  </a:extLst>
                </a:gridCol>
                <a:gridCol w="2187257">
                  <a:extLst>
                    <a:ext uri="{9D8B030D-6E8A-4147-A177-3AD203B41FA5}">
                      <a16:colId xmlns:a16="http://schemas.microsoft.com/office/drawing/2014/main" val="223144812"/>
                    </a:ext>
                  </a:extLst>
                </a:gridCol>
              </a:tblGrid>
              <a:tr h="488991">
                <a:tc>
                  <a:txBody>
                    <a:bodyPr/>
                    <a:lstStyle/>
                    <a:p>
                      <a:r>
                        <a:rPr lang="en-US">
                          <a:solidFill>
                            <a:schemeClr val="tx2"/>
                          </a:solidFill>
                          <a:latin typeface="+mn-lt"/>
                        </a:rPr>
                        <a:t>Column one</a:t>
                      </a:r>
                    </a:p>
                  </a:txBody>
                  <a:tcPr anchor="ctr"/>
                </a:tc>
                <a:tc>
                  <a:txBody>
                    <a:bodyPr/>
                    <a:lstStyle/>
                    <a:p>
                      <a:r>
                        <a:rPr lang="en-US">
                          <a:solidFill>
                            <a:schemeClr val="tx2"/>
                          </a:solidFill>
                          <a:latin typeface="+mn-lt"/>
                        </a:rPr>
                        <a:t>Column two</a:t>
                      </a:r>
                    </a:p>
                  </a:txBody>
                  <a:tcPr anchor="ctr"/>
                </a:tc>
                <a:tc>
                  <a:txBody>
                    <a:bodyPr/>
                    <a:lstStyle/>
                    <a:p>
                      <a:r>
                        <a:rPr lang="en-US">
                          <a:solidFill>
                            <a:schemeClr val="tx2"/>
                          </a:solidFill>
                          <a:latin typeface="+mn-lt"/>
                        </a:rPr>
                        <a:t>Column three</a:t>
                      </a:r>
                    </a:p>
                  </a:txBody>
                  <a:tcPr anchor="ctr"/>
                </a:tc>
                <a:tc>
                  <a:txBody>
                    <a:bodyPr/>
                    <a:lstStyle/>
                    <a:p>
                      <a:r>
                        <a:rPr lang="en-US">
                          <a:solidFill>
                            <a:schemeClr val="tx2"/>
                          </a:solidFill>
                          <a:latin typeface="+mn-lt"/>
                        </a:rPr>
                        <a:t>Column four</a:t>
                      </a:r>
                    </a:p>
                  </a:txBody>
                  <a:tcPr anchor="ctr"/>
                </a:tc>
                <a:extLst>
                  <a:ext uri="{0D108BD9-81ED-4DB2-BD59-A6C34878D82A}">
                    <a16:rowId xmlns:a16="http://schemas.microsoft.com/office/drawing/2014/main" val="2849545525"/>
                  </a:ext>
                </a:extLst>
              </a:tr>
              <a:tr h="488991">
                <a:tc>
                  <a:txBody>
                    <a:bodyPr/>
                    <a:lstStyle/>
                    <a:p>
                      <a:r>
                        <a:rPr lang="en-US">
                          <a:solidFill>
                            <a:schemeClr val="tx2"/>
                          </a:solidFill>
                          <a:latin typeface="+mn-lt"/>
                        </a:rPr>
                        <a:t>Header one here</a:t>
                      </a:r>
                    </a:p>
                  </a:txBody>
                  <a:tcPr anchor="ctr"/>
                </a:tc>
                <a:tc>
                  <a:txBody>
                    <a:bodyPr/>
                    <a:lstStyle/>
                    <a:p>
                      <a:r>
                        <a:rPr lang="en-US">
                          <a:solidFill>
                            <a:schemeClr val="tx2"/>
                          </a:solidFill>
                          <a:latin typeface="+mn-lt"/>
                        </a:rPr>
                        <a:t>Copy here</a:t>
                      </a:r>
                    </a:p>
                  </a:txBody>
                  <a:tcPr anchor="ctr"/>
                </a:tc>
                <a:tc>
                  <a:txBody>
                    <a:bodyPr/>
                    <a:lstStyle/>
                    <a:p>
                      <a:pPr marL="0" marR="0" lvl="0" indent="0" algn="l" defTabSz="457200" rtl="0" eaLnBrk="1" fontAlgn="ctr" latinLnBrk="0" hangingPunct="1">
                        <a:lnSpc>
                          <a:spcPct val="100000"/>
                        </a:lnSpc>
                        <a:spcBef>
                          <a:spcPts val="0"/>
                        </a:spcBef>
                        <a:spcAft>
                          <a:spcPts val="0"/>
                        </a:spcAft>
                        <a:buClrTx/>
                        <a:buSzTx/>
                        <a:buFontTx/>
                        <a:buNone/>
                        <a:tabLst/>
                        <a:defRPr/>
                      </a:pPr>
                      <a:r>
                        <a:rPr lang="en-US">
                          <a:solidFill>
                            <a:schemeClr val="tx2"/>
                          </a:solidFill>
                          <a:latin typeface="+mn-lt"/>
                        </a:rPr>
                        <a:t>Copy here</a:t>
                      </a:r>
                    </a:p>
                  </a:txBody>
                  <a:tcPr anchor="ctr"/>
                </a:tc>
                <a:tc>
                  <a:txBody>
                    <a:bodyPr/>
                    <a:lstStyle/>
                    <a:p>
                      <a:pPr marL="0" marR="0" lvl="0" indent="0" algn="l" defTabSz="457200" rtl="0" eaLnBrk="1" fontAlgn="ctr" latinLnBrk="0" hangingPunct="1">
                        <a:lnSpc>
                          <a:spcPct val="100000"/>
                        </a:lnSpc>
                        <a:spcBef>
                          <a:spcPts val="0"/>
                        </a:spcBef>
                        <a:spcAft>
                          <a:spcPts val="0"/>
                        </a:spcAft>
                        <a:buClrTx/>
                        <a:buSzTx/>
                        <a:buFontTx/>
                        <a:buNone/>
                        <a:tabLst/>
                        <a:defRPr/>
                      </a:pPr>
                      <a:r>
                        <a:rPr lang="en-US">
                          <a:solidFill>
                            <a:schemeClr val="tx2"/>
                          </a:solidFill>
                          <a:latin typeface="+mn-lt"/>
                        </a:rPr>
                        <a:t>Copy here</a:t>
                      </a:r>
                    </a:p>
                  </a:txBody>
                  <a:tcPr anchor="ctr"/>
                </a:tc>
                <a:extLst>
                  <a:ext uri="{0D108BD9-81ED-4DB2-BD59-A6C34878D82A}">
                    <a16:rowId xmlns:a16="http://schemas.microsoft.com/office/drawing/2014/main" val="3736967257"/>
                  </a:ext>
                </a:extLst>
              </a:tr>
              <a:tr h="488991">
                <a:tc>
                  <a:txBody>
                    <a:bodyPr/>
                    <a:lstStyle/>
                    <a:p>
                      <a:r>
                        <a:rPr lang="en-US">
                          <a:solidFill>
                            <a:schemeClr val="tx2"/>
                          </a:solidFill>
                          <a:latin typeface="+mn-lt"/>
                        </a:rPr>
                        <a:t>Header two here</a:t>
                      </a:r>
                    </a:p>
                  </a:txBody>
                  <a:tcPr anchor="ctr"/>
                </a:tc>
                <a:tc>
                  <a:txBody>
                    <a:bodyPr/>
                    <a:lstStyle/>
                    <a:p>
                      <a:pPr marL="0" marR="0" lvl="0" indent="0" algn="l" defTabSz="457200" rtl="0" eaLnBrk="1" fontAlgn="ctr" latinLnBrk="0" hangingPunct="1">
                        <a:lnSpc>
                          <a:spcPct val="100000"/>
                        </a:lnSpc>
                        <a:spcBef>
                          <a:spcPts val="0"/>
                        </a:spcBef>
                        <a:spcAft>
                          <a:spcPts val="0"/>
                        </a:spcAft>
                        <a:buClrTx/>
                        <a:buSzTx/>
                        <a:buFontTx/>
                        <a:buNone/>
                        <a:tabLst/>
                        <a:defRPr/>
                      </a:pPr>
                      <a:r>
                        <a:rPr lang="en-US">
                          <a:solidFill>
                            <a:schemeClr val="tx2"/>
                          </a:solidFill>
                          <a:latin typeface="+mn-lt"/>
                        </a:rPr>
                        <a:t>Copy here</a:t>
                      </a:r>
                    </a:p>
                  </a:txBody>
                  <a:tcPr anchor="ctr"/>
                </a:tc>
                <a:tc>
                  <a:txBody>
                    <a:bodyPr/>
                    <a:lstStyle/>
                    <a:p>
                      <a:pPr marL="0" marR="0" lvl="0" indent="0" algn="l" defTabSz="457200" rtl="0" eaLnBrk="1" fontAlgn="ctr" latinLnBrk="0" hangingPunct="1">
                        <a:lnSpc>
                          <a:spcPct val="100000"/>
                        </a:lnSpc>
                        <a:spcBef>
                          <a:spcPts val="0"/>
                        </a:spcBef>
                        <a:spcAft>
                          <a:spcPts val="0"/>
                        </a:spcAft>
                        <a:buClrTx/>
                        <a:buSzTx/>
                        <a:buFontTx/>
                        <a:buNone/>
                        <a:tabLst/>
                        <a:defRPr/>
                      </a:pPr>
                      <a:r>
                        <a:rPr lang="en-US">
                          <a:solidFill>
                            <a:schemeClr val="tx2"/>
                          </a:solidFill>
                          <a:latin typeface="+mn-lt"/>
                        </a:rPr>
                        <a:t>Copy here</a:t>
                      </a:r>
                    </a:p>
                  </a:txBody>
                  <a:tcPr anchor="ctr"/>
                </a:tc>
                <a:tc>
                  <a:txBody>
                    <a:bodyPr/>
                    <a:lstStyle/>
                    <a:p>
                      <a:pPr marL="0" marR="0" lvl="0" indent="0" algn="l" defTabSz="457200" rtl="0" eaLnBrk="1" fontAlgn="ctr" latinLnBrk="0" hangingPunct="1">
                        <a:lnSpc>
                          <a:spcPct val="100000"/>
                        </a:lnSpc>
                        <a:spcBef>
                          <a:spcPts val="0"/>
                        </a:spcBef>
                        <a:spcAft>
                          <a:spcPts val="0"/>
                        </a:spcAft>
                        <a:buClrTx/>
                        <a:buSzTx/>
                        <a:buFontTx/>
                        <a:buNone/>
                        <a:tabLst/>
                        <a:defRPr/>
                      </a:pPr>
                      <a:r>
                        <a:rPr lang="en-US">
                          <a:solidFill>
                            <a:schemeClr val="tx2"/>
                          </a:solidFill>
                          <a:latin typeface="+mn-lt"/>
                        </a:rPr>
                        <a:t>Copy here</a:t>
                      </a:r>
                    </a:p>
                  </a:txBody>
                  <a:tcPr anchor="ctr"/>
                </a:tc>
                <a:extLst>
                  <a:ext uri="{0D108BD9-81ED-4DB2-BD59-A6C34878D82A}">
                    <a16:rowId xmlns:a16="http://schemas.microsoft.com/office/drawing/2014/main" val="3611041863"/>
                  </a:ext>
                </a:extLst>
              </a:tr>
              <a:tr h="488991">
                <a:tc>
                  <a:txBody>
                    <a:bodyPr/>
                    <a:lstStyle/>
                    <a:p>
                      <a:r>
                        <a:rPr lang="en-US">
                          <a:solidFill>
                            <a:schemeClr val="tx2"/>
                          </a:solidFill>
                          <a:latin typeface="+mn-lt"/>
                        </a:rPr>
                        <a:t>Header three here</a:t>
                      </a:r>
                    </a:p>
                  </a:txBody>
                  <a:tcPr anchor="ctr"/>
                </a:tc>
                <a:tc>
                  <a:txBody>
                    <a:bodyPr/>
                    <a:lstStyle/>
                    <a:p>
                      <a:pPr marL="0" marR="0" lvl="0" indent="0" algn="l" defTabSz="457200" rtl="0" eaLnBrk="1" fontAlgn="ctr" latinLnBrk="0" hangingPunct="1">
                        <a:lnSpc>
                          <a:spcPct val="100000"/>
                        </a:lnSpc>
                        <a:spcBef>
                          <a:spcPts val="0"/>
                        </a:spcBef>
                        <a:spcAft>
                          <a:spcPts val="0"/>
                        </a:spcAft>
                        <a:buClrTx/>
                        <a:buSzTx/>
                        <a:buFontTx/>
                        <a:buNone/>
                        <a:tabLst/>
                        <a:defRPr/>
                      </a:pPr>
                      <a:r>
                        <a:rPr lang="en-US">
                          <a:solidFill>
                            <a:schemeClr val="tx2"/>
                          </a:solidFill>
                          <a:latin typeface="+mn-lt"/>
                        </a:rPr>
                        <a:t>Copy here</a:t>
                      </a:r>
                    </a:p>
                  </a:txBody>
                  <a:tcPr anchor="ctr"/>
                </a:tc>
                <a:tc>
                  <a:txBody>
                    <a:bodyPr/>
                    <a:lstStyle/>
                    <a:p>
                      <a:pPr marL="0" marR="0" lvl="0" indent="0" algn="l" defTabSz="457200" rtl="0" eaLnBrk="1" fontAlgn="ctr" latinLnBrk="0" hangingPunct="1">
                        <a:lnSpc>
                          <a:spcPct val="100000"/>
                        </a:lnSpc>
                        <a:spcBef>
                          <a:spcPts val="0"/>
                        </a:spcBef>
                        <a:spcAft>
                          <a:spcPts val="0"/>
                        </a:spcAft>
                        <a:buClrTx/>
                        <a:buSzTx/>
                        <a:buFontTx/>
                        <a:buNone/>
                        <a:tabLst/>
                        <a:defRPr/>
                      </a:pPr>
                      <a:r>
                        <a:rPr lang="en-US">
                          <a:solidFill>
                            <a:schemeClr val="tx2"/>
                          </a:solidFill>
                          <a:latin typeface="+mn-lt"/>
                        </a:rPr>
                        <a:t>Copy here</a:t>
                      </a:r>
                    </a:p>
                  </a:txBody>
                  <a:tcPr anchor="ctr"/>
                </a:tc>
                <a:tc>
                  <a:txBody>
                    <a:bodyPr/>
                    <a:lstStyle/>
                    <a:p>
                      <a:pPr marL="0" marR="0" lvl="0" indent="0" algn="l" defTabSz="457200" rtl="0" eaLnBrk="1" fontAlgn="ctr" latinLnBrk="0" hangingPunct="1">
                        <a:lnSpc>
                          <a:spcPct val="100000"/>
                        </a:lnSpc>
                        <a:spcBef>
                          <a:spcPts val="0"/>
                        </a:spcBef>
                        <a:spcAft>
                          <a:spcPts val="0"/>
                        </a:spcAft>
                        <a:buClrTx/>
                        <a:buSzTx/>
                        <a:buFontTx/>
                        <a:buNone/>
                        <a:tabLst/>
                        <a:defRPr/>
                      </a:pPr>
                      <a:r>
                        <a:rPr lang="en-US">
                          <a:solidFill>
                            <a:schemeClr val="tx2"/>
                          </a:solidFill>
                          <a:latin typeface="+mn-lt"/>
                        </a:rPr>
                        <a:t>Copy here</a:t>
                      </a:r>
                    </a:p>
                  </a:txBody>
                  <a:tcPr anchor="ctr"/>
                </a:tc>
                <a:extLst>
                  <a:ext uri="{0D108BD9-81ED-4DB2-BD59-A6C34878D82A}">
                    <a16:rowId xmlns:a16="http://schemas.microsoft.com/office/drawing/2014/main" val="2074679584"/>
                  </a:ext>
                </a:extLst>
              </a:tr>
              <a:tr h="488991">
                <a:tc>
                  <a:txBody>
                    <a:bodyPr/>
                    <a:lstStyle/>
                    <a:p>
                      <a:r>
                        <a:rPr lang="en-US">
                          <a:solidFill>
                            <a:schemeClr val="tx2"/>
                          </a:solidFill>
                          <a:latin typeface="+mn-lt"/>
                        </a:rPr>
                        <a:t>Header four here</a:t>
                      </a:r>
                    </a:p>
                  </a:txBody>
                  <a:tcPr anchor="ctr"/>
                </a:tc>
                <a:tc>
                  <a:txBody>
                    <a:bodyPr/>
                    <a:lstStyle/>
                    <a:p>
                      <a:pPr marL="0" marR="0" lvl="0" indent="0" algn="l" defTabSz="457200" rtl="0" eaLnBrk="1" fontAlgn="ctr" latinLnBrk="0" hangingPunct="1">
                        <a:lnSpc>
                          <a:spcPct val="100000"/>
                        </a:lnSpc>
                        <a:spcBef>
                          <a:spcPts val="0"/>
                        </a:spcBef>
                        <a:spcAft>
                          <a:spcPts val="0"/>
                        </a:spcAft>
                        <a:buClrTx/>
                        <a:buSzTx/>
                        <a:buFontTx/>
                        <a:buNone/>
                        <a:tabLst/>
                        <a:defRPr/>
                      </a:pPr>
                      <a:r>
                        <a:rPr lang="en-US">
                          <a:solidFill>
                            <a:schemeClr val="tx2"/>
                          </a:solidFill>
                          <a:latin typeface="+mn-lt"/>
                        </a:rPr>
                        <a:t>Copy here</a:t>
                      </a:r>
                    </a:p>
                  </a:txBody>
                  <a:tcPr anchor="ctr"/>
                </a:tc>
                <a:tc>
                  <a:txBody>
                    <a:bodyPr/>
                    <a:lstStyle/>
                    <a:p>
                      <a:pPr marL="0" marR="0" lvl="0" indent="0" algn="l" defTabSz="457200" rtl="0" eaLnBrk="1" fontAlgn="ctr" latinLnBrk="0" hangingPunct="1">
                        <a:lnSpc>
                          <a:spcPct val="100000"/>
                        </a:lnSpc>
                        <a:spcBef>
                          <a:spcPts val="0"/>
                        </a:spcBef>
                        <a:spcAft>
                          <a:spcPts val="0"/>
                        </a:spcAft>
                        <a:buClrTx/>
                        <a:buSzTx/>
                        <a:buFontTx/>
                        <a:buNone/>
                        <a:tabLst/>
                        <a:defRPr/>
                      </a:pPr>
                      <a:r>
                        <a:rPr lang="en-US">
                          <a:solidFill>
                            <a:schemeClr val="tx2"/>
                          </a:solidFill>
                          <a:latin typeface="+mn-lt"/>
                        </a:rPr>
                        <a:t>Copy here</a:t>
                      </a:r>
                    </a:p>
                  </a:txBody>
                  <a:tcPr anchor="ctr"/>
                </a:tc>
                <a:tc>
                  <a:txBody>
                    <a:bodyPr/>
                    <a:lstStyle/>
                    <a:p>
                      <a:pPr marL="0" marR="0" lvl="0" indent="0" algn="l" defTabSz="457200" rtl="0" eaLnBrk="1" fontAlgn="ctr" latinLnBrk="0" hangingPunct="1">
                        <a:lnSpc>
                          <a:spcPct val="100000"/>
                        </a:lnSpc>
                        <a:spcBef>
                          <a:spcPts val="0"/>
                        </a:spcBef>
                        <a:spcAft>
                          <a:spcPts val="0"/>
                        </a:spcAft>
                        <a:buClrTx/>
                        <a:buSzTx/>
                        <a:buFontTx/>
                        <a:buNone/>
                        <a:tabLst/>
                        <a:defRPr/>
                      </a:pPr>
                      <a:r>
                        <a:rPr lang="en-US">
                          <a:solidFill>
                            <a:schemeClr val="tx2"/>
                          </a:solidFill>
                          <a:latin typeface="+mn-lt"/>
                        </a:rPr>
                        <a:t>Copy here</a:t>
                      </a:r>
                    </a:p>
                  </a:txBody>
                  <a:tcPr anchor="ctr"/>
                </a:tc>
                <a:extLst>
                  <a:ext uri="{0D108BD9-81ED-4DB2-BD59-A6C34878D82A}">
                    <a16:rowId xmlns:a16="http://schemas.microsoft.com/office/drawing/2014/main" val="3517317178"/>
                  </a:ext>
                </a:extLst>
              </a:tr>
              <a:tr h="488991">
                <a:tc>
                  <a:txBody>
                    <a:bodyPr/>
                    <a:lstStyle/>
                    <a:p>
                      <a:r>
                        <a:rPr lang="en-US">
                          <a:solidFill>
                            <a:schemeClr val="tx2"/>
                          </a:solidFill>
                          <a:latin typeface="+mn-lt"/>
                        </a:rPr>
                        <a:t>Header five here</a:t>
                      </a:r>
                    </a:p>
                  </a:txBody>
                  <a:tcPr anchor="ctr"/>
                </a:tc>
                <a:tc>
                  <a:txBody>
                    <a:bodyPr/>
                    <a:lstStyle/>
                    <a:p>
                      <a:pPr marL="0" marR="0" lvl="0" indent="0" algn="l" defTabSz="457200" rtl="0" eaLnBrk="1" fontAlgn="ctr" latinLnBrk="0" hangingPunct="1">
                        <a:lnSpc>
                          <a:spcPct val="100000"/>
                        </a:lnSpc>
                        <a:spcBef>
                          <a:spcPts val="0"/>
                        </a:spcBef>
                        <a:spcAft>
                          <a:spcPts val="0"/>
                        </a:spcAft>
                        <a:buClrTx/>
                        <a:buSzTx/>
                        <a:buFontTx/>
                        <a:buNone/>
                        <a:tabLst/>
                        <a:defRPr/>
                      </a:pPr>
                      <a:r>
                        <a:rPr lang="en-US">
                          <a:solidFill>
                            <a:schemeClr val="tx2"/>
                          </a:solidFill>
                          <a:latin typeface="+mn-lt"/>
                        </a:rPr>
                        <a:t>Copy here</a:t>
                      </a:r>
                    </a:p>
                  </a:txBody>
                  <a:tcPr anchor="ctr"/>
                </a:tc>
                <a:tc>
                  <a:txBody>
                    <a:bodyPr/>
                    <a:lstStyle/>
                    <a:p>
                      <a:pPr marL="0" marR="0" lvl="0" indent="0" algn="l" defTabSz="457200" rtl="0" eaLnBrk="1" fontAlgn="ctr" latinLnBrk="0" hangingPunct="1">
                        <a:lnSpc>
                          <a:spcPct val="100000"/>
                        </a:lnSpc>
                        <a:spcBef>
                          <a:spcPts val="0"/>
                        </a:spcBef>
                        <a:spcAft>
                          <a:spcPts val="0"/>
                        </a:spcAft>
                        <a:buClrTx/>
                        <a:buSzTx/>
                        <a:buFontTx/>
                        <a:buNone/>
                        <a:tabLst/>
                        <a:defRPr/>
                      </a:pPr>
                      <a:r>
                        <a:rPr lang="en-US">
                          <a:solidFill>
                            <a:schemeClr val="tx2"/>
                          </a:solidFill>
                          <a:latin typeface="+mn-lt"/>
                        </a:rPr>
                        <a:t>Copy here</a:t>
                      </a:r>
                    </a:p>
                  </a:txBody>
                  <a:tcPr anchor="ctr"/>
                </a:tc>
                <a:tc>
                  <a:txBody>
                    <a:bodyPr/>
                    <a:lstStyle/>
                    <a:p>
                      <a:pPr marL="0" marR="0" lvl="0" indent="0" algn="l" defTabSz="457200" rtl="0" eaLnBrk="1" fontAlgn="ctr" latinLnBrk="0" hangingPunct="1">
                        <a:lnSpc>
                          <a:spcPct val="100000"/>
                        </a:lnSpc>
                        <a:spcBef>
                          <a:spcPts val="0"/>
                        </a:spcBef>
                        <a:spcAft>
                          <a:spcPts val="0"/>
                        </a:spcAft>
                        <a:buClrTx/>
                        <a:buSzTx/>
                        <a:buFontTx/>
                        <a:buNone/>
                        <a:tabLst/>
                        <a:defRPr/>
                      </a:pPr>
                      <a:r>
                        <a:rPr lang="en-US">
                          <a:solidFill>
                            <a:schemeClr val="tx2"/>
                          </a:solidFill>
                          <a:latin typeface="+mn-lt"/>
                        </a:rPr>
                        <a:t>Copy here</a:t>
                      </a:r>
                    </a:p>
                  </a:txBody>
                  <a:tcPr anchor="ctr"/>
                </a:tc>
                <a:extLst>
                  <a:ext uri="{0D108BD9-81ED-4DB2-BD59-A6C34878D82A}">
                    <a16:rowId xmlns:a16="http://schemas.microsoft.com/office/drawing/2014/main" val="1819430614"/>
                  </a:ext>
                </a:extLst>
              </a:tr>
            </a:tbl>
          </a:graphicData>
        </a:graphic>
      </p:graphicFrame>
      <p:sp>
        <p:nvSpPr>
          <p:cNvPr id="7" name="Rectangle 6">
            <a:extLst>
              <a:ext uri="{FF2B5EF4-FFF2-40B4-BE49-F238E27FC236}">
                <a16:creationId xmlns:a16="http://schemas.microsoft.com/office/drawing/2014/main" id="{F29F072C-78A9-4A8C-BC10-0E9684FB3B59}"/>
              </a:ext>
            </a:extLst>
          </p:cNvPr>
          <p:cNvSpPr/>
          <p:nvPr/>
        </p:nvSpPr>
        <p:spPr bwMode="gray">
          <a:xfrm>
            <a:off x="12372478" y="0"/>
            <a:ext cx="2341049" cy="914400"/>
          </a:xfrm>
          <a:prstGeom prst="rect">
            <a:avLst/>
          </a:prstGeom>
          <a:solidFill>
            <a:srgbClr val="FFFF99"/>
          </a:solidFill>
          <a:ln>
            <a:noFill/>
            <a:miter lim="800000"/>
          </a:ln>
          <a:effectLst/>
        </p:spPr>
        <p:style>
          <a:lnRef idx="1">
            <a:schemeClr val="accent1"/>
          </a:lnRef>
          <a:fillRef idx="3">
            <a:schemeClr val="accent1"/>
          </a:fillRef>
          <a:effectRef idx="2">
            <a:schemeClr val="accent1"/>
          </a:effectRef>
          <a:fontRef idx="minor">
            <a:schemeClr val="lt1"/>
          </a:fontRef>
        </p:style>
        <p:txBody>
          <a:bodyPr lIns="182880" tIns="137160" rtlCol="0" anchor="t"/>
          <a:lstStyle/>
          <a:p>
            <a:pPr>
              <a:lnSpc>
                <a:spcPct val="105000"/>
              </a:lnSpc>
              <a:spcAft>
                <a:spcPts val="1200"/>
              </a:spcAft>
            </a:pPr>
            <a:r>
              <a:rPr lang="en-US" sz="1300" b="1">
                <a:solidFill>
                  <a:schemeClr val="tx2"/>
                </a:solidFill>
              </a:rPr>
              <a:t>More charts </a:t>
            </a:r>
            <a:r>
              <a:rPr lang="en-US" sz="1300">
                <a:solidFill>
                  <a:schemeClr val="tx2"/>
                </a:solidFill>
              </a:rPr>
              <a:t>are available in the chart library on the </a:t>
            </a:r>
            <a:r>
              <a:rPr lang="en-US" sz="1300" u="sng">
                <a:solidFill>
                  <a:srgbClr val="3F3F3F"/>
                </a:solidFill>
                <a:hlinkClick r:id="rId2"/>
              </a:rPr>
              <a:t>Brand Center</a:t>
            </a:r>
            <a:r>
              <a:rPr lang="en-US" sz="1300">
                <a:solidFill>
                  <a:srgbClr val="3F3F3F"/>
                </a:solidFill>
              </a:rPr>
              <a:t>.</a:t>
            </a:r>
            <a:endParaRPr lang="en-US" sz="1300" u="sng">
              <a:solidFill>
                <a:schemeClr val="accent2"/>
              </a:solidFill>
            </a:endParaRPr>
          </a:p>
        </p:txBody>
      </p:sp>
      <p:sp>
        <p:nvSpPr>
          <p:cNvPr id="9" name="Rectangle 8">
            <a:extLst>
              <a:ext uri="{FF2B5EF4-FFF2-40B4-BE49-F238E27FC236}">
                <a16:creationId xmlns:a16="http://schemas.microsoft.com/office/drawing/2014/main" id="{64FF71AF-0ED2-40A9-93B6-704DCA071FC0}"/>
              </a:ext>
            </a:extLst>
          </p:cNvPr>
          <p:cNvSpPr/>
          <p:nvPr/>
        </p:nvSpPr>
        <p:spPr bwMode="gray">
          <a:xfrm>
            <a:off x="12372479" y="1047388"/>
            <a:ext cx="2341048" cy="2643634"/>
          </a:xfrm>
          <a:prstGeom prst="rect">
            <a:avLst/>
          </a:prstGeom>
          <a:solidFill>
            <a:schemeClr val="bg1"/>
          </a:solidFill>
          <a:ln>
            <a:noFill/>
            <a:miter lim="800000"/>
          </a:ln>
          <a:effectLst/>
        </p:spPr>
        <p:style>
          <a:lnRef idx="1">
            <a:schemeClr val="accent1"/>
          </a:lnRef>
          <a:fillRef idx="3">
            <a:schemeClr val="accent1"/>
          </a:fillRef>
          <a:effectRef idx="2">
            <a:schemeClr val="accent1"/>
          </a:effectRef>
          <a:fontRef idx="minor">
            <a:schemeClr val="lt1"/>
          </a:fontRef>
        </p:style>
        <p:txBody>
          <a:bodyPr lIns="182880" tIns="137160" rtlCol="0" anchor="t"/>
          <a:lstStyle/>
          <a:p>
            <a:pPr marL="0" lvl="1">
              <a:lnSpc>
                <a:spcPct val="95000"/>
              </a:lnSpc>
              <a:spcAft>
                <a:spcPts val="600"/>
              </a:spcAft>
            </a:pPr>
            <a:r>
              <a:rPr lang="en-US" sz="1500" b="1">
                <a:solidFill>
                  <a:schemeClr val="tx2"/>
                </a:solidFill>
              </a:rPr>
              <a:t>Accessibility </a:t>
            </a:r>
            <a:br>
              <a:rPr lang="en-US" sz="1500" b="1">
                <a:solidFill>
                  <a:schemeClr val="tx2"/>
                </a:solidFill>
              </a:rPr>
            </a:br>
            <a:r>
              <a:rPr lang="en-US" sz="1300">
                <a:solidFill>
                  <a:schemeClr val="tx2"/>
                </a:solidFill>
              </a:rPr>
              <a:t>guidance</a:t>
            </a:r>
          </a:p>
          <a:p>
            <a:pPr marL="0" lvl="1">
              <a:lnSpc>
                <a:spcPct val="105000"/>
              </a:lnSpc>
              <a:spcAft>
                <a:spcPts val="600"/>
              </a:spcAft>
            </a:pPr>
            <a:r>
              <a:rPr lang="en-US" sz="1300">
                <a:solidFill>
                  <a:schemeClr val="tx2"/>
                </a:solidFill>
              </a:rPr>
              <a:t>Detailed information should be included in </a:t>
            </a:r>
            <a:br>
              <a:rPr lang="en-US" sz="1300">
                <a:solidFill>
                  <a:schemeClr val="tx2"/>
                </a:solidFill>
              </a:rPr>
            </a:br>
            <a:r>
              <a:rPr lang="en-US" sz="1300">
                <a:solidFill>
                  <a:schemeClr val="tx2"/>
                </a:solidFill>
              </a:rPr>
              <a:t>the Alt Text for tables. </a:t>
            </a:r>
            <a:br>
              <a:rPr lang="en-US" sz="1300">
                <a:solidFill>
                  <a:schemeClr val="tx2"/>
                </a:solidFill>
              </a:rPr>
            </a:br>
            <a:r>
              <a:rPr lang="en-US" sz="1300">
                <a:solidFill>
                  <a:schemeClr val="tx2"/>
                </a:solidFill>
              </a:rPr>
              <a:t>If this information is complex, the data/info </a:t>
            </a:r>
            <a:br>
              <a:rPr lang="en-US" sz="1300">
                <a:solidFill>
                  <a:schemeClr val="tx2"/>
                </a:solidFill>
              </a:rPr>
            </a:br>
            <a:r>
              <a:rPr lang="en-US" sz="1300">
                <a:solidFill>
                  <a:schemeClr val="tx2"/>
                </a:solidFill>
              </a:rPr>
              <a:t>can be presented in an embedded Excel spreadsheet or in </a:t>
            </a:r>
            <a:br>
              <a:rPr lang="en-US" sz="1300">
                <a:solidFill>
                  <a:schemeClr val="tx2"/>
                </a:solidFill>
              </a:rPr>
            </a:br>
            <a:r>
              <a:rPr lang="en-US" sz="1300">
                <a:solidFill>
                  <a:schemeClr val="tx2"/>
                </a:solidFill>
              </a:rPr>
              <a:t>the notes section. </a:t>
            </a:r>
          </a:p>
        </p:txBody>
      </p:sp>
    </p:spTree>
    <p:extLst>
      <p:ext uri="{BB962C8B-B14F-4D97-AF65-F5344CB8AC3E}">
        <p14:creationId xmlns:p14="http://schemas.microsoft.com/office/powerpoint/2010/main" val="309695375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8A2637-E48F-4A05-A4AB-BE9B833F8D89}"/>
              </a:ext>
            </a:extLst>
          </p:cNvPr>
          <p:cNvSpPr>
            <a:spLocks noGrp="1"/>
          </p:cNvSpPr>
          <p:nvPr>
            <p:ph type="title"/>
          </p:nvPr>
        </p:nvSpPr>
        <p:spPr/>
        <p:txBody>
          <a:bodyPr/>
          <a:lstStyle/>
          <a:p>
            <a:r>
              <a:rPr lang="en-US"/>
              <a:t>Title for Table Style 2 layout with total row checked</a:t>
            </a:r>
          </a:p>
        </p:txBody>
      </p:sp>
      <p:graphicFrame>
        <p:nvGraphicFramePr>
          <p:cNvPr id="7" name="Table 6" descr="Table Style 2 layout example.">
            <a:extLst>
              <a:ext uri="{FF2B5EF4-FFF2-40B4-BE49-F238E27FC236}">
                <a16:creationId xmlns:a16="http://schemas.microsoft.com/office/drawing/2014/main" id="{76F649B4-66F6-42DA-8CB2-39E9AA9CAEB0}"/>
              </a:ext>
            </a:extLst>
          </p:cNvPr>
          <p:cNvGraphicFramePr>
            <a:graphicFrameLocks noGrp="1"/>
          </p:cNvGraphicFramePr>
          <p:nvPr>
            <p:extLst>
              <p:ext uri="{D42A27DB-BD31-4B8C-83A1-F6EECF244321}">
                <p14:modId xmlns:p14="http://schemas.microsoft.com/office/powerpoint/2010/main" val="2289608212"/>
              </p:ext>
            </p:extLst>
          </p:nvPr>
        </p:nvGraphicFramePr>
        <p:xfrm>
          <a:off x="1719899" y="1868721"/>
          <a:ext cx="8749028" cy="2933946"/>
        </p:xfrm>
        <a:graphic>
          <a:graphicData uri="http://schemas.openxmlformats.org/drawingml/2006/table">
            <a:tbl>
              <a:tblPr firstRow="1" lastRow="1" bandRow="1">
                <a:tableStyleId>{C0B4EDBA-67D5-4435-A0B7-D5753C67F26B}</a:tableStyleId>
              </a:tblPr>
              <a:tblGrid>
                <a:gridCol w="2187257">
                  <a:extLst>
                    <a:ext uri="{9D8B030D-6E8A-4147-A177-3AD203B41FA5}">
                      <a16:colId xmlns:a16="http://schemas.microsoft.com/office/drawing/2014/main" val="2831225325"/>
                    </a:ext>
                  </a:extLst>
                </a:gridCol>
                <a:gridCol w="2187257">
                  <a:extLst>
                    <a:ext uri="{9D8B030D-6E8A-4147-A177-3AD203B41FA5}">
                      <a16:colId xmlns:a16="http://schemas.microsoft.com/office/drawing/2014/main" val="4290954668"/>
                    </a:ext>
                  </a:extLst>
                </a:gridCol>
                <a:gridCol w="2187257">
                  <a:extLst>
                    <a:ext uri="{9D8B030D-6E8A-4147-A177-3AD203B41FA5}">
                      <a16:colId xmlns:a16="http://schemas.microsoft.com/office/drawing/2014/main" val="1661075457"/>
                    </a:ext>
                  </a:extLst>
                </a:gridCol>
                <a:gridCol w="2187257">
                  <a:extLst>
                    <a:ext uri="{9D8B030D-6E8A-4147-A177-3AD203B41FA5}">
                      <a16:colId xmlns:a16="http://schemas.microsoft.com/office/drawing/2014/main" val="223144812"/>
                    </a:ext>
                  </a:extLst>
                </a:gridCol>
              </a:tblGrid>
              <a:tr h="488991">
                <a:tc>
                  <a:txBody>
                    <a:bodyPr/>
                    <a:lstStyle/>
                    <a:p>
                      <a:r>
                        <a:rPr lang="en-US">
                          <a:solidFill>
                            <a:schemeClr val="tx2"/>
                          </a:solidFill>
                          <a:latin typeface="+mn-lt"/>
                        </a:rPr>
                        <a:t>Column one</a:t>
                      </a:r>
                    </a:p>
                  </a:txBody>
                  <a:tcPr anchor="ctr"/>
                </a:tc>
                <a:tc>
                  <a:txBody>
                    <a:bodyPr/>
                    <a:lstStyle/>
                    <a:p>
                      <a:r>
                        <a:rPr lang="en-US">
                          <a:solidFill>
                            <a:schemeClr val="tx2"/>
                          </a:solidFill>
                          <a:latin typeface="+mn-lt"/>
                        </a:rPr>
                        <a:t>Column two</a:t>
                      </a:r>
                    </a:p>
                  </a:txBody>
                  <a:tcPr anchor="ctr"/>
                </a:tc>
                <a:tc>
                  <a:txBody>
                    <a:bodyPr/>
                    <a:lstStyle/>
                    <a:p>
                      <a:r>
                        <a:rPr lang="en-US">
                          <a:solidFill>
                            <a:schemeClr val="tx2"/>
                          </a:solidFill>
                          <a:latin typeface="+mn-lt"/>
                        </a:rPr>
                        <a:t>Column three</a:t>
                      </a:r>
                    </a:p>
                  </a:txBody>
                  <a:tcPr anchor="ctr"/>
                </a:tc>
                <a:tc>
                  <a:txBody>
                    <a:bodyPr/>
                    <a:lstStyle/>
                    <a:p>
                      <a:r>
                        <a:rPr lang="en-US">
                          <a:solidFill>
                            <a:schemeClr val="tx2"/>
                          </a:solidFill>
                          <a:latin typeface="+mn-lt"/>
                        </a:rPr>
                        <a:t>Column four</a:t>
                      </a:r>
                    </a:p>
                  </a:txBody>
                  <a:tcPr anchor="ctr"/>
                </a:tc>
                <a:extLst>
                  <a:ext uri="{0D108BD9-81ED-4DB2-BD59-A6C34878D82A}">
                    <a16:rowId xmlns:a16="http://schemas.microsoft.com/office/drawing/2014/main" val="2849545525"/>
                  </a:ext>
                </a:extLst>
              </a:tr>
              <a:tr h="488991">
                <a:tc>
                  <a:txBody>
                    <a:bodyPr/>
                    <a:lstStyle/>
                    <a:p>
                      <a:r>
                        <a:rPr lang="en-US">
                          <a:solidFill>
                            <a:schemeClr val="tx2"/>
                          </a:solidFill>
                          <a:latin typeface="+mn-lt"/>
                        </a:rPr>
                        <a:t>Header one here</a:t>
                      </a:r>
                    </a:p>
                  </a:txBody>
                  <a:tcPr anchor="ctr"/>
                </a:tc>
                <a:tc>
                  <a:txBody>
                    <a:bodyPr/>
                    <a:lstStyle/>
                    <a:p>
                      <a:r>
                        <a:rPr lang="en-US">
                          <a:solidFill>
                            <a:schemeClr val="tx2"/>
                          </a:solidFill>
                          <a:latin typeface="+mn-lt"/>
                        </a:rPr>
                        <a:t>Copy here</a:t>
                      </a:r>
                    </a:p>
                  </a:txBody>
                  <a:tcPr anchor="ctr"/>
                </a:tc>
                <a:tc>
                  <a:txBody>
                    <a:bodyPr/>
                    <a:lstStyle/>
                    <a:p>
                      <a:pPr marL="0" marR="0" lvl="0" indent="0" algn="l" defTabSz="457200" rtl="0" eaLnBrk="1" fontAlgn="ctr" latinLnBrk="0" hangingPunct="1">
                        <a:lnSpc>
                          <a:spcPct val="100000"/>
                        </a:lnSpc>
                        <a:spcBef>
                          <a:spcPts val="0"/>
                        </a:spcBef>
                        <a:spcAft>
                          <a:spcPts val="0"/>
                        </a:spcAft>
                        <a:buClrTx/>
                        <a:buSzTx/>
                        <a:buFontTx/>
                        <a:buNone/>
                        <a:tabLst/>
                        <a:defRPr/>
                      </a:pPr>
                      <a:r>
                        <a:rPr lang="en-US">
                          <a:solidFill>
                            <a:schemeClr val="tx2"/>
                          </a:solidFill>
                          <a:latin typeface="+mn-lt"/>
                        </a:rPr>
                        <a:t>Copy here</a:t>
                      </a:r>
                    </a:p>
                  </a:txBody>
                  <a:tcPr anchor="ctr"/>
                </a:tc>
                <a:tc>
                  <a:txBody>
                    <a:bodyPr/>
                    <a:lstStyle/>
                    <a:p>
                      <a:pPr marL="0" marR="0" lvl="0" indent="0" algn="l" defTabSz="457200" rtl="0" eaLnBrk="1" fontAlgn="ctr" latinLnBrk="0" hangingPunct="1">
                        <a:lnSpc>
                          <a:spcPct val="100000"/>
                        </a:lnSpc>
                        <a:spcBef>
                          <a:spcPts val="0"/>
                        </a:spcBef>
                        <a:spcAft>
                          <a:spcPts val="0"/>
                        </a:spcAft>
                        <a:buClrTx/>
                        <a:buSzTx/>
                        <a:buFontTx/>
                        <a:buNone/>
                        <a:tabLst/>
                        <a:defRPr/>
                      </a:pPr>
                      <a:r>
                        <a:rPr lang="en-US">
                          <a:solidFill>
                            <a:schemeClr val="tx2"/>
                          </a:solidFill>
                          <a:latin typeface="+mn-lt"/>
                        </a:rPr>
                        <a:t>Copy here</a:t>
                      </a:r>
                    </a:p>
                  </a:txBody>
                  <a:tcPr anchor="ctr"/>
                </a:tc>
                <a:extLst>
                  <a:ext uri="{0D108BD9-81ED-4DB2-BD59-A6C34878D82A}">
                    <a16:rowId xmlns:a16="http://schemas.microsoft.com/office/drawing/2014/main" val="3736967257"/>
                  </a:ext>
                </a:extLst>
              </a:tr>
              <a:tr h="488991">
                <a:tc>
                  <a:txBody>
                    <a:bodyPr/>
                    <a:lstStyle/>
                    <a:p>
                      <a:r>
                        <a:rPr lang="en-US">
                          <a:solidFill>
                            <a:schemeClr val="tx2"/>
                          </a:solidFill>
                          <a:latin typeface="+mn-lt"/>
                        </a:rPr>
                        <a:t>Header two here</a:t>
                      </a:r>
                    </a:p>
                  </a:txBody>
                  <a:tcPr anchor="ctr"/>
                </a:tc>
                <a:tc>
                  <a:txBody>
                    <a:bodyPr/>
                    <a:lstStyle/>
                    <a:p>
                      <a:pPr marL="0" marR="0" lvl="0" indent="0" algn="l" defTabSz="457200" rtl="0" eaLnBrk="1" fontAlgn="ctr" latinLnBrk="0" hangingPunct="1">
                        <a:lnSpc>
                          <a:spcPct val="100000"/>
                        </a:lnSpc>
                        <a:spcBef>
                          <a:spcPts val="0"/>
                        </a:spcBef>
                        <a:spcAft>
                          <a:spcPts val="0"/>
                        </a:spcAft>
                        <a:buClrTx/>
                        <a:buSzTx/>
                        <a:buFontTx/>
                        <a:buNone/>
                        <a:tabLst/>
                        <a:defRPr/>
                      </a:pPr>
                      <a:r>
                        <a:rPr lang="en-US">
                          <a:solidFill>
                            <a:schemeClr val="tx2"/>
                          </a:solidFill>
                          <a:latin typeface="+mn-lt"/>
                        </a:rPr>
                        <a:t>Copy here</a:t>
                      </a:r>
                    </a:p>
                  </a:txBody>
                  <a:tcPr anchor="ctr"/>
                </a:tc>
                <a:tc>
                  <a:txBody>
                    <a:bodyPr/>
                    <a:lstStyle/>
                    <a:p>
                      <a:pPr marL="0" marR="0" lvl="0" indent="0" algn="l" defTabSz="457200" rtl="0" eaLnBrk="1" fontAlgn="ctr" latinLnBrk="0" hangingPunct="1">
                        <a:lnSpc>
                          <a:spcPct val="100000"/>
                        </a:lnSpc>
                        <a:spcBef>
                          <a:spcPts val="0"/>
                        </a:spcBef>
                        <a:spcAft>
                          <a:spcPts val="0"/>
                        </a:spcAft>
                        <a:buClrTx/>
                        <a:buSzTx/>
                        <a:buFontTx/>
                        <a:buNone/>
                        <a:tabLst/>
                        <a:defRPr/>
                      </a:pPr>
                      <a:r>
                        <a:rPr lang="en-US">
                          <a:solidFill>
                            <a:schemeClr val="tx2"/>
                          </a:solidFill>
                          <a:latin typeface="+mn-lt"/>
                        </a:rPr>
                        <a:t>Copy here</a:t>
                      </a:r>
                    </a:p>
                  </a:txBody>
                  <a:tcPr anchor="ctr"/>
                </a:tc>
                <a:tc>
                  <a:txBody>
                    <a:bodyPr/>
                    <a:lstStyle/>
                    <a:p>
                      <a:pPr marL="0" marR="0" lvl="0" indent="0" algn="l" defTabSz="457200" rtl="0" eaLnBrk="1" fontAlgn="ctr" latinLnBrk="0" hangingPunct="1">
                        <a:lnSpc>
                          <a:spcPct val="100000"/>
                        </a:lnSpc>
                        <a:spcBef>
                          <a:spcPts val="0"/>
                        </a:spcBef>
                        <a:spcAft>
                          <a:spcPts val="0"/>
                        </a:spcAft>
                        <a:buClrTx/>
                        <a:buSzTx/>
                        <a:buFontTx/>
                        <a:buNone/>
                        <a:tabLst/>
                        <a:defRPr/>
                      </a:pPr>
                      <a:r>
                        <a:rPr lang="en-US">
                          <a:solidFill>
                            <a:schemeClr val="tx2"/>
                          </a:solidFill>
                          <a:latin typeface="+mn-lt"/>
                        </a:rPr>
                        <a:t>Copy here</a:t>
                      </a:r>
                    </a:p>
                  </a:txBody>
                  <a:tcPr anchor="ctr"/>
                </a:tc>
                <a:extLst>
                  <a:ext uri="{0D108BD9-81ED-4DB2-BD59-A6C34878D82A}">
                    <a16:rowId xmlns:a16="http://schemas.microsoft.com/office/drawing/2014/main" val="3611041863"/>
                  </a:ext>
                </a:extLst>
              </a:tr>
              <a:tr h="488991">
                <a:tc>
                  <a:txBody>
                    <a:bodyPr/>
                    <a:lstStyle/>
                    <a:p>
                      <a:r>
                        <a:rPr lang="en-US">
                          <a:solidFill>
                            <a:schemeClr val="tx2"/>
                          </a:solidFill>
                          <a:latin typeface="+mn-lt"/>
                        </a:rPr>
                        <a:t>Header three here</a:t>
                      </a:r>
                    </a:p>
                  </a:txBody>
                  <a:tcPr anchor="ctr"/>
                </a:tc>
                <a:tc>
                  <a:txBody>
                    <a:bodyPr/>
                    <a:lstStyle/>
                    <a:p>
                      <a:pPr marL="0" marR="0" lvl="0" indent="0" algn="l" defTabSz="457200" rtl="0" eaLnBrk="1" fontAlgn="ctr" latinLnBrk="0" hangingPunct="1">
                        <a:lnSpc>
                          <a:spcPct val="100000"/>
                        </a:lnSpc>
                        <a:spcBef>
                          <a:spcPts val="0"/>
                        </a:spcBef>
                        <a:spcAft>
                          <a:spcPts val="0"/>
                        </a:spcAft>
                        <a:buClrTx/>
                        <a:buSzTx/>
                        <a:buFontTx/>
                        <a:buNone/>
                        <a:tabLst/>
                        <a:defRPr/>
                      </a:pPr>
                      <a:r>
                        <a:rPr lang="en-US">
                          <a:solidFill>
                            <a:schemeClr val="tx2"/>
                          </a:solidFill>
                          <a:latin typeface="+mn-lt"/>
                        </a:rPr>
                        <a:t>Copy here</a:t>
                      </a:r>
                    </a:p>
                  </a:txBody>
                  <a:tcPr anchor="ctr"/>
                </a:tc>
                <a:tc>
                  <a:txBody>
                    <a:bodyPr/>
                    <a:lstStyle/>
                    <a:p>
                      <a:pPr marL="0" marR="0" lvl="0" indent="0" algn="l" defTabSz="457200" rtl="0" eaLnBrk="1" fontAlgn="ctr" latinLnBrk="0" hangingPunct="1">
                        <a:lnSpc>
                          <a:spcPct val="100000"/>
                        </a:lnSpc>
                        <a:spcBef>
                          <a:spcPts val="0"/>
                        </a:spcBef>
                        <a:spcAft>
                          <a:spcPts val="0"/>
                        </a:spcAft>
                        <a:buClrTx/>
                        <a:buSzTx/>
                        <a:buFontTx/>
                        <a:buNone/>
                        <a:tabLst/>
                        <a:defRPr/>
                      </a:pPr>
                      <a:r>
                        <a:rPr lang="en-US">
                          <a:solidFill>
                            <a:schemeClr val="tx2"/>
                          </a:solidFill>
                          <a:latin typeface="+mn-lt"/>
                        </a:rPr>
                        <a:t>Copy here</a:t>
                      </a:r>
                    </a:p>
                  </a:txBody>
                  <a:tcPr anchor="ctr"/>
                </a:tc>
                <a:tc>
                  <a:txBody>
                    <a:bodyPr/>
                    <a:lstStyle/>
                    <a:p>
                      <a:pPr marL="0" marR="0" lvl="0" indent="0" algn="l" defTabSz="457200" rtl="0" eaLnBrk="1" fontAlgn="ctr" latinLnBrk="0" hangingPunct="1">
                        <a:lnSpc>
                          <a:spcPct val="100000"/>
                        </a:lnSpc>
                        <a:spcBef>
                          <a:spcPts val="0"/>
                        </a:spcBef>
                        <a:spcAft>
                          <a:spcPts val="0"/>
                        </a:spcAft>
                        <a:buClrTx/>
                        <a:buSzTx/>
                        <a:buFontTx/>
                        <a:buNone/>
                        <a:tabLst/>
                        <a:defRPr/>
                      </a:pPr>
                      <a:r>
                        <a:rPr lang="en-US">
                          <a:solidFill>
                            <a:schemeClr val="tx2"/>
                          </a:solidFill>
                          <a:latin typeface="+mn-lt"/>
                        </a:rPr>
                        <a:t>Copy here</a:t>
                      </a:r>
                    </a:p>
                  </a:txBody>
                  <a:tcPr anchor="ctr"/>
                </a:tc>
                <a:extLst>
                  <a:ext uri="{0D108BD9-81ED-4DB2-BD59-A6C34878D82A}">
                    <a16:rowId xmlns:a16="http://schemas.microsoft.com/office/drawing/2014/main" val="2074679584"/>
                  </a:ext>
                </a:extLst>
              </a:tr>
              <a:tr h="488991">
                <a:tc>
                  <a:txBody>
                    <a:bodyPr/>
                    <a:lstStyle/>
                    <a:p>
                      <a:r>
                        <a:rPr lang="en-US">
                          <a:solidFill>
                            <a:schemeClr val="tx2"/>
                          </a:solidFill>
                          <a:latin typeface="+mn-lt"/>
                        </a:rPr>
                        <a:t>Header four here</a:t>
                      </a:r>
                    </a:p>
                  </a:txBody>
                  <a:tcPr anchor="ctr"/>
                </a:tc>
                <a:tc>
                  <a:txBody>
                    <a:bodyPr/>
                    <a:lstStyle/>
                    <a:p>
                      <a:pPr marL="0" marR="0" lvl="0" indent="0" algn="l" defTabSz="457200" rtl="0" eaLnBrk="1" fontAlgn="ctr" latinLnBrk="0" hangingPunct="1">
                        <a:lnSpc>
                          <a:spcPct val="100000"/>
                        </a:lnSpc>
                        <a:spcBef>
                          <a:spcPts val="0"/>
                        </a:spcBef>
                        <a:spcAft>
                          <a:spcPts val="0"/>
                        </a:spcAft>
                        <a:buClrTx/>
                        <a:buSzTx/>
                        <a:buFontTx/>
                        <a:buNone/>
                        <a:tabLst/>
                        <a:defRPr/>
                      </a:pPr>
                      <a:r>
                        <a:rPr lang="en-US">
                          <a:solidFill>
                            <a:schemeClr val="tx2"/>
                          </a:solidFill>
                          <a:latin typeface="+mn-lt"/>
                        </a:rPr>
                        <a:t>Copy here</a:t>
                      </a:r>
                    </a:p>
                  </a:txBody>
                  <a:tcPr anchor="ctr"/>
                </a:tc>
                <a:tc>
                  <a:txBody>
                    <a:bodyPr/>
                    <a:lstStyle/>
                    <a:p>
                      <a:pPr marL="0" marR="0" lvl="0" indent="0" algn="l" defTabSz="457200" rtl="0" eaLnBrk="1" fontAlgn="ctr" latinLnBrk="0" hangingPunct="1">
                        <a:lnSpc>
                          <a:spcPct val="100000"/>
                        </a:lnSpc>
                        <a:spcBef>
                          <a:spcPts val="0"/>
                        </a:spcBef>
                        <a:spcAft>
                          <a:spcPts val="0"/>
                        </a:spcAft>
                        <a:buClrTx/>
                        <a:buSzTx/>
                        <a:buFontTx/>
                        <a:buNone/>
                        <a:tabLst/>
                        <a:defRPr/>
                      </a:pPr>
                      <a:r>
                        <a:rPr lang="en-US">
                          <a:solidFill>
                            <a:schemeClr val="tx2"/>
                          </a:solidFill>
                          <a:latin typeface="+mn-lt"/>
                        </a:rPr>
                        <a:t>Copy here</a:t>
                      </a:r>
                    </a:p>
                  </a:txBody>
                  <a:tcPr anchor="ctr"/>
                </a:tc>
                <a:tc>
                  <a:txBody>
                    <a:bodyPr/>
                    <a:lstStyle/>
                    <a:p>
                      <a:pPr marL="0" marR="0" lvl="0" indent="0" algn="l" defTabSz="457200" rtl="0" eaLnBrk="1" fontAlgn="ctr" latinLnBrk="0" hangingPunct="1">
                        <a:lnSpc>
                          <a:spcPct val="100000"/>
                        </a:lnSpc>
                        <a:spcBef>
                          <a:spcPts val="0"/>
                        </a:spcBef>
                        <a:spcAft>
                          <a:spcPts val="0"/>
                        </a:spcAft>
                        <a:buClrTx/>
                        <a:buSzTx/>
                        <a:buFontTx/>
                        <a:buNone/>
                        <a:tabLst/>
                        <a:defRPr/>
                      </a:pPr>
                      <a:r>
                        <a:rPr lang="en-US">
                          <a:solidFill>
                            <a:schemeClr val="tx2"/>
                          </a:solidFill>
                          <a:latin typeface="+mn-lt"/>
                        </a:rPr>
                        <a:t>Copy here</a:t>
                      </a:r>
                    </a:p>
                  </a:txBody>
                  <a:tcPr anchor="ctr"/>
                </a:tc>
                <a:extLst>
                  <a:ext uri="{0D108BD9-81ED-4DB2-BD59-A6C34878D82A}">
                    <a16:rowId xmlns:a16="http://schemas.microsoft.com/office/drawing/2014/main" val="3517317178"/>
                  </a:ext>
                </a:extLst>
              </a:tr>
              <a:tr h="488991">
                <a:tc>
                  <a:txBody>
                    <a:bodyPr/>
                    <a:lstStyle/>
                    <a:p>
                      <a:r>
                        <a:rPr lang="en-US">
                          <a:solidFill>
                            <a:schemeClr val="tx2"/>
                          </a:solidFill>
                          <a:latin typeface="+mn-lt"/>
                        </a:rPr>
                        <a:t>Header five here</a:t>
                      </a:r>
                    </a:p>
                  </a:txBody>
                  <a:tcPr anchor="ctr"/>
                </a:tc>
                <a:tc>
                  <a:txBody>
                    <a:bodyPr/>
                    <a:lstStyle/>
                    <a:p>
                      <a:pPr marL="0" marR="0" lvl="0" indent="0" algn="l" defTabSz="457200" rtl="0" eaLnBrk="1" fontAlgn="ctr" latinLnBrk="0" hangingPunct="1">
                        <a:lnSpc>
                          <a:spcPct val="100000"/>
                        </a:lnSpc>
                        <a:spcBef>
                          <a:spcPts val="0"/>
                        </a:spcBef>
                        <a:spcAft>
                          <a:spcPts val="0"/>
                        </a:spcAft>
                        <a:buClrTx/>
                        <a:buSzTx/>
                        <a:buFontTx/>
                        <a:buNone/>
                        <a:tabLst/>
                        <a:defRPr/>
                      </a:pPr>
                      <a:r>
                        <a:rPr lang="en-US">
                          <a:solidFill>
                            <a:schemeClr val="tx2"/>
                          </a:solidFill>
                          <a:latin typeface="+mn-lt"/>
                        </a:rPr>
                        <a:t>Copy here</a:t>
                      </a:r>
                    </a:p>
                  </a:txBody>
                  <a:tcPr anchor="ctr"/>
                </a:tc>
                <a:tc>
                  <a:txBody>
                    <a:bodyPr/>
                    <a:lstStyle/>
                    <a:p>
                      <a:pPr marL="0" marR="0" lvl="0" indent="0" algn="l" defTabSz="457200" rtl="0" eaLnBrk="1" fontAlgn="ctr" latinLnBrk="0" hangingPunct="1">
                        <a:lnSpc>
                          <a:spcPct val="100000"/>
                        </a:lnSpc>
                        <a:spcBef>
                          <a:spcPts val="0"/>
                        </a:spcBef>
                        <a:spcAft>
                          <a:spcPts val="0"/>
                        </a:spcAft>
                        <a:buClrTx/>
                        <a:buSzTx/>
                        <a:buFontTx/>
                        <a:buNone/>
                        <a:tabLst/>
                        <a:defRPr/>
                      </a:pPr>
                      <a:r>
                        <a:rPr lang="en-US">
                          <a:solidFill>
                            <a:schemeClr val="tx2"/>
                          </a:solidFill>
                          <a:latin typeface="+mn-lt"/>
                        </a:rPr>
                        <a:t>Copy here</a:t>
                      </a:r>
                    </a:p>
                  </a:txBody>
                  <a:tcPr anchor="ctr"/>
                </a:tc>
                <a:tc>
                  <a:txBody>
                    <a:bodyPr/>
                    <a:lstStyle/>
                    <a:p>
                      <a:pPr marL="0" marR="0" lvl="0" indent="0" algn="l" defTabSz="457200" rtl="0" eaLnBrk="1" fontAlgn="ctr" latinLnBrk="0" hangingPunct="1">
                        <a:lnSpc>
                          <a:spcPct val="100000"/>
                        </a:lnSpc>
                        <a:spcBef>
                          <a:spcPts val="0"/>
                        </a:spcBef>
                        <a:spcAft>
                          <a:spcPts val="0"/>
                        </a:spcAft>
                        <a:buClrTx/>
                        <a:buSzTx/>
                        <a:buFontTx/>
                        <a:buNone/>
                        <a:tabLst/>
                        <a:defRPr/>
                      </a:pPr>
                      <a:r>
                        <a:rPr lang="en-US">
                          <a:solidFill>
                            <a:schemeClr val="tx2"/>
                          </a:solidFill>
                          <a:latin typeface="+mn-lt"/>
                        </a:rPr>
                        <a:t>Copy here</a:t>
                      </a:r>
                    </a:p>
                  </a:txBody>
                  <a:tcPr anchor="ctr"/>
                </a:tc>
                <a:extLst>
                  <a:ext uri="{0D108BD9-81ED-4DB2-BD59-A6C34878D82A}">
                    <a16:rowId xmlns:a16="http://schemas.microsoft.com/office/drawing/2014/main" val="1819430614"/>
                  </a:ext>
                </a:extLst>
              </a:tr>
            </a:tbl>
          </a:graphicData>
        </a:graphic>
      </p:graphicFrame>
      <p:sp>
        <p:nvSpPr>
          <p:cNvPr id="9" name="Rectangle 8">
            <a:extLst>
              <a:ext uri="{FF2B5EF4-FFF2-40B4-BE49-F238E27FC236}">
                <a16:creationId xmlns:a16="http://schemas.microsoft.com/office/drawing/2014/main" id="{18983A6F-4B3E-41B9-88C9-B73A5EF6A133}"/>
              </a:ext>
            </a:extLst>
          </p:cNvPr>
          <p:cNvSpPr/>
          <p:nvPr/>
        </p:nvSpPr>
        <p:spPr bwMode="gray">
          <a:xfrm>
            <a:off x="12372478" y="0"/>
            <a:ext cx="2341049" cy="914400"/>
          </a:xfrm>
          <a:prstGeom prst="rect">
            <a:avLst/>
          </a:prstGeom>
          <a:solidFill>
            <a:srgbClr val="FFFF99"/>
          </a:solidFill>
          <a:ln>
            <a:noFill/>
            <a:miter lim="800000"/>
          </a:ln>
          <a:effectLst/>
        </p:spPr>
        <p:style>
          <a:lnRef idx="1">
            <a:schemeClr val="accent1"/>
          </a:lnRef>
          <a:fillRef idx="3">
            <a:schemeClr val="accent1"/>
          </a:fillRef>
          <a:effectRef idx="2">
            <a:schemeClr val="accent1"/>
          </a:effectRef>
          <a:fontRef idx="minor">
            <a:schemeClr val="lt1"/>
          </a:fontRef>
        </p:style>
        <p:txBody>
          <a:bodyPr lIns="182880" tIns="137160" rtlCol="0" anchor="t"/>
          <a:lstStyle/>
          <a:p>
            <a:pPr>
              <a:lnSpc>
                <a:spcPct val="105000"/>
              </a:lnSpc>
              <a:spcAft>
                <a:spcPts val="1200"/>
              </a:spcAft>
            </a:pPr>
            <a:r>
              <a:rPr lang="en-US" sz="1300" b="1">
                <a:solidFill>
                  <a:schemeClr val="tx2"/>
                </a:solidFill>
              </a:rPr>
              <a:t>More charts </a:t>
            </a:r>
            <a:r>
              <a:rPr lang="en-US" sz="1300">
                <a:solidFill>
                  <a:schemeClr val="tx2"/>
                </a:solidFill>
              </a:rPr>
              <a:t>are available in the chart library on the </a:t>
            </a:r>
            <a:r>
              <a:rPr lang="en-US" sz="1300" u="sng">
                <a:solidFill>
                  <a:srgbClr val="3F3F3F"/>
                </a:solidFill>
                <a:hlinkClick r:id="rId2"/>
              </a:rPr>
              <a:t>Brand Center</a:t>
            </a:r>
            <a:r>
              <a:rPr lang="en-US" sz="1300">
                <a:solidFill>
                  <a:srgbClr val="3F3F3F"/>
                </a:solidFill>
              </a:rPr>
              <a:t>.</a:t>
            </a:r>
            <a:endParaRPr lang="en-US" sz="1300" u="sng">
              <a:solidFill>
                <a:schemeClr val="accent2"/>
              </a:solidFill>
            </a:endParaRPr>
          </a:p>
        </p:txBody>
      </p:sp>
      <p:sp>
        <p:nvSpPr>
          <p:cNvPr id="10" name="Rectangle 9">
            <a:extLst>
              <a:ext uri="{FF2B5EF4-FFF2-40B4-BE49-F238E27FC236}">
                <a16:creationId xmlns:a16="http://schemas.microsoft.com/office/drawing/2014/main" id="{76A4CC6E-2269-40A5-834D-199EB5A63E92}"/>
              </a:ext>
            </a:extLst>
          </p:cNvPr>
          <p:cNvSpPr/>
          <p:nvPr/>
        </p:nvSpPr>
        <p:spPr bwMode="gray">
          <a:xfrm>
            <a:off x="12372479" y="1047388"/>
            <a:ext cx="2341048" cy="2643634"/>
          </a:xfrm>
          <a:prstGeom prst="rect">
            <a:avLst/>
          </a:prstGeom>
          <a:solidFill>
            <a:schemeClr val="bg1"/>
          </a:solidFill>
          <a:ln>
            <a:noFill/>
            <a:miter lim="800000"/>
          </a:ln>
          <a:effectLst/>
        </p:spPr>
        <p:style>
          <a:lnRef idx="1">
            <a:schemeClr val="accent1"/>
          </a:lnRef>
          <a:fillRef idx="3">
            <a:schemeClr val="accent1"/>
          </a:fillRef>
          <a:effectRef idx="2">
            <a:schemeClr val="accent1"/>
          </a:effectRef>
          <a:fontRef idx="minor">
            <a:schemeClr val="lt1"/>
          </a:fontRef>
        </p:style>
        <p:txBody>
          <a:bodyPr lIns="182880" tIns="137160" rtlCol="0" anchor="t"/>
          <a:lstStyle/>
          <a:p>
            <a:pPr marL="0" lvl="1">
              <a:lnSpc>
                <a:spcPct val="95000"/>
              </a:lnSpc>
              <a:spcAft>
                <a:spcPts val="600"/>
              </a:spcAft>
            </a:pPr>
            <a:r>
              <a:rPr lang="en-US" sz="1500" b="1">
                <a:solidFill>
                  <a:schemeClr val="tx2"/>
                </a:solidFill>
              </a:rPr>
              <a:t>Accessibility </a:t>
            </a:r>
            <a:br>
              <a:rPr lang="en-US" sz="1500" b="1">
                <a:solidFill>
                  <a:schemeClr val="tx2"/>
                </a:solidFill>
              </a:rPr>
            </a:br>
            <a:r>
              <a:rPr lang="en-US" sz="1300">
                <a:solidFill>
                  <a:schemeClr val="tx2"/>
                </a:solidFill>
              </a:rPr>
              <a:t>guidance</a:t>
            </a:r>
          </a:p>
          <a:p>
            <a:pPr marL="0" lvl="1">
              <a:lnSpc>
                <a:spcPct val="105000"/>
              </a:lnSpc>
              <a:spcAft>
                <a:spcPts val="600"/>
              </a:spcAft>
            </a:pPr>
            <a:r>
              <a:rPr lang="en-US" sz="1300">
                <a:solidFill>
                  <a:schemeClr val="tx2"/>
                </a:solidFill>
              </a:rPr>
              <a:t>Detailed information should be included in </a:t>
            </a:r>
            <a:br>
              <a:rPr lang="en-US" sz="1300">
                <a:solidFill>
                  <a:schemeClr val="tx2"/>
                </a:solidFill>
              </a:rPr>
            </a:br>
            <a:r>
              <a:rPr lang="en-US" sz="1300">
                <a:solidFill>
                  <a:schemeClr val="tx2"/>
                </a:solidFill>
              </a:rPr>
              <a:t>the Alt Text for tables. </a:t>
            </a:r>
            <a:br>
              <a:rPr lang="en-US" sz="1300">
                <a:solidFill>
                  <a:schemeClr val="tx2"/>
                </a:solidFill>
              </a:rPr>
            </a:br>
            <a:r>
              <a:rPr lang="en-US" sz="1300">
                <a:solidFill>
                  <a:schemeClr val="tx2"/>
                </a:solidFill>
              </a:rPr>
              <a:t>If this information is complex, the data/info </a:t>
            </a:r>
            <a:br>
              <a:rPr lang="en-US" sz="1300">
                <a:solidFill>
                  <a:schemeClr val="tx2"/>
                </a:solidFill>
              </a:rPr>
            </a:br>
            <a:r>
              <a:rPr lang="en-US" sz="1300">
                <a:solidFill>
                  <a:schemeClr val="tx2"/>
                </a:solidFill>
              </a:rPr>
              <a:t>can be presented in an embedded Excel spreadsheet or in </a:t>
            </a:r>
            <a:br>
              <a:rPr lang="en-US" sz="1300">
                <a:solidFill>
                  <a:schemeClr val="tx2"/>
                </a:solidFill>
              </a:rPr>
            </a:br>
            <a:r>
              <a:rPr lang="en-US" sz="1300">
                <a:solidFill>
                  <a:schemeClr val="tx2"/>
                </a:solidFill>
              </a:rPr>
              <a:t>the notes section. </a:t>
            </a:r>
          </a:p>
        </p:txBody>
      </p:sp>
    </p:spTree>
    <p:extLst>
      <p:ext uri="{BB962C8B-B14F-4D97-AF65-F5344CB8AC3E}">
        <p14:creationId xmlns:p14="http://schemas.microsoft.com/office/powerpoint/2010/main" val="417708117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AF8C98-0579-492E-B243-586CA524D243}"/>
              </a:ext>
            </a:extLst>
          </p:cNvPr>
          <p:cNvSpPr>
            <a:spLocks noGrp="1"/>
          </p:cNvSpPr>
          <p:nvPr>
            <p:ph type="title"/>
          </p:nvPr>
        </p:nvSpPr>
        <p:spPr/>
        <p:txBody>
          <a:bodyPr/>
          <a:lstStyle/>
          <a:p>
            <a:r>
              <a:rPr lang="en-US"/>
              <a:t>Title for Table Style 3 layout</a:t>
            </a:r>
          </a:p>
        </p:txBody>
      </p:sp>
      <p:graphicFrame>
        <p:nvGraphicFramePr>
          <p:cNvPr id="10" name="Table 9" descr="Table Style 3 layout example.">
            <a:extLst>
              <a:ext uri="{FF2B5EF4-FFF2-40B4-BE49-F238E27FC236}">
                <a16:creationId xmlns:a16="http://schemas.microsoft.com/office/drawing/2014/main" id="{5BCF751C-A4B3-4BCA-A6F9-D03E7102402C}"/>
              </a:ext>
            </a:extLst>
          </p:cNvPr>
          <p:cNvGraphicFramePr>
            <a:graphicFrameLocks noGrp="1"/>
          </p:cNvGraphicFramePr>
          <p:nvPr>
            <p:extLst>
              <p:ext uri="{D42A27DB-BD31-4B8C-83A1-F6EECF244321}">
                <p14:modId xmlns:p14="http://schemas.microsoft.com/office/powerpoint/2010/main" val="1396940346"/>
              </p:ext>
            </p:extLst>
          </p:nvPr>
        </p:nvGraphicFramePr>
        <p:xfrm>
          <a:off x="2161508" y="1853872"/>
          <a:ext cx="7865808" cy="2933946"/>
        </p:xfrm>
        <a:graphic>
          <a:graphicData uri="http://schemas.openxmlformats.org/drawingml/2006/table">
            <a:tbl>
              <a:tblPr firstRow="1" firstCol="1" bandRow="1">
                <a:tableStyleId>{16486439-AC5F-4A27-B78C-A0BE22C8523E}</a:tableStyleId>
              </a:tblPr>
              <a:tblGrid>
                <a:gridCol w="1966452">
                  <a:extLst>
                    <a:ext uri="{9D8B030D-6E8A-4147-A177-3AD203B41FA5}">
                      <a16:colId xmlns:a16="http://schemas.microsoft.com/office/drawing/2014/main" val="2831225325"/>
                    </a:ext>
                  </a:extLst>
                </a:gridCol>
                <a:gridCol w="1966452">
                  <a:extLst>
                    <a:ext uri="{9D8B030D-6E8A-4147-A177-3AD203B41FA5}">
                      <a16:colId xmlns:a16="http://schemas.microsoft.com/office/drawing/2014/main" val="4290954668"/>
                    </a:ext>
                  </a:extLst>
                </a:gridCol>
                <a:gridCol w="1966452">
                  <a:extLst>
                    <a:ext uri="{9D8B030D-6E8A-4147-A177-3AD203B41FA5}">
                      <a16:colId xmlns:a16="http://schemas.microsoft.com/office/drawing/2014/main" val="1661075457"/>
                    </a:ext>
                  </a:extLst>
                </a:gridCol>
                <a:gridCol w="1966452">
                  <a:extLst>
                    <a:ext uri="{9D8B030D-6E8A-4147-A177-3AD203B41FA5}">
                      <a16:colId xmlns:a16="http://schemas.microsoft.com/office/drawing/2014/main" val="223144812"/>
                    </a:ext>
                  </a:extLst>
                </a:gridCol>
              </a:tblGrid>
              <a:tr h="488991">
                <a:tc>
                  <a:txBody>
                    <a:bodyPr/>
                    <a:lstStyle/>
                    <a:p>
                      <a:pPr algn="ctr"/>
                      <a:endParaRPr lang="en-US">
                        <a:latin typeface="+mn-lt"/>
                      </a:endParaRPr>
                    </a:p>
                  </a:txBody>
                  <a:tcPr anchor="ctr"/>
                </a:tc>
                <a:tc>
                  <a:txBody>
                    <a:bodyPr/>
                    <a:lstStyle/>
                    <a:p>
                      <a:pPr algn="ctr"/>
                      <a:r>
                        <a:rPr lang="en-US">
                          <a:latin typeface="+mn-lt"/>
                        </a:rPr>
                        <a:t>Column one</a:t>
                      </a:r>
                    </a:p>
                  </a:txBody>
                  <a:tcPr anchor="ctr"/>
                </a:tc>
                <a:tc>
                  <a:txBody>
                    <a:bodyPr/>
                    <a:lstStyle/>
                    <a:p>
                      <a:pPr algn="ctr"/>
                      <a:r>
                        <a:rPr lang="en-US">
                          <a:latin typeface="+mn-lt"/>
                        </a:rPr>
                        <a:t>Column two</a:t>
                      </a:r>
                    </a:p>
                  </a:txBody>
                  <a:tcPr anchor="ctr"/>
                </a:tc>
                <a:tc>
                  <a:txBody>
                    <a:bodyPr/>
                    <a:lstStyle/>
                    <a:p>
                      <a:pPr algn="ctr"/>
                      <a:r>
                        <a:rPr lang="en-US">
                          <a:latin typeface="+mn-lt"/>
                        </a:rPr>
                        <a:t>Column three</a:t>
                      </a:r>
                    </a:p>
                  </a:txBody>
                  <a:tcPr anchor="ctr"/>
                </a:tc>
                <a:extLst>
                  <a:ext uri="{0D108BD9-81ED-4DB2-BD59-A6C34878D82A}">
                    <a16:rowId xmlns:a16="http://schemas.microsoft.com/office/drawing/2014/main" val="2849545525"/>
                  </a:ext>
                </a:extLst>
              </a:tr>
              <a:tr h="488991">
                <a:tc>
                  <a:txBody>
                    <a:bodyPr/>
                    <a:lstStyle/>
                    <a:p>
                      <a:pPr algn="l"/>
                      <a:r>
                        <a:rPr lang="en-US">
                          <a:solidFill>
                            <a:schemeClr val="tx2"/>
                          </a:solidFill>
                          <a:latin typeface="+mn-lt"/>
                        </a:rPr>
                        <a:t>Row 1</a:t>
                      </a:r>
                    </a:p>
                  </a:txBody>
                  <a:tcPr anchor="ctr"/>
                </a:tc>
                <a:tc>
                  <a:txBody>
                    <a:bodyPr/>
                    <a:lstStyle/>
                    <a:p>
                      <a:pPr algn="ctr"/>
                      <a:r>
                        <a:rPr lang="en-US">
                          <a:solidFill>
                            <a:schemeClr val="tx2"/>
                          </a:solidFill>
                          <a:latin typeface="+mn-lt"/>
                        </a:rPr>
                        <a:t>000</a:t>
                      </a:r>
                    </a:p>
                  </a:txBody>
                  <a:tcPr anchor="ctr"/>
                </a:tc>
                <a:tc>
                  <a:txBody>
                    <a:bodyPr/>
                    <a:lstStyle/>
                    <a:p>
                      <a:pPr marL="0" marR="0" lvl="0" indent="0" algn="ctr" defTabSz="457200" rtl="0" eaLnBrk="1" fontAlgn="ctr" latinLnBrk="0" hangingPunct="1">
                        <a:lnSpc>
                          <a:spcPct val="100000"/>
                        </a:lnSpc>
                        <a:spcBef>
                          <a:spcPts val="0"/>
                        </a:spcBef>
                        <a:spcAft>
                          <a:spcPts val="0"/>
                        </a:spcAft>
                        <a:buClrTx/>
                        <a:buSzTx/>
                        <a:buFontTx/>
                        <a:buNone/>
                        <a:tabLst/>
                        <a:defRPr/>
                      </a:pPr>
                      <a:r>
                        <a:rPr lang="en-US">
                          <a:solidFill>
                            <a:schemeClr val="tx2"/>
                          </a:solidFill>
                          <a:latin typeface="+mn-lt"/>
                        </a:rPr>
                        <a:t>000</a:t>
                      </a:r>
                    </a:p>
                  </a:txBody>
                  <a:tcPr anchor="ctr"/>
                </a:tc>
                <a:tc>
                  <a:txBody>
                    <a:bodyPr/>
                    <a:lstStyle/>
                    <a:p>
                      <a:pPr marL="0" marR="0" lvl="0" indent="0" algn="ctr" defTabSz="457200" rtl="0" eaLnBrk="1" fontAlgn="ctr" latinLnBrk="0" hangingPunct="1">
                        <a:lnSpc>
                          <a:spcPct val="100000"/>
                        </a:lnSpc>
                        <a:spcBef>
                          <a:spcPts val="0"/>
                        </a:spcBef>
                        <a:spcAft>
                          <a:spcPts val="0"/>
                        </a:spcAft>
                        <a:buClrTx/>
                        <a:buSzTx/>
                        <a:buFontTx/>
                        <a:buNone/>
                        <a:tabLst/>
                        <a:defRPr/>
                      </a:pPr>
                      <a:r>
                        <a:rPr lang="en-US">
                          <a:solidFill>
                            <a:schemeClr val="tx2"/>
                          </a:solidFill>
                          <a:latin typeface="+mn-lt"/>
                        </a:rPr>
                        <a:t>000</a:t>
                      </a:r>
                    </a:p>
                  </a:txBody>
                  <a:tcPr anchor="ctr"/>
                </a:tc>
                <a:extLst>
                  <a:ext uri="{0D108BD9-81ED-4DB2-BD59-A6C34878D82A}">
                    <a16:rowId xmlns:a16="http://schemas.microsoft.com/office/drawing/2014/main" val="3736967257"/>
                  </a:ext>
                </a:extLst>
              </a:tr>
              <a:tr h="488991">
                <a:tc>
                  <a:txBody>
                    <a:bodyPr/>
                    <a:lstStyle/>
                    <a:p>
                      <a:pPr algn="l"/>
                      <a:r>
                        <a:rPr lang="en-US">
                          <a:solidFill>
                            <a:schemeClr val="tx2"/>
                          </a:solidFill>
                          <a:latin typeface="+mn-lt"/>
                        </a:rPr>
                        <a:t>Row 2</a:t>
                      </a:r>
                    </a:p>
                  </a:txBody>
                  <a:tcPr anchor="ctr"/>
                </a:tc>
                <a:tc>
                  <a:txBody>
                    <a:bodyPr/>
                    <a:lstStyle/>
                    <a:p>
                      <a:pPr marL="0" marR="0" lvl="0" indent="0" algn="ctr" defTabSz="457200" rtl="0" eaLnBrk="1" fontAlgn="ctr" latinLnBrk="0" hangingPunct="1">
                        <a:lnSpc>
                          <a:spcPct val="100000"/>
                        </a:lnSpc>
                        <a:spcBef>
                          <a:spcPts val="0"/>
                        </a:spcBef>
                        <a:spcAft>
                          <a:spcPts val="0"/>
                        </a:spcAft>
                        <a:buClrTx/>
                        <a:buSzTx/>
                        <a:buFontTx/>
                        <a:buNone/>
                        <a:tabLst/>
                        <a:defRPr/>
                      </a:pPr>
                      <a:r>
                        <a:rPr lang="en-US">
                          <a:solidFill>
                            <a:schemeClr val="tx2"/>
                          </a:solidFill>
                          <a:latin typeface="+mn-lt"/>
                        </a:rPr>
                        <a:t>000</a:t>
                      </a:r>
                    </a:p>
                  </a:txBody>
                  <a:tcPr anchor="ctr"/>
                </a:tc>
                <a:tc>
                  <a:txBody>
                    <a:bodyPr/>
                    <a:lstStyle/>
                    <a:p>
                      <a:pPr marL="0" marR="0" lvl="0" indent="0" algn="ctr" defTabSz="457200" rtl="0" eaLnBrk="1" fontAlgn="ctr" latinLnBrk="0" hangingPunct="1">
                        <a:lnSpc>
                          <a:spcPct val="100000"/>
                        </a:lnSpc>
                        <a:spcBef>
                          <a:spcPts val="0"/>
                        </a:spcBef>
                        <a:spcAft>
                          <a:spcPts val="0"/>
                        </a:spcAft>
                        <a:buClrTx/>
                        <a:buSzTx/>
                        <a:buFontTx/>
                        <a:buNone/>
                        <a:tabLst/>
                        <a:defRPr/>
                      </a:pPr>
                      <a:r>
                        <a:rPr lang="en-US">
                          <a:solidFill>
                            <a:schemeClr val="tx2"/>
                          </a:solidFill>
                          <a:latin typeface="+mn-lt"/>
                        </a:rPr>
                        <a:t>000</a:t>
                      </a:r>
                    </a:p>
                  </a:txBody>
                  <a:tcPr anchor="ctr"/>
                </a:tc>
                <a:tc>
                  <a:txBody>
                    <a:bodyPr/>
                    <a:lstStyle/>
                    <a:p>
                      <a:pPr marL="0" marR="0" lvl="0" indent="0" algn="ctr" defTabSz="457200" rtl="0" eaLnBrk="1" fontAlgn="ctr" latinLnBrk="0" hangingPunct="1">
                        <a:lnSpc>
                          <a:spcPct val="100000"/>
                        </a:lnSpc>
                        <a:spcBef>
                          <a:spcPts val="0"/>
                        </a:spcBef>
                        <a:spcAft>
                          <a:spcPts val="0"/>
                        </a:spcAft>
                        <a:buClrTx/>
                        <a:buSzTx/>
                        <a:buFontTx/>
                        <a:buNone/>
                        <a:tabLst/>
                        <a:defRPr/>
                      </a:pPr>
                      <a:r>
                        <a:rPr lang="en-US">
                          <a:solidFill>
                            <a:schemeClr val="tx2"/>
                          </a:solidFill>
                          <a:latin typeface="+mn-lt"/>
                        </a:rPr>
                        <a:t>000</a:t>
                      </a:r>
                    </a:p>
                  </a:txBody>
                  <a:tcPr anchor="ctr"/>
                </a:tc>
                <a:extLst>
                  <a:ext uri="{0D108BD9-81ED-4DB2-BD59-A6C34878D82A}">
                    <a16:rowId xmlns:a16="http://schemas.microsoft.com/office/drawing/2014/main" val="3611041863"/>
                  </a:ext>
                </a:extLst>
              </a:tr>
              <a:tr h="488991">
                <a:tc>
                  <a:txBody>
                    <a:bodyPr/>
                    <a:lstStyle/>
                    <a:p>
                      <a:pPr algn="l"/>
                      <a:r>
                        <a:rPr lang="en-US">
                          <a:solidFill>
                            <a:schemeClr val="tx2"/>
                          </a:solidFill>
                          <a:latin typeface="+mn-lt"/>
                        </a:rPr>
                        <a:t>Row 3</a:t>
                      </a:r>
                    </a:p>
                  </a:txBody>
                  <a:tcPr anchor="ctr"/>
                </a:tc>
                <a:tc>
                  <a:txBody>
                    <a:bodyPr/>
                    <a:lstStyle/>
                    <a:p>
                      <a:pPr marL="0" marR="0" lvl="0" indent="0" algn="ctr" defTabSz="457200" rtl="0" eaLnBrk="1" fontAlgn="ctr" latinLnBrk="0" hangingPunct="1">
                        <a:lnSpc>
                          <a:spcPct val="100000"/>
                        </a:lnSpc>
                        <a:spcBef>
                          <a:spcPts val="0"/>
                        </a:spcBef>
                        <a:spcAft>
                          <a:spcPts val="0"/>
                        </a:spcAft>
                        <a:buClrTx/>
                        <a:buSzTx/>
                        <a:buFontTx/>
                        <a:buNone/>
                        <a:tabLst/>
                        <a:defRPr/>
                      </a:pPr>
                      <a:r>
                        <a:rPr lang="en-US">
                          <a:solidFill>
                            <a:schemeClr val="tx2"/>
                          </a:solidFill>
                          <a:latin typeface="+mn-lt"/>
                        </a:rPr>
                        <a:t>000</a:t>
                      </a:r>
                    </a:p>
                  </a:txBody>
                  <a:tcPr anchor="ctr"/>
                </a:tc>
                <a:tc>
                  <a:txBody>
                    <a:bodyPr/>
                    <a:lstStyle/>
                    <a:p>
                      <a:pPr marL="0" marR="0" lvl="0" indent="0" algn="ctr" defTabSz="457200" rtl="0" eaLnBrk="1" fontAlgn="ctr" latinLnBrk="0" hangingPunct="1">
                        <a:lnSpc>
                          <a:spcPct val="100000"/>
                        </a:lnSpc>
                        <a:spcBef>
                          <a:spcPts val="0"/>
                        </a:spcBef>
                        <a:spcAft>
                          <a:spcPts val="0"/>
                        </a:spcAft>
                        <a:buClrTx/>
                        <a:buSzTx/>
                        <a:buFontTx/>
                        <a:buNone/>
                        <a:tabLst/>
                        <a:defRPr/>
                      </a:pPr>
                      <a:r>
                        <a:rPr lang="en-US">
                          <a:solidFill>
                            <a:schemeClr val="tx2"/>
                          </a:solidFill>
                          <a:latin typeface="+mn-lt"/>
                        </a:rPr>
                        <a:t>000</a:t>
                      </a:r>
                    </a:p>
                  </a:txBody>
                  <a:tcPr anchor="ctr"/>
                </a:tc>
                <a:tc>
                  <a:txBody>
                    <a:bodyPr/>
                    <a:lstStyle/>
                    <a:p>
                      <a:pPr marL="0" marR="0" lvl="0" indent="0" algn="ctr" defTabSz="457200" rtl="0" eaLnBrk="1" fontAlgn="ctr" latinLnBrk="0" hangingPunct="1">
                        <a:lnSpc>
                          <a:spcPct val="100000"/>
                        </a:lnSpc>
                        <a:spcBef>
                          <a:spcPts val="0"/>
                        </a:spcBef>
                        <a:spcAft>
                          <a:spcPts val="0"/>
                        </a:spcAft>
                        <a:buClrTx/>
                        <a:buSzTx/>
                        <a:buFontTx/>
                        <a:buNone/>
                        <a:tabLst/>
                        <a:defRPr/>
                      </a:pPr>
                      <a:r>
                        <a:rPr lang="en-US">
                          <a:solidFill>
                            <a:schemeClr val="tx2"/>
                          </a:solidFill>
                          <a:latin typeface="+mn-lt"/>
                        </a:rPr>
                        <a:t>000</a:t>
                      </a:r>
                    </a:p>
                  </a:txBody>
                  <a:tcPr anchor="ctr"/>
                </a:tc>
                <a:extLst>
                  <a:ext uri="{0D108BD9-81ED-4DB2-BD59-A6C34878D82A}">
                    <a16:rowId xmlns:a16="http://schemas.microsoft.com/office/drawing/2014/main" val="2074679584"/>
                  </a:ext>
                </a:extLst>
              </a:tr>
              <a:tr h="488991">
                <a:tc>
                  <a:txBody>
                    <a:bodyPr/>
                    <a:lstStyle/>
                    <a:p>
                      <a:pPr algn="l"/>
                      <a:r>
                        <a:rPr lang="en-US">
                          <a:solidFill>
                            <a:schemeClr val="tx2"/>
                          </a:solidFill>
                          <a:latin typeface="+mn-lt"/>
                        </a:rPr>
                        <a:t>Row 4</a:t>
                      </a:r>
                    </a:p>
                  </a:txBody>
                  <a:tcPr anchor="ctr"/>
                </a:tc>
                <a:tc>
                  <a:txBody>
                    <a:bodyPr/>
                    <a:lstStyle/>
                    <a:p>
                      <a:pPr marL="0" marR="0" lvl="0" indent="0" algn="ctr" defTabSz="457200" rtl="0" eaLnBrk="1" fontAlgn="ctr" latinLnBrk="0" hangingPunct="1">
                        <a:lnSpc>
                          <a:spcPct val="100000"/>
                        </a:lnSpc>
                        <a:spcBef>
                          <a:spcPts val="0"/>
                        </a:spcBef>
                        <a:spcAft>
                          <a:spcPts val="0"/>
                        </a:spcAft>
                        <a:buClrTx/>
                        <a:buSzTx/>
                        <a:buFontTx/>
                        <a:buNone/>
                        <a:tabLst/>
                        <a:defRPr/>
                      </a:pPr>
                      <a:r>
                        <a:rPr lang="en-US">
                          <a:solidFill>
                            <a:schemeClr val="tx2"/>
                          </a:solidFill>
                          <a:latin typeface="+mn-lt"/>
                        </a:rPr>
                        <a:t>000</a:t>
                      </a:r>
                    </a:p>
                  </a:txBody>
                  <a:tcPr anchor="ctr"/>
                </a:tc>
                <a:tc>
                  <a:txBody>
                    <a:bodyPr/>
                    <a:lstStyle/>
                    <a:p>
                      <a:pPr marL="0" marR="0" lvl="0" indent="0" algn="ctr" defTabSz="457200" rtl="0" eaLnBrk="1" fontAlgn="ctr" latinLnBrk="0" hangingPunct="1">
                        <a:lnSpc>
                          <a:spcPct val="100000"/>
                        </a:lnSpc>
                        <a:spcBef>
                          <a:spcPts val="0"/>
                        </a:spcBef>
                        <a:spcAft>
                          <a:spcPts val="0"/>
                        </a:spcAft>
                        <a:buClrTx/>
                        <a:buSzTx/>
                        <a:buFontTx/>
                        <a:buNone/>
                        <a:tabLst/>
                        <a:defRPr/>
                      </a:pPr>
                      <a:r>
                        <a:rPr lang="en-US">
                          <a:solidFill>
                            <a:schemeClr val="tx2"/>
                          </a:solidFill>
                          <a:latin typeface="+mn-lt"/>
                        </a:rPr>
                        <a:t>000</a:t>
                      </a:r>
                    </a:p>
                  </a:txBody>
                  <a:tcPr anchor="ctr"/>
                </a:tc>
                <a:tc>
                  <a:txBody>
                    <a:bodyPr/>
                    <a:lstStyle/>
                    <a:p>
                      <a:pPr marL="0" marR="0" lvl="0" indent="0" algn="ctr" defTabSz="457200" rtl="0" eaLnBrk="1" fontAlgn="ctr" latinLnBrk="0" hangingPunct="1">
                        <a:lnSpc>
                          <a:spcPct val="100000"/>
                        </a:lnSpc>
                        <a:spcBef>
                          <a:spcPts val="0"/>
                        </a:spcBef>
                        <a:spcAft>
                          <a:spcPts val="0"/>
                        </a:spcAft>
                        <a:buClrTx/>
                        <a:buSzTx/>
                        <a:buFontTx/>
                        <a:buNone/>
                        <a:tabLst/>
                        <a:defRPr/>
                      </a:pPr>
                      <a:r>
                        <a:rPr lang="en-US">
                          <a:solidFill>
                            <a:schemeClr val="tx2"/>
                          </a:solidFill>
                          <a:latin typeface="+mn-lt"/>
                        </a:rPr>
                        <a:t>000</a:t>
                      </a:r>
                    </a:p>
                  </a:txBody>
                  <a:tcPr anchor="ctr"/>
                </a:tc>
                <a:extLst>
                  <a:ext uri="{0D108BD9-81ED-4DB2-BD59-A6C34878D82A}">
                    <a16:rowId xmlns:a16="http://schemas.microsoft.com/office/drawing/2014/main" val="3517317178"/>
                  </a:ext>
                </a:extLst>
              </a:tr>
              <a:tr h="488991">
                <a:tc>
                  <a:txBody>
                    <a:bodyPr/>
                    <a:lstStyle/>
                    <a:p>
                      <a:pPr algn="l"/>
                      <a:r>
                        <a:rPr lang="en-US">
                          <a:solidFill>
                            <a:schemeClr val="tx2"/>
                          </a:solidFill>
                          <a:latin typeface="+mn-lt"/>
                        </a:rPr>
                        <a:t>Row 5</a:t>
                      </a:r>
                    </a:p>
                  </a:txBody>
                  <a:tcPr anchor="ctr"/>
                </a:tc>
                <a:tc>
                  <a:txBody>
                    <a:bodyPr/>
                    <a:lstStyle/>
                    <a:p>
                      <a:pPr marL="0" marR="0" lvl="0" indent="0" algn="ctr" defTabSz="457200" rtl="0" eaLnBrk="1" fontAlgn="ctr" latinLnBrk="0" hangingPunct="1">
                        <a:lnSpc>
                          <a:spcPct val="100000"/>
                        </a:lnSpc>
                        <a:spcBef>
                          <a:spcPts val="0"/>
                        </a:spcBef>
                        <a:spcAft>
                          <a:spcPts val="0"/>
                        </a:spcAft>
                        <a:buClrTx/>
                        <a:buSzTx/>
                        <a:buFontTx/>
                        <a:buNone/>
                        <a:tabLst/>
                        <a:defRPr/>
                      </a:pPr>
                      <a:r>
                        <a:rPr lang="en-US">
                          <a:solidFill>
                            <a:schemeClr val="tx2"/>
                          </a:solidFill>
                          <a:latin typeface="+mn-lt"/>
                        </a:rPr>
                        <a:t>000</a:t>
                      </a:r>
                    </a:p>
                  </a:txBody>
                  <a:tcPr anchor="ctr"/>
                </a:tc>
                <a:tc>
                  <a:txBody>
                    <a:bodyPr/>
                    <a:lstStyle/>
                    <a:p>
                      <a:pPr marL="0" marR="0" lvl="0" indent="0" algn="ctr" defTabSz="457200" rtl="0" eaLnBrk="1" fontAlgn="ctr" latinLnBrk="0" hangingPunct="1">
                        <a:lnSpc>
                          <a:spcPct val="100000"/>
                        </a:lnSpc>
                        <a:spcBef>
                          <a:spcPts val="0"/>
                        </a:spcBef>
                        <a:spcAft>
                          <a:spcPts val="0"/>
                        </a:spcAft>
                        <a:buClrTx/>
                        <a:buSzTx/>
                        <a:buFontTx/>
                        <a:buNone/>
                        <a:tabLst/>
                        <a:defRPr/>
                      </a:pPr>
                      <a:r>
                        <a:rPr lang="en-US">
                          <a:solidFill>
                            <a:schemeClr val="tx2"/>
                          </a:solidFill>
                          <a:latin typeface="+mn-lt"/>
                        </a:rPr>
                        <a:t>000</a:t>
                      </a:r>
                    </a:p>
                  </a:txBody>
                  <a:tcPr anchor="ctr"/>
                </a:tc>
                <a:tc>
                  <a:txBody>
                    <a:bodyPr/>
                    <a:lstStyle/>
                    <a:p>
                      <a:pPr marL="0" marR="0" lvl="0" indent="0" algn="ctr" defTabSz="457200" rtl="0" eaLnBrk="1" fontAlgn="ctr" latinLnBrk="0" hangingPunct="1">
                        <a:lnSpc>
                          <a:spcPct val="100000"/>
                        </a:lnSpc>
                        <a:spcBef>
                          <a:spcPts val="0"/>
                        </a:spcBef>
                        <a:spcAft>
                          <a:spcPts val="0"/>
                        </a:spcAft>
                        <a:buClrTx/>
                        <a:buSzTx/>
                        <a:buFontTx/>
                        <a:buNone/>
                        <a:tabLst/>
                        <a:defRPr/>
                      </a:pPr>
                      <a:r>
                        <a:rPr lang="en-US">
                          <a:solidFill>
                            <a:schemeClr val="tx2"/>
                          </a:solidFill>
                          <a:latin typeface="+mn-lt"/>
                        </a:rPr>
                        <a:t>000</a:t>
                      </a:r>
                    </a:p>
                  </a:txBody>
                  <a:tcPr anchor="ctr"/>
                </a:tc>
                <a:extLst>
                  <a:ext uri="{0D108BD9-81ED-4DB2-BD59-A6C34878D82A}">
                    <a16:rowId xmlns:a16="http://schemas.microsoft.com/office/drawing/2014/main" val="1819430614"/>
                  </a:ext>
                </a:extLst>
              </a:tr>
            </a:tbl>
          </a:graphicData>
        </a:graphic>
      </p:graphicFrame>
      <p:sp>
        <p:nvSpPr>
          <p:cNvPr id="6" name="TextBox 5">
            <a:extLst>
              <a:ext uri="{FF2B5EF4-FFF2-40B4-BE49-F238E27FC236}">
                <a16:creationId xmlns:a16="http://schemas.microsoft.com/office/drawing/2014/main" id="{245111B7-4AE5-4FB9-B80A-70461FF88DA9}"/>
              </a:ext>
            </a:extLst>
          </p:cNvPr>
          <p:cNvSpPr txBox="1"/>
          <p:nvPr/>
        </p:nvSpPr>
        <p:spPr>
          <a:xfrm>
            <a:off x="1500749" y="5107799"/>
            <a:ext cx="9187327" cy="495630"/>
          </a:xfrm>
          <a:prstGeom prst="rect">
            <a:avLst/>
          </a:prstGeom>
          <a:noFill/>
        </p:spPr>
        <p:txBody>
          <a:bodyPr wrap="square" lIns="0" tIns="0" rIns="0" bIns="0" rtlCol="0" anchor="ctr">
            <a:noAutofit/>
          </a:bodyPr>
          <a:lstStyle/>
          <a:p>
            <a:pPr marL="0" marR="0" lvl="0" indent="0" algn="ctr" defTabSz="914126" eaLnBrk="1" fontAlgn="auto" latinLnBrk="0" hangingPunct="1">
              <a:lnSpc>
                <a:spcPct val="100000"/>
              </a:lnSpc>
              <a:spcBef>
                <a:spcPts val="0"/>
              </a:spcBef>
              <a:spcAft>
                <a:spcPts val="0"/>
              </a:spcAft>
              <a:buClrTx/>
              <a:buSzTx/>
              <a:buFontTx/>
              <a:buNone/>
              <a:tabLst/>
              <a:defRPr/>
            </a:pPr>
            <a:r>
              <a:rPr kumimoji="0" lang="en-US" sz="1799" b="1" i="0" u="none" strike="noStrike" kern="0" cap="none" spc="0" normalizeH="0" baseline="0" noProof="0">
                <a:ln>
                  <a:noFill/>
                </a:ln>
                <a:solidFill>
                  <a:schemeClr val="tx2"/>
                </a:solidFill>
                <a:effectLst/>
                <a:uLnTx/>
                <a:uFillTx/>
              </a:rPr>
              <a:t>Optional key takeaway centered here. One line maximum.</a:t>
            </a:r>
          </a:p>
        </p:txBody>
      </p:sp>
      <p:sp>
        <p:nvSpPr>
          <p:cNvPr id="8" name="Rectangle 7">
            <a:extLst>
              <a:ext uri="{FF2B5EF4-FFF2-40B4-BE49-F238E27FC236}">
                <a16:creationId xmlns:a16="http://schemas.microsoft.com/office/drawing/2014/main" id="{A205109D-14E6-451A-BF66-0C35A0605CD4}"/>
              </a:ext>
            </a:extLst>
          </p:cNvPr>
          <p:cNvSpPr/>
          <p:nvPr/>
        </p:nvSpPr>
        <p:spPr bwMode="gray">
          <a:xfrm>
            <a:off x="12372478" y="0"/>
            <a:ext cx="2341049" cy="914400"/>
          </a:xfrm>
          <a:prstGeom prst="rect">
            <a:avLst/>
          </a:prstGeom>
          <a:solidFill>
            <a:srgbClr val="FFFF99"/>
          </a:solidFill>
          <a:ln>
            <a:noFill/>
            <a:miter lim="800000"/>
          </a:ln>
          <a:effectLst/>
        </p:spPr>
        <p:style>
          <a:lnRef idx="1">
            <a:schemeClr val="accent1"/>
          </a:lnRef>
          <a:fillRef idx="3">
            <a:schemeClr val="accent1"/>
          </a:fillRef>
          <a:effectRef idx="2">
            <a:schemeClr val="accent1"/>
          </a:effectRef>
          <a:fontRef idx="minor">
            <a:schemeClr val="lt1"/>
          </a:fontRef>
        </p:style>
        <p:txBody>
          <a:bodyPr lIns="182880" tIns="137160" rtlCol="0" anchor="t"/>
          <a:lstStyle/>
          <a:p>
            <a:pPr>
              <a:lnSpc>
                <a:spcPct val="105000"/>
              </a:lnSpc>
              <a:spcAft>
                <a:spcPts val="1200"/>
              </a:spcAft>
            </a:pPr>
            <a:r>
              <a:rPr lang="en-US" sz="1300" b="1">
                <a:solidFill>
                  <a:schemeClr val="tx2"/>
                </a:solidFill>
              </a:rPr>
              <a:t>More charts </a:t>
            </a:r>
            <a:r>
              <a:rPr lang="en-US" sz="1300">
                <a:solidFill>
                  <a:schemeClr val="tx2"/>
                </a:solidFill>
              </a:rPr>
              <a:t>are available in the chart library on the </a:t>
            </a:r>
            <a:r>
              <a:rPr lang="en-US" sz="1300" u="sng">
                <a:solidFill>
                  <a:srgbClr val="3F3F3F"/>
                </a:solidFill>
                <a:hlinkClick r:id="rId2"/>
              </a:rPr>
              <a:t>Brand Center</a:t>
            </a:r>
            <a:r>
              <a:rPr lang="en-US" sz="1300">
                <a:solidFill>
                  <a:srgbClr val="3F3F3F"/>
                </a:solidFill>
              </a:rPr>
              <a:t>.</a:t>
            </a:r>
            <a:endParaRPr lang="en-US" sz="1300" u="sng">
              <a:solidFill>
                <a:schemeClr val="accent2"/>
              </a:solidFill>
            </a:endParaRPr>
          </a:p>
        </p:txBody>
      </p:sp>
      <p:sp>
        <p:nvSpPr>
          <p:cNvPr id="9" name="Rectangle 8">
            <a:extLst>
              <a:ext uri="{FF2B5EF4-FFF2-40B4-BE49-F238E27FC236}">
                <a16:creationId xmlns:a16="http://schemas.microsoft.com/office/drawing/2014/main" id="{12293088-1388-4498-AB32-29A8AF89F2FE}"/>
              </a:ext>
            </a:extLst>
          </p:cNvPr>
          <p:cNvSpPr/>
          <p:nvPr/>
        </p:nvSpPr>
        <p:spPr bwMode="gray">
          <a:xfrm>
            <a:off x="12372479" y="1047388"/>
            <a:ext cx="2341048" cy="2643634"/>
          </a:xfrm>
          <a:prstGeom prst="rect">
            <a:avLst/>
          </a:prstGeom>
          <a:solidFill>
            <a:schemeClr val="bg1"/>
          </a:solidFill>
          <a:ln>
            <a:noFill/>
            <a:miter lim="800000"/>
          </a:ln>
          <a:effectLst/>
        </p:spPr>
        <p:style>
          <a:lnRef idx="1">
            <a:schemeClr val="accent1"/>
          </a:lnRef>
          <a:fillRef idx="3">
            <a:schemeClr val="accent1"/>
          </a:fillRef>
          <a:effectRef idx="2">
            <a:schemeClr val="accent1"/>
          </a:effectRef>
          <a:fontRef idx="minor">
            <a:schemeClr val="lt1"/>
          </a:fontRef>
        </p:style>
        <p:txBody>
          <a:bodyPr lIns="182880" tIns="137160" rtlCol="0" anchor="t"/>
          <a:lstStyle/>
          <a:p>
            <a:pPr marL="0" lvl="1">
              <a:lnSpc>
                <a:spcPct val="95000"/>
              </a:lnSpc>
              <a:spcAft>
                <a:spcPts val="600"/>
              </a:spcAft>
            </a:pPr>
            <a:r>
              <a:rPr lang="en-US" sz="1500" b="1">
                <a:solidFill>
                  <a:schemeClr val="tx2"/>
                </a:solidFill>
              </a:rPr>
              <a:t>Accessibility </a:t>
            </a:r>
            <a:br>
              <a:rPr lang="en-US" sz="1500" b="1">
                <a:solidFill>
                  <a:schemeClr val="tx2"/>
                </a:solidFill>
              </a:rPr>
            </a:br>
            <a:r>
              <a:rPr lang="en-US" sz="1300">
                <a:solidFill>
                  <a:schemeClr val="tx2"/>
                </a:solidFill>
              </a:rPr>
              <a:t>guidance</a:t>
            </a:r>
          </a:p>
          <a:p>
            <a:pPr marL="0" lvl="1">
              <a:lnSpc>
                <a:spcPct val="105000"/>
              </a:lnSpc>
              <a:spcAft>
                <a:spcPts val="600"/>
              </a:spcAft>
            </a:pPr>
            <a:r>
              <a:rPr lang="en-US" sz="1300">
                <a:solidFill>
                  <a:schemeClr val="tx2"/>
                </a:solidFill>
              </a:rPr>
              <a:t>Detailed information should be included in </a:t>
            </a:r>
            <a:br>
              <a:rPr lang="en-US" sz="1300">
                <a:solidFill>
                  <a:schemeClr val="tx2"/>
                </a:solidFill>
              </a:rPr>
            </a:br>
            <a:r>
              <a:rPr lang="en-US" sz="1300">
                <a:solidFill>
                  <a:schemeClr val="tx2"/>
                </a:solidFill>
              </a:rPr>
              <a:t>the Alt Text for tables. </a:t>
            </a:r>
            <a:br>
              <a:rPr lang="en-US" sz="1300">
                <a:solidFill>
                  <a:schemeClr val="tx2"/>
                </a:solidFill>
              </a:rPr>
            </a:br>
            <a:r>
              <a:rPr lang="en-US" sz="1300">
                <a:solidFill>
                  <a:schemeClr val="tx2"/>
                </a:solidFill>
              </a:rPr>
              <a:t>If this information is complex, the data/info </a:t>
            </a:r>
            <a:br>
              <a:rPr lang="en-US" sz="1300">
                <a:solidFill>
                  <a:schemeClr val="tx2"/>
                </a:solidFill>
              </a:rPr>
            </a:br>
            <a:r>
              <a:rPr lang="en-US" sz="1300">
                <a:solidFill>
                  <a:schemeClr val="tx2"/>
                </a:solidFill>
              </a:rPr>
              <a:t>can be presented in an embedded Excel spreadsheet or in </a:t>
            </a:r>
            <a:br>
              <a:rPr lang="en-US" sz="1300">
                <a:solidFill>
                  <a:schemeClr val="tx2"/>
                </a:solidFill>
              </a:rPr>
            </a:br>
            <a:r>
              <a:rPr lang="en-US" sz="1300">
                <a:solidFill>
                  <a:schemeClr val="tx2"/>
                </a:solidFill>
              </a:rPr>
              <a:t>the notes section. </a:t>
            </a:r>
          </a:p>
        </p:txBody>
      </p:sp>
    </p:spTree>
    <p:extLst>
      <p:ext uri="{BB962C8B-B14F-4D97-AF65-F5344CB8AC3E}">
        <p14:creationId xmlns:p14="http://schemas.microsoft.com/office/powerpoint/2010/main" val="119585177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D5AAACAC-377E-47F9-A981-1675BF7C5715}"/>
              </a:ext>
            </a:extLst>
          </p:cNvPr>
          <p:cNvSpPr>
            <a:spLocks noGrp="1"/>
          </p:cNvSpPr>
          <p:nvPr>
            <p:ph type="title"/>
          </p:nvPr>
        </p:nvSpPr>
        <p:spPr/>
        <p:txBody>
          <a:bodyPr/>
          <a:lstStyle/>
          <a:p>
            <a:r>
              <a:rPr lang="en-US"/>
              <a:t>Closing sample pages</a:t>
            </a:r>
          </a:p>
        </p:txBody>
      </p:sp>
      <p:grpSp>
        <p:nvGrpSpPr>
          <p:cNvPr id="2" name="Group 1">
            <a:extLst>
              <a:ext uri="{FF2B5EF4-FFF2-40B4-BE49-F238E27FC236}">
                <a16:creationId xmlns:a16="http://schemas.microsoft.com/office/drawing/2014/main" id="{B5080573-80A2-441E-B7AF-7E2D545F7804}"/>
              </a:ext>
              <a:ext uri="{C183D7F6-B498-43B3-948B-1728B52AA6E4}">
                <adec:decorative xmlns:adec="http://schemas.microsoft.com/office/drawing/2017/decorative" val="1"/>
              </a:ext>
            </a:extLst>
          </p:cNvPr>
          <p:cNvGrpSpPr/>
          <p:nvPr/>
        </p:nvGrpSpPr>
        <p:grpSpPr>
          <a:xfrm>
            <a:off x="5897563" y="2661087"/>
            <a:ext cx="393699" cy="1559576"/>
            <a:chOff x="5899151" y="2073651"/>
            <a:chExt cx="393699" cy="1967022"/>
          </a:xfrm>
        </p:grpSpPr>
        <p:cxnSp>
          <p:nvCxnSpPr>
            <p:cNvPr id="4" name="Straight Connector 3">
              <a:extLst>
                <a:ext uri="{FF2B5EF4-FFF2-40B4-BE49-F238E27FC236}">
                  <a16:creationId xmlns:a16="http://schemas.microsoft.com/office/drawing/2014/main" id="{6182DB09-23B5-4CBB-BD01-90DCCE3D20B2}"/>
                </a:ext>
              </a:extLst>
            </p:cNvPr>
            <p:cNvCxnSpPr/>
            <p:nvPr/>
          </p:nvCxnSpPr>
          <p:spPr>
            <a:xfrm>
              <a:off x="5899151" y="2073651"/>
              <a:ext cx="393699" cy="0"/>
            </a:xfrm>
            <a:prstGeom prst="line">
              <a:avLst/>
            </a:prstGeom>
            <a:ln w="25400" cmpd="sng">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C073AE10-5329-4EBA-948A-670A9D105722}"/>
                </a:ext>
              </a:extLst>
            </p:cNvPr>
            <p:cNvCxnSpPr/>
            <p:nvPr/>
          </p:nvCxnSpPr>
          <p:spPr>
            <a:xfrm>
              <a:off x="5899151" y="4040673"/>
              <a:ext cx="393699" cy="0"/>
            </a:xfrm>
            <a:prstGeom prst="line">
              <a:avLst/>
            </a:prstGeom>
            <a:ln w="25400" cmpd="sng">
              <a:solidFill>
                <a:schemeClr val="accent6"/>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63546472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3E7C77-03CD-4D77-A307-56E10383F480}"/>
              </a:ext>
            </a:extLst>
          </p:cNvPr>
          <p:cNvSpPr>
            <a:spLocks noGrp="1"/>
          </p:cNvSpPr>
          <p:nvPr>
            <p:ph type="title"/>
          </p:nvPr>
        </p:nvSpPr>
        <p:spPr/>
        <p:txBody>
          <a:bodyPr/>
          <a:lstStyle/>
          <a:p>
            <a:r>
              <a:rPr lang="en-US"/>
              <a:t>Next steps</a:t>
            </a:r>
          </a:p>
        </p:txBody>
      </p:sp>
      <p:sp>
        <p:nvSpPr>
          <p:cNvPr id="6" name="Content Placeholder 5"/>
          <p:cNvSpPr>
            <a:spLocks noGrp="1"/>
          </p:cNvSpPr>
          <p:nvPr>
            <p:ph sz="half" idx="1"/>
          </p:nvPr>
        </p:nvSpPr>
        <p:spPr/>
        <p:txBody>
          <a:bodyPr/>
          <a:lstStyle/>
          <a:p>
            <a:r>
              <a:rPr lang="en-US"/>
              <a:t>20XX</a:t>
            </a:r>
          </a:p>
          <a:p>
            <a:pPr lvl="1"/>
            <a:r>
              <a:rPr lang="en-US"/>
              <a:t>The body text is 13-point </a:t>
            </a:r>
            <a:br>
              <a:rPr lang="en-US"/>
            </a:br>
            <a:r>
              <a:rPr lang="en-US"/>
              <a:t>CVS Health Sans in Text Gray.</a:t>
            </a:r>
          </a:p>
        </p:txBody>
      </p:sp>
      <p:cxnSp>
        <p:nvCxnSpPr>
          <p:cNvPr id="8" name="Straight Connector 7">
            <a:extLst>
              <a:ext uri="{FF2B5EF4-FFF2-40B4-BE49-F238E27FC236}">
                <a16:creationId xmlns:a16="http://schemas.microsoft.com/office/drawing/2014/main" id="{D3CF07C2-D39D-4A79-9DBE-CDA1E0A5B545}"/>
              </a:ext>
              <a:ext uri="{C183D7F6-B498-43B3-948B-1728B52AA6E4}">
                <adec:decorative xmlns:adec="http://schemas.microsoft.com/office/drawing/2017/decorative" val="1"/>
              </a:ext>
            </a:extLst>
          </p:cNvPr>
          <p:cNvCxnSpPr>
            <a:cxnSpLocks/>
          </p:cNvCxnSpPr>
          <p:nvPr/>
        </p:nvCxnSpPr>
        <p:spPr>
          <a:xfrm>
            <a:off x="2737928" y="2795182"/>
            <a:ext cx="949004" cy="0"/>
          </a:xfrm>
          <a:prstGeom prst="line">
            <a:avLst/>
          </a:prstGeom>
          <a:ln w="12700" cmpd="sng">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sz="half" idx="10"/>
          </p:nvPr>
        </p:nvSpPr>
        <p:spPr/>
        <p:txBody>
          <a:bodyPr/>
          <a:lstStyle/>
          <a:p>
            <a:r>
              <a:rPr lang="en-US"/>
              <a:t>20XX</a:t>
            </a:r>
          </a:p>
          <a:p>
            <a:pPr lvl="1"/>
            <a:r>
              <a:rPr lang="en-US"/>
              <a:t>The body text is 13-point </a:t>
            </a:r>
            <a:br>
              <a:rPr lang="en-US"/>
            </a:br>
            <a:r>
              <a:rPr lang="en-US"/>
              <a:t>CVS Health Sans in Text Gray.</a:t>
            </a:r>
          </a:p>
        </p:txBody>
      </p:sp>
      <p:cxnSp>
        <p:nvCxnSpPr>
          <p:cNvPr id="9" name="Straight Connector 8">
            <a:extLst>
              <a:ext uri="{FF2B5EF4-FFF2-40B4-BE49-F238E27FC236}">
                <a16:creationId xmlns:a16="http://schemas.microsoft.com/office/drawing/2014/main" id="{4FF431EF-4DFF-4EDD-BEAA-FB12665EDE01}"/>
              </a:ext>
              <a:ext uri="{C183D7F6-B498-43B3-948B-1728B52AA6E4}">
                <adec:decorative xmlns:adec="http://schemas.microsoft.com/office/drawing/2017/decorative" val="1"/>
              </a:ext>
            </a:extLst>
          </p:cNvPr>
          <p:cNvCxnSpPr>
            <a:cxnSpLocks/>
          </p:cNvCxnSpPr>
          <p:nvPr/>
        </p:nvCxnSpPr>
        <p:spPr>
          <a:xfrm>
            <a:off x="5584760" y="2795182"/>
            <a:ext cx="949004" cy="0"/>
          </a:xfrm>
          <a:prstGeom prst="line">
            <a:avLst/>
          </a:prstGeom>
          <a:ln w="12700" cmpd="sng">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half" idx="11"/>
          </p:nvPr>
        </p:nvSpPr>
        <p:spPr/>
        <p:txBody>
          <a:bodyPr/>
          <a:lstStyle/>
          <a:p>
            <a:r>
              <a:rPr lang="en-US"/>
              <a:t>20XX</a:t>
            </a:r>
          </a:p>
          <a:p>
            <a:pPr lvl="1"/>
            <a:r>
              <a:rPr lang="en-US"/>
              <a:t>The body text is 13-point </a:t>
            </a:r>
            <a:br>
              <a:rPr lang="en-US"/>
            </a:br>
            <a:r>
              <a:rPr lang="en-US"/>
              <a:t>CVS Health Sans in Text Gray.</a:t>
            </a:r>
          </a:p>
        </p:txBody>
      </p:sp>
      <p:cxnSp>
        <p:nvCxnSpPr>
          <p:cNvPr id="10" name="Straight Connector 9">
            <a:extLst>
              <a:ext uri="{FF2B5EF4-FFF2-40B4-BE49-F238E27FC236}">
                <a16:creationId xmlns:a16="http://schemas.microsoft.com/office/drawing/2014/main" id="{BC70DF8D-6DC3-4E72-AB59-FC58AC7C47B6}"/>
              </a:ext>
              <a:ext uri="{C183D7F6-B498-43B3-948B-1728B52AA6E4}">
                <adec:decorative xmlns:adec="http://schemas.microsoft.com/office/drawing/2017/decorative" val="1"/>
              </a:ext>
            </a:extLst>
          </p:cNvPr>
          <p:cNvCxnSpPr>
            <a:cxnSpLocks/>
          </p:cNvCxnSpPr>
          <p:nvPr/>
        </p:nvCxnSpPr>
        <p:spPr>
          <a:xfrm>
            <a:off x="8431592" y="2795182"/>
            <a:ext cx="949004" cy="0"/>
          </a:xfrm>
          <a:prstGeom prst="line">
            <a:avLst/>
          </a:prstGeom>
          <a:ln w="12700" cmpd="sng">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5198786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6786E8-620B-497F-8738-55B9D1A0D3A5}"/>
              </a:ext>
            </a:extLst>
          </p:cNvPr>
          <p:cNvSpPr>
            <a:spLocks noGrp="1"/>
          </p:cNvSpPr>
          <p:nvPr>
            <p:ph type="title"/>
          </p:nvPr>
        </p:nvSpPr>
        <p:spPr/>
        <p:txBody>
          <a:bodyPr/>
          <a:lstStyle/>
          <a:p>
            <a:r>
              <a:rPr lang="en-US"/>
              <a:t>In closing</a:t>
            </a:r>
          </a:p>
        </p:txBody>
      </p:sp>
      <p:sp>
        <p:nvSpPr>
          <p:cNvPr id="5" name="Content Placeholder 4">
            <a:extLst>
              <a:ext uri="{FF2B5EF4-FFF2-40B4-BE49-F238E27FC236}">
                <a16:creationId xmlns:a16="http://schemas.microsoft.com/office/drawing/2014/main" id="{E9F52EC6-50B7-44B2-817D-42F56FFB8385}"/>
              </a:ext>
            </a:extLst>
          </p:cNvPr>
          <p:cNvSpPr>
            <a:spLocks noGrp="1"/>
          </p:cNvSpPr>
          <p:nvPr>
            <p:ph idx="1"/>
          </p:nvPr>
        </p:nvSpPr>
        <p:spPr/>
        <p:txBody>
          <a:bodyPr/>
          <a:lstStyle/>
          <a:p>
            <a:pPr>
              <a:lnSpc>
                <a:spcPct val="100000"/>
              </a:lnSpc>
            </a:pPr>
            <a:r>
              <a:rPr lang="en-US" sz="1800" b="1"/>
              <a:t>A thoughtful recap and wrap-up is essential </a:t>
            </a:r>
            <a:br>
              <a:rPr lang="en-US" sz="1800" b="1"/>
            </a:br>
            <a:r>
              <a:rPr lang="en-US" sz="1800" b="1"/>
              <a:t>and should not be overlooked</a:t>
            </a:r>
          </a:p>
          <a:p>
            <a:r>
              <a:rPr lang="en-US"/>
              <a:t>Emphasize your message:</a:t>
            </a:r>
          </a:p>
          <a:p>
            <a:pPr lvl="1"/>
            <a:r>
              <a:rPr lang="en-US"/>
              <a:t>In your opening</a:t>
            </a:r>
          </a:p>
          <a:p>
            <a:pPr lvl="1"/>
            <a:r>
              <a:rPr lang="en-US"/>
              <a:t>During the presentation</a:t>
            </a:r>
          </a:p>
          <a:p>
            <a:pPr lvl="1"/>
            <a:r>
              <a:rPr lang="en-US"/>
              <a:t>And again, in conclusion</a:t>
            </a:r>
          </a:p>
        </p:txBody>
      </p:sp>
    </p:spTree>
    <p:extLst>
      <p:ext uri="{BB962C8B-B14F-4D97-AF65-F5344CB8AC3E}">
        <p14:creationId xmlns:p14="http://schemas.microsoft.com/office/powerpoint/2010/main" val="162182102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9" name="Picture Placeholder 8" descr="A young boy riding a bike in a neighborhood with his father and sister by his side.&#10;&#10;20220612_CVS_HHT_Pauline_Richard_Shot_06_0511.">
            <a:extLst>
              <a:ext uri="{FF2B5EF4-FFF2-40B4-BE49-F238E27FC236}">
                <a16:creationId xmlns:a16="http://schemas.microsoft.com/office/drawing/2014/main" id="{C01DB1CC-B119-4EE1-BD2E-AB4AED350DB1}"/>
              </a:ext>
            </a:extLst>
          </p:cNvPr>
          <p:cNvPicPr>
            <a:picLocks noGrp="1" noChangeAspect="1"/>
          </p:cNvPicPr>
          <p:nvPr>
            <p:ph type="pic" sz="quarter" idx="16"/>
          </p:nvPr>
        </p:nvPicPr>
        <p:blipFill rotWithShape="1">
          <a:blip r:embed="rId2" cstate="screen">
            <a:extLst>
              <a:ext uri="{28A0092B-C50C-407E-A947-70E740481C1C}">
                <a14:useLocalDpi xmlns:a14="http://schemas.microsoft.com/office/drawing/2010/main"/>
              </a:ext>
            </a:extLst>
          </a:blip>
          <a:srcRect t="7791" b="7791"/>
          <a:stretch/>
        </p:blipFill>
        <p:spPr>
          <a:xfrm>
            <a:off x="0" y="0"/>
            <a:ext cx="12188825" cy="6858000"/>
          </a:xfrm>
        </p:spPr>
      </p:pic>
      <p:sp>
        <p:nvSpPr>
          <p:cNvPr id="3" name="Title 2"/>
          <p:cNvSpPr>
            <a:spLocks noGrp="1"/>
          </p:cNvSpPr>
          <p:nvPr>
            <p:ph type="title"/>
          </p:nvPr>
        </p:nvSpPr>
        <p:spPr>
          <a:xfrm>
            <a:off x="847725" y="1455234"/>
            <a:ext cx="3775075" cy="1307016"/>
          </a:xfrm>
        </p:spPr>
        <p:txBody>
          <a:bodyPr/>
          <a:lstStyle/>
          <a:p>
            <a:r>
              <a:rPr lang="en-US"/>
              <a:t>Closing slide</a:t>
            </a:r>
          </a:p>
        </p:txBody>
      </p:sp>
      <p:pic>
        <p:nvPicPr>
          <p:cNvPr id="11" name="Graphic 10" descr="CVS Health logo">
            <a:extLst>
              <a:ext uri="{FF2B5EF4-FFF2-40B4-BE49-F238E27FC236}">
                <a16:creationId xmlns:a16="http://schemas.microsoft.com/office/drawing/2014/main" id="{F7EC7188-F863-44F9-B51F-933022EF852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351008" y="6373368"/>
            <a:ext cx="1273813" cy="155448"/>
          </a:xfrm>
          <a:prstGeom prst="rect">
            <a:avLst/>
          </a:prstGeom>
        </p:spPr>
      </p:pic>
      <p:sp>
        <p:nvSpPr>
          <p:cNvPr id="8" name="Rectangle 7">
            <a:extLst>
              <a:ext uri="{FF2B5EF4-FFF2-40B4-BE49-F238E27FC236}">
                <a16:creationId xmlns:a16="http://schemas.microsoft.com/office/drawing/2014/main" id="{FB29B329-7C94-4E8C-8772-B1108374BC5B}"/>
              </a:ext>
            </a:extLst>
          </p:cNvPr>
          <p:cNvSpPr/>
          <p:nvPr/>
        </p:nvSpPr>
        <p:spPr bwMode="gray">
          <a:xfrm>
            <a:off x="12372479" y="0"/>
            <a:ext cx="2321422" cy="2069432"/>
          </a:xfrm>
          <a:prstGeom prst="rect">
            <a:avLst/>
          </a:prstGeom>
          <a:solidFill>
            <a:srgbClr val="FFFF99"/>
          </a:solidFill>
          <a:ln>
            <a:noFill/>
            <a:miter lim="800000"/>
          </a:ln>
          <a:effectLst/>
        </p:spPr>
        <p:style>
          <a:lnRef idx="1">
            <a:schemeClr val="accent1"/>
          </a:lnRef>
          <a:fillRef idx="3">
            <a:schemeClr val="accent1"/>
          </a:fillRef>
          <a:effectRef idx="2">
            <a:schemeClr val="accent1"/>
          </a:effectRef>
          <a:fontRef idx="minor">
            <a:schemeClr val="lt1"/>
          </a:fontRef>
        </p:style>
        <p:txBody>
          <a:bodyPr lIns="182880" tIns="137160" rtlCol="0" anchor="t"/>
          <a:lstStyle/>
          <a:p>
            <a:pPr>
              <a:spcAft>
                <a:spcPts val="1200"/>
              </a:spcAft>
            </a:pPr>
            <a:r>
              <a:rPr lang="en-US" sz="1300" b="1">
                <a:solidFill>
                  <a:schemeClr val="tx2"/>
                </a:solidFill>
              </a:rPr>
              <a:t>A library of additional closing slides </a:t>
            </a:r>
            <a:r>
              <a:rPr lang="en-US" sz="1300">
                <a:solidFill>
                  <a:schemeClr val="tx2"/>
                </a:solidFill>
              </a:rPr>
              <a:t>is available </a:t>
            </a:r>
            <a:br>
              <a:rPr lang="en-US" sz="1300">
                <a:solidFill>
                  <a:schemeClr val="tx2"/>
                </a:solidFill>
              </a:rPr>
            </a:br>
            <a:r>
              <a:rPr lang="en-US" sz="1300">
                <a:solidFill>
                  <a:schemeClr val="tx2"/>
                </a:solidFill>
              </a:rPr>
              <a:t>on the </a:t>
            </a:r>
            <a:r>
              <a:rPr lang="en-US" sz="1300" u="sng">
                <a:solidFill>
                  <a:srgbClr val="3F3F3F"/>
                </a:solidFill>
                <a:hlinkClick r:id="rId4"/>
              </a:rPr>
              <a:t>Brand Center</a:t>
            </a:r>
            <a:r>
              <a:rPr lang="en-US" sz="1300">
                <a:solidFill>
                  <a:srgbClr val="3F3F3F"/>
                </a:solidFill>
              </a:rPr>
              <a:t>.</a:t>
            </a:r>
          </a:p>
          <a:p>
            <a:pPr>
              <a:spcAft>
                <a:spcPts val="600"/>
              </a:spcAft>
            </a:pPr>
            <a:r>
              <a:rPr lang="en-US" sz="1300" b="0">
                <a:solidFill>
                  <a:schemeClr val="tx2"/>
                </a:solidFill>
              </a:rPr>
              <a:t>More images are available on CVS Health Assets.</a:t>
            </a:r>
          </a:p>
          <a:p>
            <a:r>
              <a:rPr lang="en-US" sz="1300" b="0">
                <a:solidFill>
                  <a:schemeClr val="tx2"/>
                </a:solidFill>
              </a:rPr>
              <a:t>Please direct questions to </a:t>
            </a:r>
          </a:p>
          <a:p>
            <a:r>
              <a:rPr lang="en-US" sz="1300" b="0" u="sng">
                <a:solidFill>
                  <a:schemeClr val="tx2"/>
                </a:solidFill>
                <a:hlinkClick r:id="rId5"/>
              </a:rPr>
              <a:t>CVSDAMSupport@</a:t>
            </a:r>
            <a:br>
              <a:rPr lang="en-US" sz="1300" b="0" u="sng">
                <a:solidFill>
                  <a:schemeClr val="tx2"/>
                </a:solidFill>
                <a:hlinkClick r:id="rId5"/>
              </a:rPr>
            </a:br>
            <a:r>
              <a:rPr lang="en-US" sz="1300" b="0" u="sng">
                <a:solidFill>
                  <a:schemeClr val="tx2"/>
                </a:solidFill>
                <a:hlinkClick r:id="rId5"/>
              </a:rPr>
              <a:t>CVSHealth.com</a:t>
            </a:r>
            <a:endParaRPr lang="en-US" sz="1300" b="0">
              <a:solidFill>
                <a:schemeClr val="tx2"/>
              </a:solidFill>
            </a:endParaRPr>
          </a:p>
        </p:txBody>
      </p:sp>
      <p:sp>
        <p:nvSpPr>
          <p:cNvPr id="7" name="Rectangle 6">
            <a:extLst>
              <a:ext uri="{FF2B5EF4-FFF2-40B4-BE49-F238E27FC236}">
                <a16:creationId xmlns:a16="http://schemas.microsoft.com/office/drawing/2014/main" id="{2B373A4E-2520-4069-9D1B-51951E8B7359}"/>
              </a:ext>
            </a:extLst>
          </p:cNvPr>
          <p:cNvSpPr/>
          <p:nvPr/>
        </p:nvSpPr>
        <p:spPr bwMode="gray">
          <a:xfrm>
            <a:off x="12388119" y="2231136"/>
            <a:ext cx="2166977" cy="2683894"/>
          </a:xfrm>
          <a:prstGeom prst="rect">
            <a:avLst/>
          </a:prstGeom>
          <a:solidFill>
            <a:schemeClr val="bg1"/>
          </a:solidFill>
          <a:ln>
            <a:noFill/>
            <a:miter lim="800000"/>
          </a:ln>
          <a:effectLst/>
        </p:spPr>
        <p:style>
          <a:lnRef idx="1">
            <a:schemeClr val="accent1"/>
          </a:lnRef>
          <a:fillRef idx="3">
            <a:schemeClr val="accent1"/>
          </a:fillRef>
          <a:effectRef idx="2">
            <a:schemeClr val="accent1"/>
          </a:effectRef>
          <a:fontRef idx="minor">
            <a:schemeClr val="lt1"/>
          </a:fontRef>
        </p:style>
        <p:txBody>
          <a:bodyPr lIns="182880" tIns="182880" rIns="91440" rtlCol="0" anchor="t"/>
          <a:lstStyle/>
          <a:p>
            <a:pPr marL="0" marR="0" lvl="0" indent="0" algn="l" defTabSz="457200" rtl="0" eaLnBrk="1" fontAlgn="auto" latinLnBrk="0" hangingPunct="1">
              <a:lnSpc>
                <a:spcPct val="90000"/>
              </a:lnSpc>
              <a:spcBef>
                <a:spcPts val="0"/>
              </a:spcBef>
              <a:spcAft>
                <a:spcPts val="0"/>
              </a:spcAft>
              <a:buClrTx/>
              <a:buSzTx/>
              <a:buFont typeface="Arial"/>
              <a:buNone/>
              <a:tabLst/>
              <a:defRPr/>
            </a:pPr>
            <a:r>
              <a:rPr kumimoji="0" lang="en-US" sz="1500" b="1" i="0" u="none" strike="noStrike" kern="1200" cap="none" spc="0" normalizeH="0" baseline="0" noProof="0">
                <a:ln>
                  <a:noFill/>
                </a:ln>
                <a:solidFill>
                  <a:srgbClr val="3F3F3F"/>
                </a:solidFill>
                <a:effectLst/>
                <a:uLnTx/>
                <a:uFillTx/>
                <a:latin typeface="CVS Health Sans"/>
                <a:ea typeface="+mn-ea"/>
                <a:cs typeface="+mn-cs"/>
              </a:rPr>
              <a:t>Accessibility</a:t>
            </a:r>
          </a:p>
          <a:p>
            <a:pPr marL="0" marR="0" lvl="0" indent="0" algn="l" defTabSz="457200" rtl="0" eaLnBrk="1" fontAlgn="auto" latinLnBrk="0" hangingPunct="1">
              <a:lnSpc>
                <a:spcPct val="90000"/>
              </a:lnSpc>
              <a:spcBef>
                <a:spcPts val="0"/>
              </a:spcBef>
              <a:spcAft>
                <a:spcPts val="600"/>
              </a:spcAft>
              <a:buClrTx/>
              <a:buSzTx/>
              <a:buFont typeface="Arial"/>
              <a:buNone/>
              <a:tabLst/>
              <a:defRPr/>
            </a:pPr>
            <a:r>
              <a:rPr kumimoji="0" lang="en-US" sz="1300" b="0" i="0" u="none" strike="noStrike" kern="1200" cap="none" spc="0" normalizeH="0" baseline="0" noProof="0">
                <a:ln>
                  <a:noFill/>
                </a:ln>
                <a:solidFill>
                  <a:srgbClr val="3F3F3F"/>
                </a:solidFill>
                <a:effectLst/>
                <a:uLnTx/>
                <a:uFillTx/>
                <a:latin typeface="CVS Health Sans"/>
                <a:ea typeface="+mn-ea"/>
                <a:cs typeface="+mn-cs"/>
              </a:rPr>
              <a:t>guidance</a:t>
            </a:r>
          </a:p>
          <a:p>
            <a:pPr marL="0" marR="0" lvl="0" indent="0" algn="l" defTabSz="457200" rtl="0" eaLnBrk="1" fontAlgn="auto" latinLnBrk="0" hangingPunct="1">
              <a:lnSpc>
                <a:spcPct val="100000"/>
              </a:lnSpc>
              <a:spcBef>
                <a:spcPts val="0"/>
              </a:spcBef>
              <a:spcAft>
                <a:spcPts val="600"/>
              </a:spcAft>
              <a:buClrTx/>
              <a:buSzTx/>
              <a:buFont typeface="Arial"/>
              <a:buNone/>
              <a:tabLst/>
              <a:defRPr/>
            </a:pPr>
            <a:r>
              <a:rPr kumimoji="0" lang="en-US" sz="1300" b="0" i="0" u="none" strike="noStrike" kern="1200" cap="none" spc="0" normalizeH="0" baseline="0" noProof="0">
                <a:ln>
                  <a:noFill/>
                </a:ln>
                <a:solidFill>
                  <a:srgbClr val="3F3F3F"/>
                </a:solidFill>
                <a:effectLst/>
                <a:uLnTx/>
                <a:uFillTx/>
                <a:latin typeface="CVS Health Sans"/>
                <a:ea typeface="+mn-ea"/>
                <a:cs typeface="+mn-cs"/>
              </a:rPr>
              <a:t>All text should have enough contrast, so it is easy to read against the background image. </a:t>
            </a:r>
          </a:p>
          <a:p>
            <a:pPr marL="0" marR="0" lvl="0" indent="0" algn="l" defTabSz="457200" rtl="0" eaLnBrk="1" fontAlgn="auto" latinLnBrk="0" hangingPunct="1">
              <a:lnSpc>
                <a:spcPct val="100000"/>
              </a:lnSpc>
              <a:spcBef>
                <a:spcPts val="0"/>
              </a:spcBef>
              <a:spcAft>
                <a:spcPts val="600"/>
              </a:spcAft>
              <a:buClrTx/>
              <a:buSzTx/>
              <a:buFont typeface="Arial"/>
              <a:buNone/>
              <a:tabLst/>
              <a:defRPr/>
            </a:pPr>
            <a:r>
              <a:rPr kumimoji="0" lang="en-US" sz="1300" b="0" i="0" u="none" strike="noStrike" kern="1200" cap="none" spc="0" normalizeH="0" baseline="0" noProof="0">
                <a:ln>
                  <a:noFill/>
                </a:ln>
                <a:solidFill>
                  <a:srgbClr val="3F3F3F"/>
                </a:solidFill>
                <a:effectLst/>
                <a:uLnTx/>
                <a:uFillTx/>
                <a:latin typeface="CVS Health Sans"/>
                <a:ea typeface="Open Sans" panose="020B0606030504020204" pitchFamily="34" charset="0"/>
                <a:cs typeface="Arial" panose="020B0604020202020204" pitchFamily="34" charset="0"/>
              </a:rPr>
              <a:t>A </a:t>
            </a:r>
            <a:r>
              <a:rPr kumimoji="0" lang="en-US" sz="1300" b="0" i="0" u="none" strike="noStrike" kern="1200" cap="none" spc="0" normalizeH="0" baseline="0" noProof="0" err="1">
                <a:ln>
                  <a:noFill/>
                </a:ln>
                <a:solidFill>
                  <a:srgbClr val="3F3F3F"/>
                </a:solidFill>
                <a:effectLst/>
                <a:uLnTx/>
                <a:uFillTx/>
                <a:latin typeface="CVS Health Sans"/>
                <a:ea typeface="Open Sans" panose="020B0606030504020204" pitchFamily="34" charset="0"/>
                <a:cs typeface="Arial" panose="020B0604020202020204" pitchFamily="34" charset="0"/>
              </a:rPr>
              <a:t>Colour</a:t>
            </a:r>
            <a:r>
              <a:rPr kumimoji="0" lang="en-US" sz="1300" b="0" i="0" u="none" strike="noStrike" kern="1200" cap="none" spc="0" normalizeH="0" baseline="0" noProof="0">
                <a:ln>
                  <a:noFill/>
                </a:ln>
                <a:solidFill>
                  <a:srgbClr val="3F3F3F"/>
                </a:solidFill>
                <a:effectLst/>
                <a:uLnTx/>
                <a:uFillTx/>
                <a:latin typeface="CVS Health Sans"/>
                <a:ea typeface="Open Sans" panose="020B0606030504020204" pitchFamily="34" charset="0"/>
                <a:cs typeface="Arial" panose="020B0604020202020204" pitchFamily="34" charset="0"/>
              </a:rPr>
              <a:t> Contrast </a:t>
            </a:r>
            <a:r>
              <a:rPr kumimoji="0" lang="en-US" sz="1300" b="0" i="0" u="none" strike="noStrike" kern="1200" cap="none" spc="0" normalizeH="0" baseline="0" noProof="0" err="1">
                <a:ln>
                  <a:noFill/>
                </a:ln>
                <a:solidFill>
                  <a:srgbClr val="3F3F3F"/>
                </a:solidFill>
                <a:effectLst/>
                <a:uLnTx/>
                <a:uFillTx/>
                <a:latin typeface="CVS Health Sans"/>
                <a:ea typeface="Open Sans" panose="020B0606030504020204" pitchFamily="34" charset="0"/>
                <a:cs typeface="Arial" panose="020B0604020202020204" pitchFamily="34" charset="0"/>
              </a:rPr>
              <a:t>Analyser</a:t>
            </a:r>
            <a:r>
              <a:rPr kumimoji="0" lang="en-US" sz="1300" b="0" i="0" u="none" strike="noStrike" kern="1200" cap="none" spc="0" normalizeH="0" baseline="0" noProof="0">
                <a:ln>
                  <a:noFill/>
                </a:ln>
                <a:solidFill>
                  <a:srgbClr val="3F3F3F"/>
                </a:solidFill>
                <a:effectLst/>
                <a:uLnTx/>
                <a:uFillTx/>
                <a:latin typeface="CVS Health Sans"/>
                <a:ea typeface="Open Sans" panose="020B0606030504020204" pitchFamily="34" charset="0"/>
                <a:cs typeface="Arial" panose="020B0604020202020204" pitchFamily="34" charset="0"/>
              </a:rPr>
              <a:t> can be used. The contrast ratio needs to pass with a ratio of no lower than 3:1.</a:t>
            </a:r>
            <a:endParaRPr kumimoji="0" lang="en-US" sz="1300" b="0" i="0" u="none" strike="noStrike" kern="1200" cap="none" spc="0" normalizeH="0" baseline="0" noProof="0">
              <a:ln>
                <a:noFill/>
              </a:ln>
              <a:solidFill>
                <a:srgbClr val="3F3F3F"/>
              </a:solidFill>
              <a:effectLst/>
              <a:uLnTx/>
              <a:uFillTx/>
              <a:latin typeface="CVS Health Sans"/>
              <a:ea typeface="+mn-ea"/>
              <a:cs typeface="+mn-cs"/>
            </a:endParaRPr>
          </a:p>
        </p:txBody>
      </p:sp>
    </p:spTree>
    <p:extLst>
      <p:ext uri="{BB962C8B-B14F-4D97-AF65-F5344CB8AC3E}">
        <p14:creationId xmlns:p14="http://schemas.microsoft.com/office/powerpoint/2010/main" val="94279626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F5C355-A4DB-4FD0-B8C7-B376C9932500}"/>
              </a:ext>
            </a:extLst>
          </p:cNvPr>
          <p:cNvSpPr>
            <a:spLocks noGrp="1"/>
          </p:cNvSpPr>
          <p:nvPr>
            <p:ph type="title"/>
          </p:nvPr>
        </p:nvSpPr>
        <p:spPr/>
        <p:txBody>
          <a:bodyPr/>
          <a:lstStyle/>
          <a:p>
            <a:r>
              <a:rPr lang="en-US"/>
              <a:t>Closing slide option</a:t>
            </a:r>
          </a:p>
        </p:txBody>
      </p:sp>
    </p:spTree>
    <p:extLst>
      <p:ext uri="{BB962C8B-B14F-4D97-AF65-F5344CB8AC3E}">
        <p14:creationId xmlns:p14="http://schemas.microsoft.com/office/powerpoint/2010/main" val="288927006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A70760C-EBA3-4EA7-8B03-34B088398F48}"/>
              </a:ext>
            </a:extLst>
          </p:cNvPr>
          <p:cNvSpPr>
            <a:spLocks noGrp="1"/>
          </p:cNvSpPr>
          <p:nvPr>
            <p:ph type="title"/>
          </p:nvPr>
        </p:nvSpPr>
        <p:spPr/>
        <p:txBody>
          <a:bodyPr anchor="b"/>
          <a:lstStyle/>
          <a:p>
            <a:r>
              <a:rPr lang="en-US"/>
              <a:t>Legal disclaimer</a:t>
            </a:r>
          </a:p>
        </p:txBody>
      </p:sp>
      <p:cxnSp>
        <p:nvCxnSpPr>
          <p:cNvPr id="5" name="Straight Connector 4">
            <a:extLst>
              <a:ext uri="{FF2B5EF4-FFF2-40B4-BE49-F238E27FC236}">
                <a16:creationId xmlns:a16="http://schemas.microsoft.com/office/drawing/2014/main" id="{4E562D25-309F-4EE7-A015-11A4DA6ED5E2}"/>
              </a:ext>
              <a:ext uri="{C183D7F6-B498-43B3-948B-1728B52AA6E4}">
                <adec:decorative xmlns:adec="http://schemas.microsoft.com/office/drawing/2017/decorative" val="1"/>
              </a:ext>
            </a:extLst>
          </p:cNvPr>
          <p:cNvCxnSpPr/>
          <p:nvPr/>
        </p:nvCxnSpPr>
        <p:spPr>
          <a:xfrm>
            <a:off x="557784" y="583892"/>
            <a:ext cx="585216" cy="0"/>
          </a:xfrm>
          <a:prstGeom prst="line">
            <a:avLst/>
          </a:prstGeom>
          <a:ln w="25400" cmpd="sng">
            <a:solidFill>
              <a:schemeClr val="accent2"/>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3CAB2602-F91D-42FA-BD35-34C7B34EE570}"/>
              </a:ext>
            </a:extLst>
          </p:cNvPr>
          <p:cNvSpPr txBox="1">
            <a:spLocks/>
          </p:cNvSpPr>
          <p:nvPr/>
        </p:nvSpPr>
        <p:spPr bwMode="gray">
          <a:xfrm>
            <a:off x="574675" y="936625"/>
            <a:ext cx="8301038" cy="2209800"/>
          </a:xfrm>
          <a:prstGeom prst="rect">
            <a:avLst/>
          </a:prstGeom>
        </p:spPr>
        <p:txBody>
          <a:bodyPr vert="horz" lIns="0" tIns="0" rIns="0" bIns="0" rtlCol="0">
            <a:noAutofit/>
          </a:bodyPr>
          <a:lstStyle>
            <a:lvl1pPr marL="0" indent="0" algn="l" defTabSz="457200" rtl="0" eaLnBrk="1" latinLnBrk="0" hangingPunct="1">
              <a:lnSpc>
                <a:spcPct val="100000"/>
              </a:lnSpc>
              <a:spcBef>
                <a:spcPts val="1800"/>
              </a:spcBef>
              <a:buClrTx/>
              <a:buFont typeface="Arial"/>
              <a:buNone/>
              <a:defRPr sz="1300" b="0" kern="1200">
                <a:solidFill>
                  <a:schemeClr val="tx2"/>
                </a:solidFill>
                <a:latin typeface="+mn-lt"/>
                <a:ea typeface="+mn-ea"/>
                <a:cs typeface="+mn-cs"/>
              </a:defRPr>
            </a:lvl1pPr>
            <a:lvl2pPr marL="171450" indent="-171450" algn="l" defTabSz="457200" rtl="0" eaLnBrk="1" latinLnBrk="0" hangingPunct="1">
              <a:lnSpc>
                <a:spcPct val="100000"/>
              </a:lnSpc>
              <a:spcBef>
                <a:spcPts val="1200"/>
              </a:spcBef>
              <a:buClrTx/>
              <a:buFont typeface="Arial"/>
              <a:buChar char="•"/>
              <a:defRPr sz="1300" kern="1200">
                <a:solidFill>
                  <a:schemeClr val="tx2"/>
                </a:solidFill>
                <a:latin typeface="+mn-lt"/>
                <a:ea typeface="+mn-ea"/>
                <a:cs typeface="+mn-cs"/>
              </a:defRPr>
            </a:lvl2pPr>
            <a:lvl3pPr marL="342900" indent="-171450" algn="l" defTabSz="457200" rtl="0" eaLnBrk="1" latinLnBrk="0" hangingPunct="1">
              <a:lnSpc>
                <a:spcPct val="100000"/>
              </a:lnSpc>
              <a:spcBef>
                <a:spcPts val="600"/>
              </a:spcBef>
              <a:buClrTx/>
              <a:buFont typeface="CVS Health Sans"/>
              <a:buChar char="–"/>
              <a:defRPr sz="1300" kern="1200" baseline="0">
                <a:solidFill>
                  <a:schemeClr val="tx2"/>
                </a:solidFill>
                <a:latin typeface="+mn-lt"/>
                <a:ea typeface="+mn-ea"/>
                <a:cs typeface="+mn-cs"/>
              </a:defRPr>
            </a:lvl3pPr>
            <a:lvl4pPr marL="514350" indent="-171450" algn="l" defTabSz="457200" rtl="0" eaLnBrk="1" latinLnBrk="0" hangingPunct="1">
              <a:lnSpc>
                <a:spcPct val="100000"/>
              </a:lnSpc>
              <a:spcBef>
                <a:spcPts val="600"/>
              </a:spcBef>
              <a:buClrTx/>
              <a:buFont typeface="Arial"/>
              <a:buChar char="•"/>
              <a:defRPr sz="1300" kern="1200">
                <a:solidFill>
                  <a:schemeClr val="tx2"/>
                </a:solidFill>
                <a:latin typeface="+mn-lt"/>
                <a:ea typeface="+mn-ea"/>
                <a:cs typeface="+mn-cs"/>
              </a:defRPr>
            </a:lvl4pPr>
            <a:lvl5pPr marL="685800" indent="-171450" algn="l" defTabSz="457200" rtl="0" eaLnBrk="1" latinLnBrk="0" hangingPunct="1">
              <a:lnSpc>
                <a:spcPct val="100000"/>
              </a:lnSpc>
              <a:spcBef>
                <a:spcPts val="600"/>
              </a:spcBef>
              <a:buClrTx/>
              <a:buFont typeface="Arial" panose="020B0604020202020204" pitchFamily="34" charset="0"/>
              <a:buChar char="–"/>
              <a:defRPr sz="1300" kern="1200" baseline="0">
                <a:solidFill>
                  <a:schemeClr val="tx2"/>
                </a:solidFill>
                <a:latin typeface="+mn-lt"/>
                <a:ea typeface="+mn-ea"/>
                <a:cs typeface="+mn-cs"/>
              </a:defRPr>
            </a:lvl5pPr>
            <a:lvl6pPr marL="857250" indent="-171450" algn="l" defTabSz="457200" rtl="0" eaLnBrk="1" latinLnBrk="0" hangingPunct="1">
              <a:lnSpc>
                <a:spcPct val="100000"/>
              </a:lnSpc>
              <a:spcBef>
                <a:spcPts val="600"/>
              </a:spcBef>
              <a:buClrTx/>
              <a:buFont typeface="Arial" panose="020B0604020202020204" pitchFamily="34" charset="0"/>
              <a:buChar char="•"/>
              <a:defRPr sz="1300" kern="1200">
                <a:solidFill>
                  <a:schemeClr val="tx2"/>
                </a:solidFill>
                <a:latin typeface="+mn-lt"/>
                <a:ea typeface="+mn-ea"/>
                <a:cs typeface="+mn-cs"/>
              </a:defRPr>
            </a:lvl6pPr>
            <a:lvl7pPr marL="1028700" indent="-165100" algn="l" defTabSz="457200" rtl="0" eaLnBrk="1" latinLnBrk="0" hangingPunct="1">
              <a:lnSpc>
                <a:spcPct val="100000"/>
              </a:lnSpc>
              <a:spcBef>
                <a:spcPts val="600"/>
              </a:spcBef>
              <a:buClrTx/>
              <a:buFont typeface="Arial" panose="020B0604020202020204" pitchFamily="34" charset="0"/>
              <a:buChar char="–"/>
              <a:defRPr sz="1300" kern="1200">
                <a:solidFill>
                  <a:schemeClr val="tx2"/>
                </a:solidFill>
                <a:latin typeface="+mn-lt"/>
                <a:ea typeface="+mn-ea"/>
                <a:cs typeface="+mn-cs"/>
              </a:defRPr>
            </a:lvl7pPr>
            <a:lvl8pPr marL="1206500" indent="-177800" algn="l" defTabSz="457200" rtl="0" eaLnBrk="1" latinLnBrk="0" hangingPunct="1">
              <a:lnSpc>
                <a:spcPct val="100000"/>
              </a:lnSpc>
              <a:spcBef>
                <a:spcPts val="600"/>
              </a:spcBef>
              <a:buClrTx/>
              <a:buFont typeface="Arial"/>
              <a:buChar char="•"/>
              <a:defRPr sz="1300" kern="1200">
                <a:solidFill>
                  <a:schemeClr val="tx2"/>
                </a:solidFill>
                <a:latin typeface="+mn-lt"/>
                <a:ea typeface="+mn-ea"/>
                <a:cs typeface="+mn-cs"/>
              </a:defRPr>
            </a:lvl8pPr>
            <a:lvl9pPr marL="1371600" indent="-165100" algn="l" defTabSz="457200" rtl="0" eaLnBrk="1" latinLnBrk="0" hangingPunct="1">
              <a:lnSpc>
                <a:spcPct val="100000"/>
              </a:lnSpc>
              <a:spcBef>
                <a:spcPts val="600"/>
              </a:spcBef>
              <a:buClrTx/>
              <a:buFont typeface="Arial" panose="020B0604020202020204" pitchFamily="34" charset="0"/>
              <a:buChar char="–"/>
              <a:defRPr sz="1300" kern="1200">
                <a:solidFill>
                  <a:schemeClr val="tx2"/>
                </a:solidFill>
                <a:latin typeface="+mn-lt"/>
                <a:ea typeface="+mn-ea"/>
                <a:cs typeface="+mn-cs"/>
              </a:defRPr>
            </a:lvl9pPr>
          </a:lstStyle>
          <a:p>
            <a:r>
              <a:rPr lang="en-US" b="1"/>
              <a:t>Enter legal or disclaimer text in this placeholder. </a:t>
            </a:r>
            <a:r>
              <a:rPr lang="en-US"/>
              <a:t>Disclaimer text can be as large as 13-point and as small as 8-point. Please choose the text size based on the amount of content balanced with respect to the viewer. </a:t>
            </a:r>
          </a:p>
          <a:p>
            <a:r>
              <a:rPr lang="en-US"/>
              <a:t>Enter legal or disclaimer text in this placeholder. Disclaimer text can be as large as 13-point and as small as </a:t>
            </a:r>
            <a:br>
              <a:rPr lang="en-US"/>
            </a:br>
            <a:r>
              <a:rPr lang="en-US"/>
              <a:t>8-point. Please choose the text size based on the amount of content balanced with respect to the viewer. Enter legal or disclaimer text in this placeholder.</a:t>
            </a:r>
          </a:p>
          <a:p>
            <a:endParaRPr lang="en-US"/>
          </a:p>
        </p:txBody>
      </p:sp>
      <p:sp>
        <p:nvSpPr>
          <p:cNvPr id="6" name="Rectangle 5">
            <a:extLst>
              <a:ext uri="{FF2B5EF4-FFF2-40B4-BE49-F238E27FC236}">
                <a16:creationId xmlns:a16="http://schemas.microsoft.com/office/drawing/2014/main" id="{B1A70EA6-80BF-4A16-9E0D-4B8E531FFBF1}"/>
              </a:ext>
            </a:extLst>
          </p:cNvPr>
          <p:cNvSpPr/>
          <p:nvPr/>
        </p:nvSpPr>
        <p:spPr bwMode="gray">
          <a:xfrm>
            <a:off x="12372479" y="0"/>
            <a:ext cx="1903959" cy="2210937"/>
          </a:xfrm>
          <a:prstGeom prst="rect">
            <a:avLst/>
          </a:prstGeom>
          <a:solidFill>
            <a:schemeClr val="bg1"/>
          </a:solidFill>
          <a:ln>
            <a:noFill/>
            <a:miter lim="800000"/>
          </a:ln>
          <a:effectLst/>
        </p:spPr>
        <p:style>
          <a:lnRef idx="1">
            <a:schemeClr val="accent1"/>
          </a:lnRef>
          <a:fillRef idx="3">
            <a:schemeClr val="accent1"/>
          </a:fillRef>
          <a:effectRef idx="2">
            <a:schemeClr val="accent1"/>
          </a:effectRef>
          <a:fontRef idx="minor">
            <a:schemeClr val="lt1"/>
          </a:fontRef>
        </p:style>
        <p:txBody>
          <a:bodyPr lIns="182880" tIns="137160" rtlCol="0" anchor="t"/>
          <a:lstStyle/>
          <a:p>
            <a:pPr marL="0" lvl="1">
              <a:lnSpc>
                <a:spcPct val="95000"/>
              </a:lnSpc>
              <a:spcAft>
                <a:spcPts val="600"/>
              </a:spcAft>
            </a:pPr>
            <a:r>
              <a:rPr lang="en-US" sz="1500" b="1">
                <a:solidFill>
                  <a:schemeClr val="tx2"/>
                </a:solidFill>
              </a:rPr>
              <a:t>Accessibility </a:t>
            </a:r>
            <a:br>
              <a:rPr lang="en-US" sz="1500" b="1">
                <a:solidFill>
                  <a:schemeClr val="tx2"/>
                </a:solidFill>
              </a:rPr>
            </a:br>
            <a:r>
              <a:rPr lang="en-US" sz="1300">
                <a:solidFill>
                  <a:schemeClr val="tx2"/>
                </a:solidFill>
              </a:rPr>
              <a:t>guidance</a:t>
            </a:r>
          </a:p>
          <a:p>
            <a:pPr marL="0" lvl="1">
              <a:lnSpc>
                <a:spcPct val="105000"/>
              </a:lnSpc>
              <a:spcAft>
                <a:spcPts val="600"/>
              </a:spcAft>
            </a:pPr>
            <a:r>
              <a:rPr lang="en-US" sz="1300">
                <a:solidFill>
                  <a:schemeClr val="tx2"/>
                </a:solidFill>
              </a:rPr>
              <a:t>A title is included outside the slide frame at the top left. Remember to change this title to provide a description of the slide content.</a:t>
            </a:r>
          </a:p>
        </p:txBody>
      </p:sp>
    </p:spTree>
    <p:extLst>
      <p:ext uri="{BB962C8B-B14F-4D97-AF65-F5344CB8AC3E}">
        <p14:creationId xmlns:p14="http://schemas.microsoft.com/office/powerpoint/2010/main" val="292944062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DB2845C-45B5-4BD0-9C46-0CE83B5271D4}"/>
              </a:ext>
            </a:extLst>
          </p:cNvPr>
          <p:cNvSpPr>
            <a:spLocks noGrp="1"/>
          </p:cNvSpPr>
          <p:nvPr>
            <p:ph type="title"/>
          </p:nvPr>
        </p:nvSpPr>
        <p:spPr/>
        <p:txBody>
          <a:bodyPr/>
          <a:lstStyle/>
          <a:p>
            <a:r>
              <a:rPr lang="en-US"/>
              <a:t>CVS Health logo on white background</a:t>
            </a:r>
          </a:p>
        </p:txBody>
      </p:sp>
      <p:sp>
        <p:nvSpPr>
          <p:cNvPr id="4" name="Rectangle 3">
            <a:extLst>
              <a:ext uri="{FF2B5EF4-FFF2-40B4-BE49-F238E27FC236}">
                <a16:creationId xmlns:a16="http://schemas.microsoft.com/office/drawing/2014/main" id="{6D0D6396-E999-4588-9E1A-611416631EC1}"/>
              </a:ext>
            </a:extLst>
          </p:cNvPr>
          <p:cNvSpPr/>
          <p:nvPr/>
        </p:nvSpPr>
        <p:spPr bwMode="gray">
          <a:xfrm>
            <a:off x="12372477" y="0"/>
            <a:ext cx="1913794" cy="1378424"/>
          </a:xfrm>
          <a:prstGeom prst="rect">
            <a:avLst/>
          </a:prstGeom>
          <a:solidFill>
            <a:schemeClr val="bg1"/>
          </a:solidFill>
          <a:ln>
            <a:noFill/>
            <a:miter lim="800000"/>
          </a:ln>
          <a:effectLst/>
        </p:spPr>
        <p:style>
          <a:lnRef idx="1">
            <a:schemeClr val="accent1"/>
          </a:lnRef>
          <a:fillRef idx="3">
            <a:schemeClr val="accent1"/>
          </a:fillRef>
          <a:effectRef idx="2">
            <a:schemeClr val="accent1"/>
          </a:effectRef>
          <a:fontRef idx="minor">
            <a:schemeClr val="lt1"/>
          </a:fontRef>
        </p:style>
        <p:txBody>
          <a:bodyPr lIns="182880" tIns="137160" rtlCol="0" anchor="t"/>
          <a:lstStyle/>
          <a:p>
            <a:pPr marL="0" lvl="1">
              <a:lnSpc>
                <a:spcPct val="105000"/>
              </a:lnSpc>
              <a:spcAft>
                <a:spcPts val="600"/>
              </a:spcAft>
            </a:pPr>
            <a:r>
              <a:rPr lang="en-US" sz="1300" b="1">
                <a:solidFill>
                  <a:schemeClr val="tx2"/>
                </a:solidFill>
              </a:rPr>
              <a:t>Accessibility </a:t>
            </a:r>
            <a:r>
              <a:rPr lang="en-US" sz="1300">
                <a:solidFill>
                  <a:schemeClr val="tx2"/>
                </a:solidFill>
              </a:rPr>
              <a:t>guidance</a:t>
            </a:r>
          </a:p>
          <a:p>
            <a:pPr marL="0" lvl="1">
              <a:lnSpc>
                <a:spcPct val="105000"/>
              </a:lnSpc>
              <a:spcAft>
                <a:spcPts val="600"/>
              </a:spcAft>
            </a:pPr>
            <a:r>
              <a:rPr lang="en-US" sz="1300">
                <a:solidFill>
                  <a:schemeClr val="tx2"/>
                </a:solidFill>
              </a:rPr>
              <a:t>A title is included at the top of this slide outside of the frame.</a:t>
            </a:r>
          </a:p>
        </p:txBody>
      </p:sp>
    </p:spTree>
    <p:extLst>
      <p:ext uri="{BB962C8B-B14F-4D97-AF65-F5344CB8AC3E}">
        <p14:creationId xmlns:p14="http://schemas.microsoft.com/office/powerpoint/2010/main" val="3197053842"/>
      </p:ext>
    </p:extLst>
  </p:cSld>
  <p:clrMapOvr>
    <a:masterClrMapping/>
  </p:clrMapOvr>
</p:sld>
</file>

<file path=ppt/theme/theme1.xml><?xml version="1.0" encoding="utf-8"?>
<a:theme xmlns:a="http://schemas.openxmlformats.org/drawingml/2006/main" name="CVS_Health_PPT_Everyday_Widescreen_Template">
  <a:themeElements>
    <a:clrScheme name="CVS Health">
      <a:dk1>
        <a:srgbClr val="000000"/>
      </a:dk1>
      <a:lt1>
        <a:sysClr val="window" lastClr="FFFFFF"/>
      </a:lt1>
      <a:dk2>
        <a:srgbClr val="3F3F3F"/>
      </a:dk2>
      <a:lt2>
        <a:srgbClr val="C0C0C0"/>
      </a:lt2>
      <a:accent1>
        <a:srgbClr val="9E0000"/>
      </a:accent1>
      <a:accent2>
        <a:srgbClr val="CC0000"/>
      </a:accent2>
      <a:accent3>
        <a:srgbClr val="E94D4D"/>
      </a:accent3>
      <a:accent4>
        <a:srgbClr val="F7978D"/>
      </a:accent4>
      <a:accent5>
        <a:srgbClr val="646464"/>
      </a:accent5>
      <a:accent6>
        <a:srgbClr val="868686"/>
      </a:accent6>
      <a:hlink>
        <a:srgbClr val="3F3F3F"/>
      </a:hlink>
      <a:folHlink>
        <a:srgbClr val="A5A5A5"/>
      </a:folHlink>
    </a:clrScheme>
    <a:fontScheme name="CVS Fonts">
      <a:majorFont>
        <a:latin typeface="CVS Health Sans"/>
        <a:ea typeface=""/>
        <a:cs typeface=""/>
      </a:majorFont>
      <a:minorFont>
        <a:latin typeface="CVS Health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5"/>
        </a:solidFill>
        <a:ln>
          <a:noFill/>
          <a:miter lim="800000"/>
        </a:ln>
        <a:effectLst/>
      </a:spPr>
      <a:bodyPr rtlCol="0" anchor="ctr"/>
      <a:lstStyle>
        <a:defPPr algn="ctr">
          <a:defRPr sz="1500" b="1" dirty="0">
            <a:solidFill>
              <a:schemeClr val="bg1"/>
            </a:solidFill>
          </a:defRPr>
        </a:defPPr>
      </a:lstStyle>
      <a:style>
        <a:lnRef idx="1">
          <a:schemeClr val="accent1"/>
        </a:lnRef>
        <a:fillRef idx="3">
          <a:schemeClr val="accent1"/>
        </a:fillRef>
        <a:effectRef idx="2">
          <a:schemeClr val="accent1"/>
        </a:effectRef>
        <a:fontRef idx="minor">
          <a:schemeClr val="lt1"/>
        </a:fontRef>
      </a:style>
    </a:spDef>
    <a:lnDef>
      <a:spPr>
        <a:ln w="12700" cmpd="sng">
          <a:solidFill>
            <a:schemeClr val="accent6"/>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defRPr sz="1500" dirty="0" smtClean="0">
            <a:solidFill>
              <a:schemeClr val="tx2"/>
            </a:solidFill>
          </a:defRPr>
        </a:defPPr>
      </a:lstStyle>
    </a:txDef>
  </a:objectDefaults>
  <a:extraClrSchemeLst/>
  <a:custClrLst>
    <a:custClr name="CVS Health Red">
      <a:srgbClr val="CC0000"/>
    </a:custClr>
    <a:custClr name="PPT Red Dark">
      <a:srgbClr val="9E0000"/>
    </a:custClr>
    <a:custClr name="Gray Extralight">
      <a:srgbClr val="E9E9E9"/>
    </a:custClr>
    <a:custClr name="PPT Gray Light">
      <a:srgbClr val="C0C0C0"/>
    </a:custClr>
    <a:custClr name="PPT Gray Medium">
      <a:srgbClr val="868686"/>
    </a:custClr>
    <a:custClr name="PPT Gray Dark">
      <a:srgbClr val="646464"/>
    </a:custClr>
    <a:custClr name="Aetna Violet">
      <a:srgbClr val="7D3F98"/>
    </a:custClr>
    <a:custClr name="PPT Violet Dark">
      <a:srgbClr val="563D82"/>
    </a:custClr>
    <a:custClr name="Navy Light">
      <a:srgbClr val="0A4B8C"/>
    </a:custClr>
    <a:custClr name="Navy">
      <a:srgbClr val="0B315E"/>
    </a:custClr>
    <a:custClr name="Navy Light">
      <a:srgbClr val="0A4B8C"/>
    </a:custClr>
    <a:custClr name="PPT Blue Dark">
      <a:srgbClr val="267AC0"/>
    </a:custClr>
    <a:custClr name="PPT Teal Extradark">
      <a:srgbClr val="00787E"/>
    </a:custClr>
    <a:custClr name="Teal Dark">
      <a:srgbClr val="00A78E"/>
    </a:custClr>
    <a:custClr name="PPT Gray Dark">
      <a:srgbClr val="646464"/>
    </a:custClr>
    <a:custClr name="PPT Gray Medium">
      <a:srgbClr val="868686"/>
    </a:custClr>
    <a:custClr name="PPT Green Extradark">
      <a:srgbClr val="487A10"/>
    </a:custClr>
    <a:custClr name="Green Dark">
      <a:srgbClr val="61A515"/>
    </a:custClr>
    <a:custClr name="PPT Orange Extradark">
      <a:srgbClr val="CE430C"/>
    </a:custClr>
    <a:custClr name="Orange Dark">
      <a:srgbClr val="F4642A"/>
    </a:custClr>
  </a:custClrLst>
  <a:extLst>
    <a:ext uri="{05A4C25C-085E-4340-85A3-A5531E510DB2}">
      <thm15:themeFamily xmlns:thm15="http://schemas.microsoft.com/office/thememl/2012/main" name="CVS_Health_Everyday_Widescreen_Template_01_2024.pptx" id="{5CA5D1FB-423B-4DB9-AA4A-1D74D36661A3}" vid="{1C619D71-CCC8-452F-82D4-26D04016AD60}"/>
    </a:ext>
  </a:extLst>
</a:theme>
</file>

<file path=ppt/theme/theme2.xml><?xml version="1.0" encoding="utf-8"?>
<a:theme xmlns:a="http://schemas.openxmlformats.org/drawingml/2006/main" name="Office Theme">
  <a:themeElements>
    <a:clrScheme name="Custom 97">
      <a:dk1>
        <a:sysClr val="windowText" lastClr="000000"/>
      </a:dk1>
      <a:lt1>
        <a:sysClr val="window" lastClr="FFFFFF"/>
      </a:lt1>
      <a:dk2>
        <a:srgbClr val="3F3F3F"/>
      </a:dk2>
      <a:lt2>
        <a:srgbClr val="C0C0C0"/>
      </a:lt2>
      <a:accent1>
        <a:srgbClr val="9E0000"/>
      </a:accent1>
      <a:accent2>
        <a:srgbClr val="CC0000"/>
      </a:accent2>
      <a:accent3>
        <a:srgbClr val="E94D4D"/>
      </a:accent3>
      <a:accent4>
        <a:srgbClr val="F7978D"/>
      </a:accent4>
      <a:accent5>
        <a:srgbClr val="646464"/>
      </a:accent5>
      <a:accent6>
        <a:srgbClr val="868686"/>
      </a:accent6>
      <a:hlink>
        <a:srgbClr val="3F3F3F"/>
      </a:hlink>
      <a:folHlink>
        <a:srgbClr val="A5A5A5"/>
      </a:folHlink>
    </a:clrScheme>
    <a:fontScheme name="Custom 10">
      <a:majorFont>
        <a:latin typeface="CVS Health Sans"/>
        <a:ea typeface=""/>
        <a:cs typeface=""/>
      </a:majorFont>
      <a:minorFont>
        <a:latin typeface="CVS Health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2"/>
        </a:solidFill>
        <a:ln>
          <a:noFill/>
        </a:ln>
        <a:effectLst/>
      </a:spPr>
      <a:bodyPr rtlCol="0" anchor="ctr"/>
      <a:lstStyle>
        <a:defPPr algn="ctr">
          <a:defRPr b="1" dirty="0" err="1" smtClean="0">
            <a:latin typeface="+mn-lt"/>
          </a:defRPr>
        </a:defPPr>
      </a:lstStyle>
      <a:style>
        <a:lnRef idx="1">
          <a:schemeClr val="accent1"/>
        </a:lnRef>
        <a:fillRef idx="3">
          <a:schemeClr val="accent1"/>
        </a:fillRef>
        <a:effectRef idx="2">
          <a:schemeClr val="accent1"/>
        </a:effectRef>
        <a:fontRef idx="minor">
          <a:schemeClr val="lt1"/>
        </a:fontRef>
      </a:style>
    </a:spDef>
    <a:lnDef>
      <a:spPr>
        <a:ln w="12700">
          <a:solidFill>
            <a:schemeClr val="accent6"/>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a:defRPr sz="1400" dirty="0" err="1" smtClean="0">
            <a:solidFill>
              <a:schemeClr val="tx2"/>
            </a:solidFill>
          </a:defRPr>
        </a:defPPr>
      </a:lstStyle>
    </a:txDef>
  </a:objectDefaults>
  <a:extraClrSchemeLst/>
</a:theme>
</file>

<file path=ppt/theme/theme3.xml><?xml version="1.0" encoding="utf-8"?>
<a:theme xmlns:a="http://schemas.openxmlformats.org/drawingml/2006/main" name="Office Theme">
  <a:themeElements>
    <a:clrScheme name="Custom 96">
      <a:dk1>
        <a:sysClr val="windowText" lastClr="000000"/>
      </a:dk1>
      <a:lt1>
        <a:sysClr val="window" lastClr="FFFFFF"/>
      </a:lt1>
      <a:dk2>
        <a:srgbClr val="3F3F3F"/>
      </a:dk2>
      <a:lt2>
        <a:srgbClr val="C0C0C0"/>
      </a:lt2>
      <a:accent1>
        <a:srgbClr val="9E0000"/>
      </a:accent1>
      <a:accent2>
        <a:srgbClr val="CC0000"/>
      </a:accent2>
      <a:accent3>
        <a:srgbClr val="E94D4D"/>
      </a:accent3>
      <a:accent4>
        <a:srgbClr val="F7978D"/>
      </a:accent4>
      <a:accent5>
        <a:srgbClr val="646464"/>
      </a:accent5>
      <a:accent6>
        <a:srgbClr val="868686"/>
      </a:accent6>
      <a:hlink>
        <a:srgbClr val="3F3F3F"/>
      </a:hlink>
      <a:folHlink>
        <a:srgbClr val="A5A5A5"/>
      </a:folHlink>
    </a:clrScheme>
    <a:fontScheme name="Custom 10">
      <a:majorFont>
        <a:latin typeface="CVS Health Sans"/>
        <a:ea typeface=""/>
        <a:cs typeface=""/>
      </a:majorFont>
      <a:minorFont>
        <a:latin typeface="CVS Health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2"/>
        </a:solidFill>
        <a:ln>
          <a:noFill/>
        </a:ln>
        <a:effectLst/>
      </a:spPr>
      <a:bodyPr rtlCol="0" anchor="ctr"/>
      <a:lstStyle>
        <a:defPPr algn="ctr">
          <a:defRPr b="1" dirty="0" err="1" smtClean="0">
            <a:solidFill>
              <a:schemeClr val="bg1"/>
            </a:solidFill>
            <a:latin typeface="Arial" panose="020B0604020202020204" pitchFamily="34" charset="0"/>
            <a:cs typeface="Arial" panose="020B0604020202020204" pitchFamily="34" charset="0"/>
          </a:defRPr>
        </a:defPPr>
      </a:lstStyle>
      <a:style>
        <a:lnRef idx="1">
          <a:schemeClr val="accent1"/>
        </a:lnRef>
        <a:fillRef idx="3">
          <a:schemeClr val="accent1"/>
        </a:fillRef>
        <a:effectRef idx="2">
          <a:schemeClr val="accent1"/>
        </a:effectRef>
        <a:fontRef idx="minor">
          <a:schemeClr val="lt1"/>
        </a:fontRef>
      </a:style>
    </a:spDef>
    <a:lnDef>
      <a:spPr>
        <a:ln w="12700">
          <a:solidFill>
            <a:schemeClr val="accent6"/>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a:defRPr sz="1400" dirty="0" err="1" smtClean="0">
            <a:solidFill>
              <a:schemeClr val="tx2"/>
            </a:solidFill>
            <a:latin typeface="Arial" panose="020B0604020202020204" pitchFamily="34" charset="0"/>
            <a:cs typeface="Arial" panose="020B0604020202020204" pitchFamily="34" charset="0"/>
          </a:defRPr>
        </a:defPPr>
      </a:lstStyle>
    </a:txDef>
  </a:objectDefaults>
  <a:extraClrSchemeLst/>
</a:theme>
</file>

<file path=ppt/theme/themeOverride1.xml><?xml version="1.0" encoding="utf-8"?>
<a:themeOverride xmlns:a="http://schemas.openxmlformats.org/drawingml/2006/main">
  <a:clrScheme name="CVS Chart Colors">
    <a:dk1>
      <a:srgbClr val="000000"/>
    </a:dk1>
    <a:lt1>
      <a:sysClr val="window" lastClr="FFFFFF"/>
    </a:lt1>
    <a:dk2>
      <a:srgbClr val="3F3F3F"/>
    </a:dk2>
    <a:lt2>
      <a:srgbClr val="C0C0C0"/>
    </a:lt2>
    <a:accent1>
      <a:srgbClr val="0A4B8C"/>
    </a:accent1>
    <a:accent2>
      <a:srgbClr val="267AC0"/>
    </a:accent2>
    <a:accent3>
      <a:srgbClr val="00787E"/>
    </a:accent3>
    <a:accent4>
      <a:srgbClr val="00A78E"/>
    </a:accent4>
    <a:accent5>
      <a:srgbClr val="646464"/>
    </a:accent5>
    <a:accent6>
      <a:srgbClr val="868686"/>
    </a:accent6>
    <a:hlink>
      <a:srgbClr val="3F3F3F"/>
    </a:hlink>
    <a:folHlink>
      <a:srgbClr val="A5A5A5"/>
    </a:folHlink>
  </a:clrScheme>
  <a:fontScheme name="CVS Fonts">
    <a:majorFont>
      <a:latin typeface="CVS Health Sans"/>
      <a:ea typeface=""/>
      <a:cs typeface=""/>
    </a:majorFont>
    <a:minorFont>
      <a:latin typeface="CVS Health Sans"/>
      <a:ea typeface=""/>
      <a:cs typeface=""/>
    </a:minorFont>
  </a:fontScheme>
  <a:fmtScheme name="Flat">
    <a:fillStyleLst>
      <a:solidFill>
        <a:schemeClr val="phClr"/>
      </a:solidFill>
      <a:solidFill>
        <a:schemeClr val="phClr">
          <a:tint val="50000"/>
        </a:schemeClr>
      </a:solidFill>
      <a:solidFill>
        <a:schemeClr val="phClr">
          <a:shade val="65000"/>
        </a:schemeClr>
      </a:solidFill>
    </a:fillStyleLst>
    <a:lnStyleLst>
      <a:ln w="3175" cap="flat" cmpd="sng" algn="ctr">
        <a:solidFill>
          <a:schemeClr val="phClr">
            <a:shade val="65000"/>
          </a:schemeClr>
        </a:solidFill>
        <a:prstDash val="solid"/>
      </a:ln>
      <a:ln w="3175" cap="flat" cmpd="sng" algn="ctr">
        <a:solidFill>
          <a:schemeClr val="phClr"/>
        </a:solidFill>
        <a:prstDash val="solid"/>
      </a:ln>
      <a:ln w="0" cap="flat" cmpd="sng" algn="ctr">
        <a:noFill/>
      </a:ln>
    </a:lnStyleLst>
    <a:effectStyleLst>
      <a:effectStyle>
        <a:effectLst>
          <a:blur/>
        </a:effectLst>
      </a:effectStyle>
      <a:effectStyle>
        <a:effectLst>
          <a:blur/>
        </a:effectLst>
      </a:effectStyle>
      <a:effectStyle>
        <a:effectLst>
          <a:fillOverlay blend="darken">
            <a:solidFill>
              <a:schemeClr val="phClr">
                <a:shade val="30000"/>
              </a:schemeClr>
            </a:solidFill>
          </a:fillOverlay>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2.xml><?xml version="1.0" encoding="utf-8"?>
<a:themeOverride xmlns:a="http://schemas.openxmlformats.org/drawingml/2006/main">
  <a:clrScheme name="CVS Chart Colors">
    <a:dk1>
      <a:srgbClr val="000000"/>
    </a:dk1>
    <a:lt1>
      <a:sysClr val="window" lastClr="FFFFFF"/>
    </a:lt1>
    <a:dk2>
      <a:srgbClr val="3F3F3F"/>
    </a:dk2>
    <a:lt2>
      <a:srgbClr val="C0C0C0"/>
    </a:lt2>
    <a:accent1>
      <a:srgbClr val="0A4B8C"/>
    </a:accent1>
    <a:accent2>
      <a:srgbClr val="267AC0"/>
    </a:accent2>
    <a:accent3>
      <a:srgbClr val="00787E"/>
    </a:accent3>
    <a:accent4>
      <a:srgbClr val="00A78E"/>
    </a:accent4>
    <a:accent5>
      <a:srgbClr val="646464"/>
    </a:accent5>
    <a:accent6>
      <a:srgbClr val="868686"/>
    </a:accent6>
    <a:hlink>
      <a:srgbClr val="3F3F3F"/>
    </a:hlink>
    <a:folHlink>
      <a:srgbClr val="A5A5A5"/>
    </a:folHlink>
  </a:clrScheme>
  <a:fontScheme name="CVS Fonts">
    <a:majorFont>
      <a:latin typeface="CVS Health Sans"/>
      <a:ea typeface=""/>
      <a:cs typeface=""/>
    </a:majorFont>
    <a:minorFont>
      <a:latin typeface="CVS Health Sans"/>
      <a:ea typeface=""/>
      <a:cs typeface=""/>
    </a:minorFont>
  </a:fontScheme>
  <a:fmtScheme name="Flat">
    <a:fillStyleLst>
      <a:solidFill>
        <a:schemeClr val="phClr"/>
      </a:solidFill>
      <a:solidFill>
        <a:schemeClr val="phClr">
          <a:tint val="50000"/>
        </a:schemeClr>
      </a:solidFill>
      <a:solidFill>
        <a:schemeClr val="phClr">
          <a:shade val="65000"/>
        </a:schemeClr>
      </a:solidFill>
    </a:fillStyleLst>
    <a:lnStyleLst>
      <a:ln w="3175" cap="flat" cmpd="sng" algn="ctr">
        <a:solidFill>
          <a:schemeClr val="phClr">
            <a:shade val="65000"/>
          </a:schemeClr>
        </a:solidFill>
        <a:prstDash val="solid"/>
      </a:ln>
      <a:ln w="3175" cap="flat" cmpd="sng" algn="ctr">
        <a:solidFill>
          <a:schemeClr val="phClr"/>
        </a:solidFill>
        <a:prstDash val="solid"/>
      </a:ln>
      <a:ln w="0" cap="flat" cmpd="sng" algn="ctr">
        <a:noFill/>
      </a:ln>
    </a:lnStyleLst>
    <a:effectStyleLst>
      <a:effectStyle>
        <a:effectLst>
          <a:blur/>
        </a:effectLst>
      </a:effectStyle>
      <a:effectStyle>
        <a:effectLst>
          <a:blur/>
        </a:effectLst>
      </a:effectStyle>
      <a:effectStyle>
        <a:effectLst>
          <a:fillOverlay blend="darken">
            <a:solidFill>
              <a:schemeClr val="phClr">
                <a:shade val="30000"/>
              </a:schemeClr>
            </a:solidFill>
          </a:fillOverlay>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3.xml><?xml version="1.0" encoding="utf-8"?>
<a:themeOverride xmlns:a="http://schemas.openxmlformats.org/drawingml/2006/main">
  <a:clrScheme name="CVS Chart Colors">
    <a:dk1>
      <a:srgbClr val="000000"/>
    </a:dk1>
    <a:lt1>
      <a:sysClr val="window" lastClr="FFFFFF"/>
    </a:lt1>
    <a:dk2>
      <a:srgbClr val="3F3F3F"/>
    </a:dk2>
    <a:lt2>
      <a:srgbClr val="C0C0C0"/>
    </a:lt2>
    <a:accent1>
      <a:srgbClr val="0A4B8C"/>
    </a:accent1>
    <a:accent2>
      <a:srgbClr val="267AC0"/>
    </a:accent2>
    <a:accent3>
      <a:srgbClr val="00787E"/>
    </a:accent3>
    <a:accent4>
      <a:srgbClr val="00A78E"/>
    </a:accent4>
    <a:accent5>
      <a:srgbClr val="646464"/>
    </a:accent5>
    <a:accent6>
      <a:srgbClr val="868686"/>
    </a:accent6>
    <a:hlink>
      <a:srgbClr val="3F3F3F"/>
    </a:hlink>
    <a:folHlink>
      <a:srgbClr val="A5A5A5"/>
    </a:folHlink>
  </a:clrScheme>
  <a:fontScheme name="CVS Fonts">
    <a:majorFont>
      <a:latin typeface="CVS Health Sans"/>
      <a:ea typeface=""/>
      <a:cs typeface=""/>
    </a:majorFont>
    <a:minorFont>
      <a:latin typeface="CVS Health Sans"/>
      <a:ea typeface=""/>
      <a:cs typeface=""/>
    </a:minorFont>
  </a:fontScheme>
  <a:fmtScheme name="Flat">
    <a:fillStyleLst>
      <a:solidFill>
        <a:schemeClr val="phClr"/>
      </a:solidFill>
      <a:solidFill>
        <a:schemeClr val="phClr">
          <a:tint val="50000"/>
        </a:schemeClr>
      </a:solidFill>
      <a:solidFill>
        <a:schemeClr val="phClr">
          <a:shade val="65000"/>
        </a:schemeClr>
      </a:solidFill>
    </a:fillStyleLst>
    <a:lnStyleLst>
      <a:ln w="3175" cap="flat" cmpd="sng" algn="ctr">
        <a:solidFill>
          <a:schemeClr val="phClr">
            <a:shade val="65000"/>
          </a:schemeClr>
        </a:solidFill>
        <a:prstDash val="solid"/>
      </a:ln>
      <a:ln w="3175" cap="flat" cmpd="sng" algn="ctr">
        <a:solidFill>
          <a:schemeClr val="phClr"/>
        </a:solidFill>
        <a:prstDash val="solid"/>
      </a:ln>
      <a:ln w="0" cap="flat" cmpd="sng" algn="ctr">
        <a:noFill/>
      </a:ln>
    </a:lnStyleLst>
    <a:effectStyleLst>
      <a:effectStyle>
        <a:effectLst>
          <a:blur/>
        </a:effectLst>
      </a:effectStyle>
      <a:effectStyle>
        <a:effectLst>
          <a:blur/>
        </a:effectLst>
      </a:effectStyle>
      <a:effectStyle>
        <a:effectLst>
          <a:fillOverlay blend="darken">
            <a:solidFill>
              <a:schemeClr val="phClr">
                <a:shade val="30000"/>
              </a:schemeClr>
            </a:solidFill>
          </a:fillOverlay>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4.xml><?xml version="1.0" encoding="utf-8"?>
<a:themeOverride xmlns:a="http://schemas.openxmlformats.org/drawingml/2006/main">
  <a:clrScheme name="CVS Chart Colors">
    <a:dk1>
      <a:srgbClr val="000000"/>
    </a:dk1>
    <a:lt1>
      <a:sysClr val="window" lastClr="FFFFFF"/>
    </a:lt1>
    <a:dk2>
      <a:srgbClr val="3F3F3F"/>
    </a:dk2>
    <a:lt2>
      <a:srgbClr val="C0C0C0"/>
    </a:lt2>
    <a:accent1>
      <a:srgbClr val="0A4B8C"/>
    </a:accent1>
    <a:accent2>
      <a:srgbClr val="267AC0"/>
    </a:accent2>
    <a:accent3>
      <a:srgbClr val="00787E"/>
    </a:accent3>
    <a:accent4>
      <a:srgbClr val="00A78E"/>
    </a:accent4>
    <a:accent5>
      <a:srgbClr val="646464"/>
    </a:accent5>
    <a:accent6>
      <a:srgbClr val="868686"/>
    </a:accent6>
    <a:hlink>
      <a:srgbClr val="3F3F3F"/>
    </a:hlink>
    <a:folHlink>
      <a:srgbClr val="A5A5A5"/>
    </a:folHlink>
  </a:clrScheme>
  <a:fontScheme name="CVS Fonts">
    <a:majorFont>
      <a:latin typeface="CVS Health Sans"/>
      <a:ea typeface=""/>
      <a:cs typeface=""/>
    </a:majorFont>
    <a:minorFont>
      <a:latin typeface="CVS Health Sans"/>
      <a:ea typeface=""/>
      <a:cs typeface=""/>
    </a:minorFont>
  </a:fontScheme>
  <a:fmtScheme name="Flat">
    <a:fillStyleLst>
      <a:solidFill>
        <a:schemeClr val="phClr"/>
      </a:solidFill>
      <a:solidFill>
        <a:schemeClr val="phClr">
          <a:tint val="50000"/>
        </a:schemeClr>
      </a:solidFill>
      <a:solidFill>
        <a:schemeClr val="phClr">
          <a:shade val="65000"/>
        </a:schemeClr>
      </a:solidFill>
    </a:fillStyleLst>
    <a:lnStyleLst>
      <a:ln w="3175" cap="flat" cmpd="sng" algn="ctr">
        <a:solidFill>
          <a:schemeClr val="phClr">
            <a:shade val="65000"/>
          </a:schemeClr>
        </a:solidFill>
        <a:prstDash val="solid"/>
      </a:ln>
      <a:ln w="3175" cap="flat" cmpd="sng" algn="ctr">
        <a:solidFill>
          <a:schemeClr val="phClr"/>
        </a:solidFill>
        <a:prstDash val="solid"/>
      </a:ln>
      <a:ln w="0" cap="flat" cmpd="sng" algn="ctr">
        <a:noFill/>
      </a:ln>
    </a:lnStyleLst>
    <a:effectStyleLst>
      <a:effectStyle>
        <a:effectLst>
          <a:blur/>
        </a:effectLst>
      </a:effectStyle>
      <a:effectStyle>
        <a:effectLst>
          <a:blur/>
        </a:effectLst>
      </a:effectStyle>
      <a:effectStyle>
        <a:effectLst>
          <a:fillOverlay blend="darken">
            <a:solidFill>
              <a:schemeClr val="phClr">
                <a:shade val="30000"/>
              </a:schemeClr>
            </a:solidFill>
          </a:fillOverlay>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5.xml><?xml version="1.0" encoding="utf-8"?>
<a:themeOverride xmlns:a="http://schemas.openxmlformats.org/drawingml/2006/main">
  <a:clrScheme name="CVS Chart Colors">
    <a:dk1>
      <a:srgbClr val="000000"/>
    </a:dk1>
    <a:lt1>
      <a:sysClr val="window" lastClr="FFFFFF"/>
    </a:lt1>
    <a:dk2>
      <a:srgbClr val="3F3F3F"/>
    </a:dk2>
    <a:lt2>
      <a:srgbClr val="C0C0C0"/>
    </a:lt2>
    <a:accent1>
      <a:srgbClr val="0A4B8C"/>
    </a:accent1>
    <a:accent2>
      <a:srgbClr val="267AC0"/>
    </a:accent2>
    <a:accent3>
      <a:srgbClr val="00787E"/>
    </a:accent3>
    <a:accent4>
      <a:srgbClr val="00A78E"/>
    </a:accent4>
    <a:accent5>
      <a:srgbClr val="646464"/>
    </a:accent5>
    <a:accent6>
      <a:srgbClr val="868686"/>
    </a:accent6>
    <a:hlink>
      <a:srgbClr val="3F3F3F"/>
    </a:hlink>
    <a:folHlink>
      <a:srgbClr val="A5A5A5"/>
    </a:folHlink>
  </a:clrScheme>
  <a:fontScheme name="CVS Fonts">
    <a:majorFont>
      <a:latin typeface="CVS Health Sans"/>
      <a:ea typeface=""/>
      <a:cs typeface=""/>
    </a:majorFont>
    <a:minorFont>
      <a:latin typeface="CVS Health Sans"/>
      <a:ea typeface=""/>
      <a:cs typeface=""/>
    </a:minorFont>
  </a:fontScheme>
  <a:fmtScheme name="Flat">
    <a:fillStyleLst>
      <a:solidFill>
        <a:schemeClr val="phClr"/>
      </a:solidFill>
      <a:solidFill>
        <a:schemeClr val="phClr">
          <a:tint val="50000"/>
        </a:schemeClr>
      </a:solidFill>
      <a:solidFill>
        <a:schemeClr val="phClr">
          <a:shade val="65000"/>
        </a:schemeClr>
      </a:solidFill>
    </a:fillStyleLst>
    <a:lnStyleLst>
      <a:ln w="3175" cap="flat" cmpd="sng" algn="ctr">
        <a:solidFill>
          <a:schemeClr val="phClr">
            <a:shade val="65000"/>
          </a:schemeClr>
        </a:solidFill>
        <a:prstDash val="solid"/>
      </a:ln>
      <a:ln w="3175" cap="flat" cmpd="sng" algn="ctr">
        <a:solidFill>
          <a:schemeClr val="phClr"/>
        </a:solidFill>
        <a:prstDash val="solid"/>
      </a:ln>
      <a:ln w="0" cap="flat" cmpd="sng" algn="ctr">
        <a:noFill/>
      </a:ln>
    </a:lnStyleLst>
    <a:effectStyleLst>
      <a:effectStyle>
        <a:effectLst>
          <a:blur/>
        </a:effectLst>
      </a:effectStyle>
      <a:effectStyle>
        <a:effectLst>
          <a:blur/>
        </a:effectLst>
      </a:effectStyle>
      <a:effectStyle>
        <a:effectLst>
          <a:fillOverlay blend="darken">
            <a:solidFill>
              <a:schemeClr val="phClr">
                <a:shade val="30000"/>
              </a:schemeClr>
            </a:solidFill>
          </a:fillOverlay>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6.xml><?xml version="1.0" encoding="utf-8"?>
<a:themeOverride xmlns:a="http://schemas.openxmlformats.org/drawingml/2006/main">
  <a:clrScheme name="CVS Chart Colors">
    <a:dk1>
      <a:srgbClr val="000000"/>
    </a:dk1>
    <a:lt1>
      <a:sysClr val="window" lastClr="FFFFFF"/>
    </a:lt1>
    <a:dk2>
      <a:srgbClr val="3F3F3F"/>
    </a:dk2>
    <a:lt2>
      <a:srgbClr val="C0C0C0"/>
    </a:lt2>
    <a:accent1>
      <a:srgbClr val="0A4B8C"/>
    </a:accent1>
    <a:accent2>
      <a:srgbClr val="267AC0"/>
    </a:accent2>
    <a:accent3>
      <a:srgbClr val="00787E"/>
    </a:accent3>
    <a:accent4>
      <a:srgbClr val="00A78E"/>
    </a:accent4>
    <a:accent5>
      <a:srgbClr val="646464"/>
    </a:accent5>
    <a:accent6>
      <a:srgbClr val="868686"/>
    </a:accent6>
    <a:hlink>
      <a:srgbClr val="3F3F3F"/>
    </a:hlink>
    <a:folHlink>
      <a:srgbClr val="A5A5A5"/>
    </a:folHlink>
  </a:clrScheme>
  <a:fontScheme name="CVS Fonts">
    <a:majorFont>
      <a:latin typeface="CVS Health Sans"/>
      <a:ea typeface=""/>
      <a:cs typeface=""/>
    </a:majorFont>
    <a:minorFont>
      <a:latin typeface="CVS Health Sans"/>
      <a:ea typeface=""/>
      <a:cs typeface=""/>
    </a:minorFont>
  </a:fontScheme>
  <a:fmtScheme name="Flat">
    <a:fillStyleLst>
      <a:solidFill>
        <a:schemeClr val="phClr"/>
      </a:solidFill>
      <a:solidFill>
        <a:schemeClr val="phClr">
          <a:tint val="50000"/>
        </a:schemeClr>
      </a:solidFill>
      <a:solidFill>
        <a:schemeClr val="phClr">
          <a:shade val="65000"/>
        </a:schemeClr>
      </a:solidFill>
    </a:fillStyleLst>
    <a:lnStyleLst>
      <a:ln w="3175" cap="flat" cmpd="sng" algn="ctr">
        <a:solidFill>
          <a:schemeClr val="phClr">
            <a:shade val="65000"/>
          </a:schemeClr>
        </a:solidFill>
        <a:prstDash val="solid"/>
      </a:ln>
      <a:ln w="3175" cap="flat" cmpd="sng" algn="ctr">
        <a:solidFill>
          <a:schemeClr val="phClr"/>
        </a:solidFill>
        <a:prstDash val="solid"/>
      </a:ln>
      <a:ln w="0" cap="flat" cmpd="sng" algn="ctr">
        <a:noFill/>
      </a:ln>
    </a:lnStyleLst>
    <a:effectStyleLst>
      <a:effectStyle>
        <a:effectLst>
          <a:blur/>
        </a:effectLst>
      </a:effectStyle>
      <a:effectStyle>
        <a:effectLst>
          <a:blur/>
        </a:effectLst>
      </a:effectStyle>
      <a:effectStyle>
        <a:effectLst>
          <a:fillOverlay blend="darken">
            <a:solidFill>
              <a:schemeClr val="phClr">
                <a:shade val="30000"/>
              </a:schemeClr>
            </a:solidFill>
          </a:fillOverlay>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7.xml><?xml version="1.0" encoding="utf-8"?>
<a:themeOverride xmlns:a="http://schemas.openxmlformats.org/drawingml/2006/main">
  <a:clrScheme name="CVS Chart Colors">
    <a:dk1>
      <a:srgbClr val="000000"/>
    </a:dk1>
    <a:lt1>
      <a:sysClr val="window" lastClr="FFFFFF"/>
    </a:lt1>
    <a:dk2>
      <a:srgbClr val="3F3F3F"/>
    </a:dk2>
    <a:lt2>
      <a:srgbClr val="C0C0C0"/>
    </a:lt2>
    <a:accent1>
      <a:srgbClr val="0A4B8C"/>
    </a:accent1>
    <a:accent2>
      <a:srgbClr val="267AC0"/>
    </a:accent2>
    <a:accent3>
      <a:srgbClr val="00787E"/>
    </a:accent3>
    <a:accent4>
      <a:srgbClr val="00A78E"/>
    </a:accent4>
    <a:accent5>
      <a:srgbClr val="646464"/>
    </a:accent5>
    <a:accent6>
      <a:srgbClr val="868686"/>
    </a:accent6>
    <a:hlink>
      <a:srgbClr val="3F3F3F"/>
    </a:hlink>
    <a:folHlink>
      <a:srgbClr val="A5A5A5"/>
    </a:folHlink>
  </a:clrScheme>
  <a:fontScheme name="CVS Fonts">
    <a:majorFont>
      <a:latin typeface="CVS Health Sans"/>
      <a:ea typeface=""/>
      <a:cs typeface=""/>
    </a:majorFont>
    <a:minorFont>
      <a:latin typeface="CVS Health Sans"/>
      <a:ea typeface=""/>
      <a:cs typeface=""/>
    </a:minorFont>
  </a:fontScheme>
  <a:fmtScheme name="Flat">
    <a:fillStyleLst>
      <a:solidFill>
        <a:schemeClr val="phClr"/>
      </a:solidFill>
      <a:solidFill>
        <a:schemeClr val="phClr">
          <a:tint val="50000"/>
        </a:schemeClr>
      </a:solidFill>
      <a:solidFill>
        <a:schemeClr val="phClr">
          <a:shade val="65000"/>
        </a:schemeClr>
      </a:solidFill>
    </a:fillStyleLst>
    <a:lnStyleLst>
      <a:ln w="3175" cap="flat" cmpd="sng" algn="ctr">
        <a:solidFill>
          <a:schemeClr val="phClr">
            <a:shade val="65000"/>
          </a:schemeClr>
        </a:solidFill>
        <a:prstDash val="solid"/>
      </a:ln>
      <a:ln w="3175" cap="flat" cmpd="sng" algn="ctr">
        <a:solidFill>
          <a:schemeClr val="phClr"/>
        </a:solidFill>
        <a:prstDash val="solid"/>
      </a:ln>
      <a:ln w="0" cap="flat" cmpd="sng" algn="ctr">
        <a:noFill/>
      </a:ln>
    </a:lnStyleLst>
    <a:effectStyleLst>
      <a:effectStyle>
        <a:effectLst>
          <a:blur/>
        </a:effectLst>
      </a:effectStyle>
      <a:effectStyle>
        <a:effectLst>
          <a:blur/>
        </a:effectLst>
      </a:effectStyle>
      <a:effectStyle>
        <a:effectLst>
          <a:fillOverlay blend="darken">
            <a:solidFill>
              <a:schemeClr val="phClr">
                <a:shade val="30000"/>
              </a:schemeClr>
            </a:solidFill>
          </a:fillOverlay>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d390e28c-df2d-48ff-863f-ce424f6933f9" xsi:nil="true"/>
    <lcf76f155ced4ddcb4097134ff3c332f xmlns="745f7b47-b94d-4d11-8c2c-4b27f842296f">
      <Terms xmlns="http://schemas.microsoft.com/office/infopath/2007/PartnerControls"/>
    </lcf76f155ced4ddcb4097134ff3c332f>
    <Notes xmlns="745f7b47-b94d-4d11-8c2c-4b27f842296f" xsi:nil="true"/>
    <Hyperlink xmlns="745f7b47-b94d-4d11-8c2c-4b27f842296f">
      <Url xsi:nil="true"/>
      <Description xsi:nil="true"/>
    </Hyperlink>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4AE5A02051B9624785D9530930705DB3" ma:contentTypeVersion="14" ma:contentTypeDescription="Create a new document." ma:contentTypeScope="" ma:versionID="b091d14aeb71e439e1aa9c4d3023c6d0">
  <xsd:schema xmlns:xsd="http://www.w3.org/2001/XMLSchema" xmlns:xs="http://www.w3.org/2001/XMLSchema" xmlns:p="http://schemas.microsoft.com/office/2006/metadata/properties" xmlns:ns2="745f7b47-b94d-4d11-8c2c-4b27f842296f" xmlns:ns3="d390e28c-df2d-48ff-863f-ce424f6933f9" targetNamespace="http://schemas.microsoft.com/office/2006/metadata/properties" ma:root="true" ma:fieldsID="f61531bce863012842699ca028aea1f6" ns2:_="" ns3:_="">
    <xsd:import namespace="745f7b47-b94d-4d11-8c2c-4b27f842296f"/>
    <xsd:import namespace="d390e28c-df2d-48ff-863f-ce424f6933f9"/>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GenerationTime" minOccurs="0"/>
                <xsd:element ref="ns2:MediaServiceEventHashCode" minOccurs="0"/>
                <xsd:element ref="ns2:MediaServiceDateTaken" minOccurs="0"/>
                <xsd:element ref="ns2:MediaLengthInSeconds" minOccurs="0"/>
                <xsd:element ref="ns2:lcf76f155ced4ddcb4097134ff3c332f" minOccurs="0"/>
                <xsd:element ref="ns3:TaxCatchAll" minOccurs="0"/>
                <xsd:element ref="ns2:MediaServiceOCR" minOccurs="0"/>
                <xsd:element ref="ns2:Notes" minOccurs="0"/>
                <xsd:element ref="ns2:Hyperlink"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45f7b47-b94d-4d11-8c2c-4b27f842296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3773e5d3-86f4-436a-b35a-a9b626cf6315"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Notes" ma:index="20" nillable="true" ma:displayName="Notes" ma:description="Information to describe the file use" ma:format="Dropdown" ma:internalName="Notes">
      <xsd:simpleType>
        <xsd:restriction base="dms:Text">
          <xsd:maxLength value="255"/>
        </xsd:restriction>
      </xsd:simpleType>
    </xsd:element>
    <xsd:element name="Hyperlink" ma:index="21" nillable="true" ma:displayName="Hyperlink" ma:format="Hyperlink" ma:internalName="Hyperlink">
      <xsd:complexType>
        <xsd:complexContent>
          <xsd:extension base="dms:URL">
            <xsd:sequence>
              <xsd:element name="Url" type="dms:ValidUrl" minOccurs="0" nillable="true"/>
              <xsd:element name="Description" type="xsd:string"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d390e28c-df2d-48ff-863f-ce424f6933f9"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5a60e864-3948-4567-ab55-7ebe44c1096a}" ma:internalName="TaxCatchAll" ma:showField="CatchAllData" ma:web="d390e28c-df2d-48ff-863f-ce424f6933f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24F0FD7-590D-477C-84D8-04F64A55F94D}">
  <ds:schemaRefs>
    <ds:schemaRef ds:uri="745f7b47-b94d-4d11-8c2c-4b27f842296f"/>
    <ds:schemaRef ds:uri="d390e28c-df2d-48ff-863f-ce424f6933f9"/>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3A4C5460-6341-4A06-8926-FDDA58E91623}">
  <ds:schemaRefs>
    <ds:schemaRef ds:uri="http://schemas.microsoft.com/sharepoint/v3/contenttype/forms"/>
  </ds:schemaRefs>
</ds:datastoreItem>
</file>

<file path=customXml/itemProps3.xml><?xml version="1.0" encoding="utf-8"?>
<ds:datastoreItem xmlns:ds="http://schemas.openxmlformats.org/officeDocument/2006/customXml" ds:itemID="{A0BD3473-D366-4622-9B15-CA040552B565}">
  <ds:schemaRefs>
    <ds:schemaRef ds:uri="745f7b47-b94d-4d11-8c2c-4b27f842296f"/>
    <ds:schemaRef ds:uri="d390e28c-df2d-48ff-863f-ce424f6933f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CVS_Health_Everyday_Widescreen_Template_01_2025</Template>
  <Application>Microsoft Office PowerPoint</Application>
  <PresentationFormat>Custom</PresentationFormat>
  <Slides>64</Slides>
  <Notes>4</Notes>
  <HiddenSlides>54</HiddenSlides>
  <ScaleCrop>false</ScaleCrop>
  <HeadingPairs>
    <vt:vector size="4" baseType="variant">
      <vt:variant>
        <vt:lpstr>Theme</vt:lpstr>
      </vt:variant>
      <vt:variant>
        <vt:i4>1</vt:i4>
      </vt:variant>
      <vt:variant>
        <vt:lpstr>Slide Titles</vt:lpstr>
      </vt:variant>
      <vt:variant>
        <vt:i4>64</vt:i4>
      </vt:variant>
    </vt:vector>
  </HeadingPairs>
  <TitlesOfParts>
    <vt:vector size="65" baseType="lpstr">
      <vt:lpstr>CVS_Health_PPT_Everyday_Widescreen_Template</vt:lpstr>
      <vt:lpstr>Delegation360</vt:lpstr>
      <vt:lpstr>D360 Foundational Architecture | Draft Epic Assumptions </vt:lpstr>
      <vt:lpstr>D360 MVP Functionality | Draft Epic Assumptions   </vt:lpstr>
      <vt:lpstr>D360 MVP Functionality | Draft Feature Assumptions </vt:lpstr>
      <vt:lpstr>D360 MVP &gt; Clinical | Super User – Edit Fields inside D360 </vt:lpstr>
      <vt:lpstr>D360 MVP &gt; Clinical | Key Delegate Attributes DRAFT Notes for Discussion Only </vt:lpstr>
      <vt:lpstr>D360 MVP Requirements | Key Delegate Attributes Epic  </vt:lpstr>
      <vt:lpstr>PowerPoint Presentation</vt:lpstr>
      <vt:lpstr>Delegation 360 MVP</vt:lpstr>
      <vt:lpstr>Delegation 360 MVP Conceptual Data Model</vt:lpstr>
      <vt:lpstr>D360 MVP &gt; Clinical | Super User – Edit Fields inside D360 DRAFT Notes for Discussion Only </vt:lpstr>
      <vt:lpstr>D360 MVP &gt; Clinical | Key Delegate Attributes DRAFT Notes for Discussion Only </vt:lpstr>
      <vt:lpstr>Archer Demo Screenshots (5/11/26) </vt:lpstr>
      <vt:lpstr>Archer Demo Screenshots (5/11/26) </vt:lpstr>
      <vt:lpstr>Archer Demo Screenshots (5/11/26) </vt:lpstr>
      <vt:lpstr>Archer Demo Screenshots (5/11/26) </vt:lpstr>
      <vt:lpstr>Archer Demo Screenshots (5/12/26) </vt:lpstr>
      <vt:lpstr>Archer Demo Screenshots (5/11/26) </vt:lpstr>
      <vt:lpstr>D360 MVP &gt; Clinical | Wireframe Mockups DRAFT for Discussion Only</vt:lpstr>
      <vt:lpstr>Agenda 1</vt:lpstr>
      <vt:lpstr>Divider slide with white heart pattern</vt:lpstr>
      <vt:lpstr>Divider slide with dark  heart pattern</vt:lpstr>
      <vt:lpstr>Title for one-column layout</vt:lpstr>
      <vt:lpstr>Title for one-column layout with header</vt:lpstr>
      <vt:lpstr>Title for two-column layout</vt:lpstr>
      <vt:lpstr>Title for three-column layout</vt:lpstr>
      <vt:lpstr>Title for four-column layout</vt:lpstr>
      <vt:lpstr>Title for five-column journey layout</vt:lpstr>
      <vt:lpstr>Title with image on right layout</vt:lpstr>
      <vt:lpstr>Title with image on left layout</vt:lpstr>
      <vt:lpstr>Title for  one panel comparison layout</vt:lpstr>
      <vt:lpstr>Title for  two panel comparison layout</vt:lpstr>
      <vt:lpstr>Title for four-point process</vt:lpstr>
      <vt:lpstr>Title for comparison layout</vt:lpstr>
      <vt:lpstr>Title for two-column comparison layout</vt:lpstr>
      <vt:lpstr>Title for three-column comparison layout</vt:lpstr>
      <vt:lpstr>Title with infographic on right</vt:lpstr>
      <vt:lpstr>Title with infographic on left</vt:lpstr>
      <vt:lpstr>Charts, graphs and tables</vt:lpstr>
      <vt:lpstr>Chart guidelines</vt:lpstr>
      <vt:lpstr>To update previous charts, use the new chart tool</vt:lpstr>
      <vt:lpstr>Title for full page chart layout</vt:lpstr>
      <vt:lpstr>Title for text and chart layout</vt:lpstr>
      <vt:lpstr>Title for text and chart layout with brand-aligned data</vt:lpstr>
      <vt:lpstr>Comparing three pie charts</vt:lpstr>
      <vt:lpstr>Title for diagram layout</vt:lpstr>
      <vt:lpstr>Title for map layout</vt:lpstr>
      <vt:lpstr>PowerPoint Presentation</vt:lpstr>
      <vt:lpstr>PowerPoint Presentation</vt:lpstr>
      <vt:lpstr>PowerPoint Presentation</vt:lpstr>
      <vt:lpstr>PowerPoint Presentation</vt:lpstr>
      <vt:lpstr>Title for flow chart</vt:lpstr>
      <vt:lpstr>Title for timeline layout</vt:lpstr>
      <vt:lpstr>Custom tables</vt:lpstr>
      <vt:lpstr>Title for default Table Style 1 layout</vt:lpstr>
      <vt:lpstr>Title for Table Style 2 layout with total row checked</vt:lpstr>
      <vt:lpstr>Title for Table Style 3 layout</vt:lpstr>
      <vt:lpstr>Closing sample pages</vt:lpstr>
      <vt:lpstr>Next steps</vt:lpstr>
      <vt:lpstr>In closing</vt:lpstr>
      <vt:lpstr>Closing slide</vt:lpstr>
      <vt:lpstr>Closing slide option</vt:lpstr>
      <vt:lpstr>Legal disclaimer</vt:lpstr>
      <vt:lpstr>CVS Health logo on white background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the Everyday template</dc:title>
  <dc:creator>Goode, Karen</dc:creator>
  <cp:revision>1</cp:revision>
  <cp:lastPrinted>2017-04-13T12:11:49Z</cp:lastPrinted>
  <dcterms:created xsi:type="dcterms:W3CDTF">2024-10-22T18:45:58Z</dcterms:created>
  <dcterms:modified xsi:type="dcterms:W3CDTF">2026-05-18T19:19:00Z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0x0101004AE5A02051B9624785D9530930705DB3</vt:lpwstr>
  </property>
  <property fmtid="{D5CDD505-2E9C-101B-9397-08002B2CF9AE}" pid="3" name="MSIP_Label_7837230a-460a-4aec-98a3-ac101fb30b10_Enabled">
    <vt:lpwstr>true</vt:lpwstr>
  </property>
  <property fmtid="{D5CDD505-2E9C-101B-9397-08002B2CF9AE}" pid="4" name="MSIP_Label_7837230a-460a-4aec-98a3-ac101fb30b10_SetDate">
    <vt:lpwstr>2021-07-06T18:23:18Z</vt:lpwstr>
  </property>
  <property fmtid="{D5CDD505-2E9C-101B-9397-08002B2CF9AE}" pid="5" name="MSIP_Label_7837230a-460a-4aec-98a3-ac101fb30b10_Method">
    <vt:lpwstr>Privileged</vt:lpwstr>
  </property>
  <property fmtid="{D5CDD505-2E9C-101B-9397-08002B2CF9AE}" pid="6" name="MSIP_Label_7837230a-460a-4aec-98a3-ac101fb30b10_Name">
    <vt:lpwstr>7837230a-460a-4aec-98a3-ac101fb30b10</vt:lpwstr>
  </property>
  <property fmtid="{D5CDD505-2E9C-101B-9397-08002B2CF9AE}" pid="7" name="MSIP_Label_7837230a-460a-4aec-98a3-ac101fb30b10_SiteId">
    <vt:lpwstr>fabb61b8-3afe-4e75-b934-a47f782b8cd7</vt:lpwstr>
  </property>
  <property fmtid="{D5CDD505-2E9C-101B-9397-08002B2CF9AE}" pid="8" name="MSIP_Label_7837230a-460a-4aec-98a3-ac101fb30b10_ActionId">
    <vt:lpwstr/>
  </property>
  <property fmtid="{D5CDD505-2E9C-101B-9397-08002B2CF9AE}" pid="9" name="MSIP_Label_7837230a-460a-4aec-98a3-ac101fb30b10_ContentBits">
    <vt:lpwstr>0</vt:lpwstr>
  </property>
  <property fmtid="{D5CDD505-2E9C-101B-9397-08002B2CF9AE}" pid="10" name="MediaServiceImageTags">
    <vt:lpwstr/>
  </property>
</Properties>
</file>